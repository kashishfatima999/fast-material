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4"/>
  </p:notesMasterIdLst>
  <p:sldIdLst>
    <p:sldId id="256" r:id="rId2"/>
    <p:sldId id="257" r:id="rId3"/>
    <p:sldId id="344" r:id="rId4"/>
    <p:sldId id="322"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325" r:id="rId22"/>
    <p:sldId id="275" r:id="rId23"/>
    <p:sldId id="329"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330" r:id="rId46"/>
    <p:sldId id="337" r:id="rId47"/>
    <p:sldId id="340" r:id="rId48"/>
    <p:sldId id="342" r:id="rId49"/>
    <p:sldId id="341" r:id="rId50"/>
    <p:sldId id="339" r:id="rId51"/>
    <p:sldId id="336" r:id="rId52"/>
    <p:sldId id="331" r:id="rId53"/>
    <p:sldId id="332" r:id="rId54"/>
    <p:sldId id="333" r:id="rId55"/>
    <p:sldId id="334" r:id="rId56"/>
    <p:sldId id="338" r:id="rId57"/>
    <p:sldId id="343" r:id="rId58"/>
    <p:sldId id="323" r:id="rId59"/>
    <p:sldId id="297" r:id="rId60"/>
    <p:sldId id="321" r:id="rId61"/>
    <p:sldId id="327" r:id="rId62"/>
    <p:sldId id="335" r:id="rId6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08953158-D7D2-470C-BCF7-33AADA454B07}" type="datetimeFigureOut">
              <a:rPr lang="en-US" smtClean="0"/>
              <a:t>1/26/2026</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4EF1105D-9740-4908-9C62-B3608D494C9F}" type="slidenum">
              <a:rPr lang="en-US" smtClean="0"/>
              <a:t>‹#›</a:t>
            </a:fld>
            <a:endParaRPr lang="en-US"/>
          </a:p>
        </p:txBody>
      </p:sp>
    </p:spTree>
    <p:extLst>
      <p:ext uri="{BB962C8B-B14F-4D97-AF65-F5344CB8AC3E}">
        <p14:creationId xmlns:p14="http://schemas.microsoft.com/office/powerpoint/2010/main" val="3822511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Evolutionary= allows the software to evolve over time through iterative and incremental processes</a:t>
            </a:r>
          </a:p>
          <a:p>
            <a:r>
              <a:rPr lang="en-US" sz="1200" b="1" i="0" kern="1200" dirty="0" smtClean="0">
                <a:solidFill>
                  <a:schemeClr val="tx1"/>
                </a:solidFill>
                <a:effectLst/>
                <a:latin typeface="+mn-lt"/>
                <a:ea typeface="+mn-ea"/>
                <a:cs typeface="+mn-cs"/>
              </a:rPr>
              <a:t>Prototyping:</a:t>
            </a:r>
            <a:r>
              <a:rPr lang="en-US" sz="1200" b="0" i="0" kern="1200" dirty="0" smtClean="0">
                <a:solidFill>
                  <a:schemeClr val="tx1"/>
                </a:solidFill>
                <a:effectLst/>
                <a:latin typeface="+mn-lt"/>
                <a:ea typeface="+mn-ea"/>
                <a:cs typeface="+mn-cs"/>
              </a:rPr>
              <a:t> Prototyping is considered evolutionary because it involves the creation of a partial, functional system prototype early in the development process. Feedback from users and stakeholders is used to refine and enhance the system in subsequent iterations.</a:t>
            </a:r>
          </a:p>
          <a:p>
            <a:r>
              <a:rPr lang="en-US" sz="1200" b="1" i="0" kern="1200" dirty="0" smtClean="0">
                <a:solidFill>
                  <a:schemeClr val="tx1"/>
                </a:solidFill>
                <a:effectLst/>
                <a:latin typeface="+mn-lt"/>
                <a:ea typeface="+mn-ea"/>
                <a:cs typeface="+mn-cs"/>
              </a:rPr>
              <a:t>Spiral Model:</a:t>
            </a:r>
            <a:r>
              <a:rPr lang="en-US" sz="1200" b="0" i="0" kern="1200" dirty="0" smtClean="0">
                <a:solidFill>
                  <a:schemeClr val="tx1"/>
                </a:solidFill>
                <a:effectLst/>
                <a:latin typeface="+mn-lt"/>
                <a:ea typeface="+mn-ea"/>
                <a:cs typeface="+mn-cs"/>
              </a:rPr>
              <a:t> The Spiral Model is evolutionary because it combines the idea of iterative development (repeating cycles) with the concept of risk management. Each spiral represents a cycle of planning, risk analysis, engineering, and evaluation, allowing the software to evolve while addressing potential risks at each iteration.</a:t>
            </a:r>
          </a:p>
          <a:p>
            <a:endParaRPr lang="en-US" dirty="0"/>
          </a:p>
        </p:txBody>
      </p:sp>
      <p:sp>
        <p:nvSpPr>
          <p:cNvPr id="4" name="Slide Number Placeholder 3"/>
          <p:cNvSpPr>
            <a:spLocks noGrp="1"/>
          </p:cNvSpPr>
          <p:nvPr>
            <p:ph type="sldNum" sz="quarter" idx="10"/>
          </p:nvPr>
        </p:nvSpPr>
        <p:spPr/>
        <p:txBody>
          <a:bodyPr/>
          <a:lstStyle/>
          <a:p>
            <a:fld id="{4EF1105D-9740-4908-9C62-B3608D494C9F}" type="slidenum">
              <a:rPr lang="en-US" smtClean="0"/>
              <a:t>61</a:t>
            </a:fld>
            <a:endParaRPr lang="en-US"/>
          </a:p>
        </p:txBody>
      </p:sp>
    </p:spTree>
    <p:extLst>
      <p:ext uri="{BB962C8B-B14F-4D97-AF65-F5344CB8AC3E}">
        <p14:creationId xmlns:p14="http://schemas.microsoft.com/office/powerpoint/2010/main" val="1991195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30/10/2014</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46424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30/10/2014</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46424D"/>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Holder 6"/>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30/10/2014</a:t>
            </a:r>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46424D"/>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4" name="Holder 4"/>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30/10/2014</a:t>
            </a:r>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3" name="Holder 3"/>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30/10/2014</a:t>
            </a:r>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423664" y="1392798"/>
            <a:ext cx="7363998" cy="90064"/>
          </a:xfrm>
          <a:prstGeom prst="rect">
            <a:avLst/>
          </a:prstGeom>
        </p:spPr>
      </p:pic>
      <p:sp>
        <p:nvSpPr>
          <p:cNvPr id="17" name="bg object 17"/>
          <p:cNvSpPr/>
          <p:nvPr/>
        </p:nvSpPr>
        <p:spPr>
          <a:xfrm>
            <a:off x="457961" y="1419606"/>
            <a:ext cx="7306309" cy="1905"/>
          </a:xfrm>
          <a:custGeom>
            <a:avLst/>
            <a:gdLst/>
            <a:ahLst/>
            <a:cxnLst/>
            <a:rect l="l" t="t" r="r" b="b"/>
            <a:pathLst>
              <a:path w="7306309" h="1905">
                <a:moveTo>
                  <a:pt x="0" y="0"/>
                </a:moveTo>
                <a:lnTo>
                  <a:pt x="7305802" y="1651"/>
                </a:lnTo>
              </a:path>
            </a:pathLst>
          </a:custGeom>
          <a:ln w="25908">
            <a:solidFill>
              <a:srgbClr val="404040"/>
            </a:solidFill>
          </a:ln>
        </p:spPr>
        <p:txBody>
          <a:bodyPr wrap="square" lIns="0" tIns="0" rIns="0" bIns="0" rtlCol="0"/>
          <a:lstStyle/>
          <a:p>
            <a:endParaRPr/>
          </a:p>
        </p:txBody>
      </p:sp>
      <p:pic>
        <p:nvPicPr>
          <p:cNvPr id="18" name="bg object 18"/>
          <p:cNvPicPr/>
          <p:nvPr/>
        </p:nvPicPr>
        <p:blipFill>
          <a:blip r:embed="rId8" cstate="print"/>
          <a:stretch>
            <a:fillRect/>
          </a:stretch>
        </p:blipFill>
        <p:spPr>
          <a:xfrm>
            <a:off x="7751063" y="213359"/>
            <a:ext cx="923544" cy="1219200"/>
          </a:xfrm>
          <a:prstGeom prst="rect">
            <a:avLst/>
          </a:prstGeom>
        </p:spPr>
      </p:pic>
      <p:pic>
        <p:nvPicPr>
          <p:cNvPr id="19" name="bg object 19"/>
          <p:cNvPicPr/>
          <p:nvPr/>
        </p:nvPicPr>
        <p:blipFill>
          <a:blip r:embed="rId9" cstate="print"/>
          <a:stretch>
            <a:fillRect/>
          </a:stretch>
        </p:blipFill>
        <p:spPr>
          <a:xfrm>
            <a:off x="414527" y="1382268"/>
            <a:ext cx="8311896" cy="108076"/>
          </a:xfrm>
          <a:prstGeom prst="rect">
            <a:avLst/>
          </a:prstGeom>
        </p:spPr>
      </p:pic>
      <p:sp>
        <p:nvSpPr>
          <p:cNvPr id="20" name="bg object 20"/>
          <p:cNvSpPr/>
          <p:nvPr/>
        </p:nvSpPr>
        <p:spPr>
          <a:xfrm>
            <a:off x="457961" y="1418081"/>
            <a:ext cx="8217534" cy="1905"/>
          </a:xfrm>
          <a:custGeom>
            <a:avLst/>
            <a:gdLst/>
            <a:ahLst/>
            <a:cxnLst/>
            <a:rect l="l" t="t" r="r" b="b"/>
            <a:pathLst>
              <a:path w="8217534" h="1905">
                <a:moveTo>
                  <a:pt x="0" y="1650"/>
                </a:moveTo>
                <a:lnTo>
                  <a:pt x="8217027" y="0"/>
                </a:lnTo>
              </a:path>
            </a:pathLst>
          </a:custGeom>
          <a:ln w="25908">
            <a:solidFill>
              <a:srgbClr val="404040"/>
            </a:solidFill>
          </a:ln>
        </p:spPr>
        <p:txBody>
          <a:bodyPr wrap="square" lIns="0" tIns="0" rIns="0" bIns="0" rtlCol="0"/>
          <a:lstStyle/>
          <a:p>
            <a:endParaRPr/>
          </a:p>
        </p:txBody>
      </p:sp>
      <p:sp>
        <p:nvSpPr>
          <p:cNvPr id="2" name="Holder 2"/>
          <p:cNvSpPr>
            <a:spLocks noGrp="1"/>
          </p:cNvSpPr>
          <p:nvPr>
            <p:ph type="title"/>
          </p:nvPr>
        </p:nvSpPr>
        <p:spPr>
          <a:xfrm>
            <a:off x="2950845" y="2612263"/>
            <a:ext cx="3242309" cy="391160"/>
          </a:xfrm>
          <a:prstGeom prst="rect">
            <a:avLst/>
          </a:prstGeom>
        </p:spPr>
        <p:txBody>
          <a:bodyPr wrap="square" lIns="0" tIns="0" rIns="0" bIns="0">
            <a:spAutoFit/>
          </a:bodyPr>
          <a:lstStyle>
            <a:lvl1pPr>
              <a:defRPr sz="2400" b="1" i="0">
                <a:solidFill>
                  <a:srgbClr val="46424D"/>
                </a:solidFill>
                <a:latin typeface="Arial"/>
                <a:cs typeface="Arial"/>
              </a:defRPr>
            </a:lvl1pPr>
          </a:lstStyle>
          <a:p>
            <a:endParaRPr/>
          </a:p>
        </p:txBody>
      </p:sp>
      <p:sp>
        <p:nvSpPr>
          <p:cNvPr id="3" name="Holder 3"/>
          <p:cNvSpPr>
            <a:spLocks noGrp="1"/>
          </p:cNvSpPr>
          <p:nvPr>
            <p:ph type="body" idx="1"/>
          </p:nvPr>
        </p:nvSpPr>
        <p:spPr>
          <a:xfrm>
            <a:off x="450850" y="2190750"/>
            <a:ext cx="8248650" cy="187706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355085" y="6464985"/>
            <a:ext cx="2432050"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5" name="Holder 5"/>
          <p:cNvSpPr>
            <a:spLocks noGrp="1"/>
          </p:cNvSpPr>
          <p:nvPr>
            <p:ph type="dt" sz="half" idx="6"/>
          </p:nvPr>
        </p:nvSpPr>
        <p:spPr>
          <a:xfrm>
            <a:off x="535940" y="6464985"/>
            <a:ext cx="765175"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dirty="0"/>
              <a:t>30/10/2014</a:t>
            </a:r>
          </a:p>
        </p:txBody>
      </p:sp>
      <p:sp>
        <p:nvSpPr>
          <p:cNvPr id="6" name="Holder 6"/>
          <p:cNvSpPr>
            <a:spLocks noGrp="1"/>
          </p:cNvSpPr>
          <p:nvPr>
            <p:ph type="sldNum" sz="quarter" idx="7"/>
          </p:nvPr>
        </p:nvSpPr>
        <p:spPr>
          <a:xfrm>
            <a:off x="8401557" y="6464985"/>
            <a:ext cx="231775"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image" Target="../media/image4.png"/><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4.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image" Target="../media/image28.png"/><Relationship Id="rId1" Type="http://schemas.openxmlformats.org/officeDocument/2006/relationships/slideLayout" Target="../slideLayouts/slideLayout4.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6" Type="http://schemas.openxmlformats.org/officeDocument/2006/relationships/image" Target="../media/image65.png"/><Relationship Id="rId117" Type="http://schemas.openxmlformats.org/officeDocument/2006/relationships/image" Target="../media/image156.png"/><Relationship Id="rId21" Type="http://schemas.openxmlformats.org/officeDocument/2006/relationships/image" Target="../media/image60.png"/><Relationship Id="rId42" Type="http://schemas.openxmlformats.org/officeDocument/2006/relationships/image" Target="../media/image81.png"/><Relationship Id="rId47" Type="http://schemas.openxmlformats.org/officeDocument/2006/relationships/image" Target="../media/image86.png"/><Relationship Id="rId63" Type="http://schemas.openxmlformats.org/officeDocument/2006/relationships/image" Target="../media/image102.png"/><Relationship Id="rId68" Type="http://schemas.openxmlformats.org/officeDocument/2006/relationships/image" Target="../media/image107.png"/><Relationship Id="rId84" Type="http://schemas.openxmlformats.org/officeDocument/2006/relationships/image" Target="../media/image123.png"/><Relationship Id="rId89" Type="http://schemas.openxmlformats.org/officeDocument/2006/relationships/image" Target="../media/image128.png"/><Relationship Id="rId112" Type="http://schemas.openxmlformats.org/officeDocument/2006/relationships/image" Target="../media/image151.png"/><Relationship Id="rId16" Type="http://schemas.openxmlformats.org/officeDocument/2006/relationships/image" Target="../media/image55.png"/><Relationship Id="rId107" Type="http://schemas.openxmlformats.org/officeDocument/2006/relationships/image" Target="../media/image146.png"/><Relationship Id="rId11" Type="http://schemas.openxmlformats.org/officeDocument/2006/relationships/image" Target="../media/image50.png"/><Relationship Id="rId32" Type="http://schemas.openxmlformats.org/officeDocument/2006/relationships/image" Target="../media/image71.png"/><Relationship Id="rId37" Type="http://schemas.openxmlformats.org/officeDocument/2006/relationships/image" Target="../media/image76.png"/><Relationship Id="rId53" Type="http://schemas.openxmlformats.org/officeDocument/2006/relationships/image" Target="../media/image92.png"/><Relationship Id="rId58" Type="http://schemas.openxmlformats.org/officeDocument/2006/relationships/image" Target="../media/image97.png"/><Relationship Id="rId74" Type="http://schemas.openxmlformats.org/officeDocument/2006/relationships/image" Target="../media/image113.png"/><Relationship Id="rId79" Type="http://schemas.openxmlformats.org/officeDocument/2006/relationships/image" Target="../media/image118.png"/><Relationship Id="rId102" Type="http://schemas.openxmlformats.org/officeDocument/2006/relationships/image" Target="../media/image141.png"/><Relationship Id="rId5" Type="http://schemas.openxmlformats.org/officeDocument/2006/relationships/image" Target="../media/image44.png"/><Relationship Id="rId90" Type="http://schemas.openxmlformats.org/officeDocument/2006/relationships/image" Target="../media/image129.png"/><Relationship Id="rId95" Type="http://schemas.openxmlformats.org/officeDocument/2006/relationships/image" Target="../media/image134.png"/><Relationship Id="rId22" Type="http://schemas.openxmlformats.org/officeDocument/2006/relationships/image" Target="../media/image61.png"/><Relationship Id="rId27" Type="http://schemas.openxmlformats.org/officeDocument/2006/relationships/image" Target="../media/image66.png"/><Relationship Id="rId43" Type="http://schemas.openxmlformats.org/officeDocument/2006/relationships/image" Target="../media/image82.png"/><Relationship Id="rId48" Type="http://schemas.openxmlformats.org/officeDocument/2006/relationships/image" Target="../media/image87.png"/><Relationship Id="rId64" Type="http://schemas.openxmlformats.org/officeDocument/2006/relationships/image" Target="../media/image103.png"/><Relationship Id="rId69" Type="http://schemas.openxmlformats.org/officeDocument/2006/relationships/image" Target="../media/image108.png"/><Relationship Id="rId113" Type="http://schemas.openxmlformats.org/officeDocument/2006/relationships/image" Target="../media/image152.png"/><Relationship Id="rId118" Type="http://schemas.openxmlformats.org/officeDocument/2006/relationships/image" Target="../media/image157.png"/><Relationship Id="rId80" Type="http://schemas.openxmlformats.org/officeDocument/2006/relationships/image" Target="../media/image119.png"/><Relationship Id="rId85" Type="http://schemas.openxmlformats.org/officeDocument/2006/relationships/image" Target="../media/image124.png"/><Relationship Id="rId12" Type="http://schemas.openxmlformats.org/officeDocument/2006/relationships/image" Target="../media/image51.png"/><Relationship Id="rId17" Type="http://schemas.openxmlformats.org/officeDocument/2006/relationships/image" Target="../media/image56.png"/><Relationship Id="rId33" Type="http://schemas.openxmlformats.org/officeDocument/2006/relationships/image" Target="../media/image72.png"/><Relationship Id="rId38" Type="http://schemas.openxmlformats.org/officeDocument/2006/relationships/image" Target="../media/image77.png"/><Relationship Id="rId59" Type="http://schemas.openxmlformats.org/officeDocument/2006/relationships/image" Target="../media/image98.png"/><Relationship Id="rId103" Type="http://schemas.openxmlformats.org/officeDocument/2006/relationships/image" Target="../media/image142.png"/><Relationship Id="rId108" Type="http://schemas.openxmlformats.org/officeDocument/2006/relationships/image" Target="../media/image147.png"/><Relationship Id="rId54" Type="http://schemas.openxmlformats.org/officeDocument/2006/relationships/image" Target="../media/image93.png"/><Relationship Id="rId70" Type="http://schemas.openxmlformats.org/officeDocument/2006/relationships/image" Target="../media/image109.png"/><Relationship Id="rId75" Type="http://schemas.openxmlformats.org/officeDocument/2006/relationships/image" Target="../media/image114.png"/><Relationship Id="rId91" Type="http://schemas.openxmlformats.org/officeDocument/2006/relationships/image" Target="../media/image130.png"/><Relationship Id="rId96" Type="http://schemas.openxmlformats.org/officeDocument/2006/relationships/image" Target="../media/image135.png"/><Relationship Id="rId1" Type="http://schemas.openxmlformats.org/officeDocument/2006/relationships/slideLayout" Target="../slideLayouts/slideLayout4.xml"/><Relationship Id="rId6" Type="http://schemas.openxmlformats.org/officeDocument/2006/relationships/image" Target="../media/image45.png"/><Relationship Id="rId23" Type="http://schemas.openxmlformats.org/officeDocument/2006/relationships/image" Target="../media/image62.png"/><Relationship Id="rId28" Type="http://schemas.openxmlformats.org/officeDocument/2006/relationships/image" Target="../media/image67.png"/><Relationship Id="rId49" Type="http://schemas.openxmlformats.org/officeDocument/2006/relationships/image" Target="../media/image88.png"/><Relationship Id="rId114" Type="http://schemas.openxmlformats.org/officeDocument/2006/relationships/image" Target="../media/image153.png"/><Relationship Id="rId10" Type="http://schemas.openxmlformats.org/officeDocument/2006/relationships/image" Target="../media/image49.png"/><Relationship Id="rId31" Type="http://schemas.openxmlformats.org/officeDocument/2006/relationships/image" Target="../media/image70.png"/><Relationship Id="rId44" Type="http://schemas.openxmlformats.org/officeDocument/2006/relationships/image" Target="../media/image83.png"/><Relationship Id="rId52" Type="http://schemas.openxmlformats.org/officeDocument/2006/relationships/image" Target="../media/image91.png"/><Relationship Id="rId60" Type="http://schemas.openxmlformats.org/officeDocument/2006/relationships/image" Target="../media/image99.png"/><Relationship Id="rId65" Type="http://schemas.openxmlformats.org/officeDocument/2006/relationships/image" Target="../media/image104.png"/><Relationship Id="rId73" Type="http://schemas.openxmlformats.org/officeDocument/2006/relationships/image" Target="../media/image112.png"/><Relationship Id="rId78" Type="http://schemas.openxmlformats.org/officeDocument/2006/relationships/image" Target="../media/image117.png"/><Relationship Id="rId81" Type="http://schemas.openxmlformats.org/officeDocument/2006/relationships/image" Target="../media/image120.png"/><Relationship Id="rId86" Type="http://schemas.openxmlformats.org/officeDocument/2006/relationships/image" Target="../media/image125.png"/><Relationship Id="rId94" Type="http://schemas.openxmlformats.org/officeDocument/2006/relationships/image" Target="../media/image133.png"/><Relationship Id="rId99" Type="http://schemas.openxmlformats.org/officeDocument/2006/relationships/image" Target="../media/image138.png"/><Relationship Id="rId101" Type="http://schemas.openxmlformats.org/officeDocument/2006/relationships/image" Target="../media/image140.png"/><Relationship Id="rId4" Type="http://schemas.openxmlformats.org/officeDocument/2006/relationships/image" Target="../media/image43.png"/><Relationship Id="rId9" Type="http://schemas.openxmlformats.org/officeDocument/2006/relationships/image" Target="../media/image48.png"/><Relationship Id="rId13" Type="http://schemas.openxmlformats.org/officeDocument/2006/relationships/image" Target="../media/image52.png"/><Relationship Id="rId18" Type="http://schemas.openxmlformats.org/officeDocument/2006/relationships/image" Target="../media/image57.png"/><Relationship Id="rId39" Type="http://schemas.openxmlformats.org/officeDocument/2006/relationships/image" Target="../media/image78.png"/><Relationship Id="rId109" Type="http://schemas.openxmlformats.org/officeDocument/2006/relationships/image" Target="../media/image148.png"/><Relationship Id="rId34" Type="http://schemas.openxmlformats.org/officeDocument/2006/relationships/image" Target="../media/image73.png"/><Relationship Id="rId50" Type="http://schemas.openxmlformats.org/officeDocument/2006/relationships/image" Target="../media/image89.png"/><Relationship Id="rId55" Type="http://schemas.openxmlformats.org/officeDocument/2006/relationships/image" Target="../media/image94.png"/><Relationship Id="rId76" Type="http://schemas.openxmlformats.org/officeDocument/2006/relationships/image" Target="../media/image115.png"/><Relationship Id="rId97" Type="http://schemas.openxmlformats.org/officeDocument/2006/relationships/image" Target="../media/image136.png"/><Relationship Id="rId104" Type="http://schemas.openxmlformats.org/officeDocument/2006/relationships/image" Target="../media/image143.png"/><Relationship Id="rId7" Type="http://schemas.openxmlformats.org/officeDocument/2006/relationships/image" Target="../media/image46.png"/><Relationship Id="rId71" Type="http://schemas.openxmlformats.org/officeDocument/2006/relationships/image" Target="../media/image110.png"/><Relationship Id="rId92" Type="http://schemas.openxmlformats.org/officeDocument/2006/relationships/image" Target="../media/image131.png"/><Relationship Id="rId2" Type="http://schemas.openxmlformats.org/officeDocument/2006/relationships/image" Target="../media/image41.png"/><Relationship Id="rId29" Type="http://schemas.openxmlformats.org/officeDocument/2006/relationships/image" Target="../media/image68.png"/><Relationship Id="rId24" Type="http://schemas.openxmlformats.org/officeDocument/2006/relationships/image" Target="../media/image63.png"/><Relationship Id="rId40" Type="http://schemas.openxmlformats.org/officeDocument/2006/relationships/image" Target="../media/image79.png"/><Relationship Id="rId45" Type="http://schemas.openxmlformats.org/officeDocument/2006/relationships/image" Target="../media/image84.png"/><Relationship Id="rId66" Type="http://schemas.openxmlformats.org/officeDocument/2006/relationships/image" Target="../media/image105.png"/><Relationship Id="rId87" Type="http://schemas.openxmlformats.org/officeDocument/2006/relationships/image" Target="../media/image126.png"/><Relationship Id="rId110" Type="http://schemas.openxmlformats.org/officeDocument/2006/relationships/image" Target="../media/image149.png"/><Relationship Id="rId115" Type="http://schemas.openxmlformats.org/officeDocument/2006/relationships/image" Target="../media/image154.png"/><Relationship Id="rId61" Type="http://schemas.openxmlformats.org/officeDocument/2006/relationships/image" Target="../media/image100.png"/><Relationship Id="rId82" Type="http://schemas.openxmlformats.org/officeDocument/2006/relationships/image" Target="../media/image121.png"/><Relationship Id="rId19" Type="http://schemas.openxmlformats.org/officeDocument/2006/relationships/image" Target="../media/image58.png"/><Relationship Id="rId14" Type="http://schemas.openxmlformats.org/officeDocument/2006/relationships/image" Target="../media/image53.png"/><Relationship Id="rId30" Type="http://schemas.openxmlformats.org/officeDocument/2006/relationships/image" Target="../media/image69.png"/><Relationship Id="rId35" Type="http://schemas.openxmlformats.org/officeDocument/2006/relationships/image" Target="../media/image74.png"/><Relationship Id="rId56" Type="http://schemas.openxmlformats.org/officeDocument/2006/relationships/image" Target="../media/image95.png"/><Relationship Id="rId77" Type="http://schemas.openxmlformats.org/officeDocument/2006/relationships/image" Target="../media/image116.png"/><Relationship Id="rId100" Type="http://schemas.openxmlformats.org/officeDocument/2006/relationships/image" Target="../media/image139.png"/><Relationship Id="rId105" Type="http://schemas.openxmlformats.org/officeDocument/2006/relationships/image" Target="../media/image144.png"/><Relationship Id="rId8" Type="http://schemas.openxmlformats.org/officeDocument/2006/relationships/image" Target="../media/image47.png"/><Relationship Id="rId51" Type="http://schemas.openxmlformats.org/officeDocument/2006/relationships/image" Target="../media/image90.png"/><Relationship Id="rId72" Type="http://schemas.openxmlformats.org/officeDocument/2006/relationships/image" Target="../media/image111.png"/><Relationship Id="rId93" Type="http://schemas.openxmlformats.org/officeDocument/2006/relationships/image" Target="../media/image132.png"/><Relationship Id="rId98" Type="http://schemas.openxmlformats.org/officeDocument/2006/relationships/image" Target="../media/image137.png"/><Relationship Id="rId3" Type="http://schemas.openxmlformats.org/officeDocument/2006/relationships/image" Target="../media/image42.png"/><Relationship Id="rId25" Type="http://schemas.openxmlformats.org/officeDocument/2006/relationships/image" Target="../media/image64.png"/><Relationship Id="rId46" Type="http://schemas.openxmlformats.org/officeDocument/2006/relationships/image" Target="../media/image85.png"/><Relationship Id="rId67" Type="http://schemas.openxmlformats.org/officeDocument/2006/relationships/image" Target="../media/image106.png"/><Relationship Id="rId116" Type="http://schemas.openxmlformats.org/officeDocument/2006/relationships/image" Target="../media/image155.png"/><Relationship Id="rId20" Type="http://schemas.openxmlformats.org/officeDocument/2006/relationships/image" Target="../media/image59.png"/><Relationship Id="rId41" Type="http://schemas.openxmlformats.org/officeDocument/2006/relationships/image" Target="../media/image80.png"/><Relationship Id="rId62" Type="http://schemas.openxmlformats.org/officeDocument/2006/relationships/image" Target="../media/image101.png"/><Relationship Id="rId83" Type="http://schemas.openxmlformats.org/officeDocument/2006/relationships/image" Target="../media/image122.png"/><Relationship Id="rId88" Type="http://schemas.openxmlformats.org/officeDocument/2006/relationships/image" Target="../media/image127.png"/><Relationship Id="rId111" Type="http://schemas.openxmlformats.org/officeDocument/2006/relationships/image" Target="../media/image150.png"/><Relationship Id="rId15" Type="http://schemas.openxmlformats.org/officeDocument/2006/relationships/image" Target="../media/image54.png"/><Relationship Id="rId36" Type="http://schemas.openxmlformats.org/officeDocument/2006/relationships/image" Target="../media/image75.png"/><Relationship Id="rId57" Type="http://schemas.openxmlformats.org/officeDocument/2006/relationships/image" Target="../media/image96.png"/><Relationship Id="rId106" Type="http://schemas.openxmlformats.org/officeDocument/2006/relationships/image" Target="../media/image14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17" Type="http://schemas.openxmlformats.org/officeDocument/2006/relationships/image" Target="../media/image273.png"/><Relationship Id="rId21" Type="http://schemas.openxmlformats.org/officeDocument/2006/relationships/image" Target="../media/image177.png"/><Relationship Id="rId42" Type="http://schemas.openxmlformats.org/officeDocument/2006/relationships/image" Target="../media/image198.png"/><Relationship Id="rId63" Type="http://schemas.openxmlformats.org/officeDocument/2006/relationships/image" Target="../media/image219.png"/><Relationship Id="rId84" Type="http://schemas.openxmlformats.org/officeDocument/2006/relationships/image" Target="../media/image240.png"/><Relationship Id="rId138" Type="http://schemas.openxmlformats.org/officeDocument/2006/relationships/image" Target="../media/image294.png"/><Relationship Id="rId107" Type="http://schemas.openxmlformats.org/officeDocument/2006/relationships/image" Target="../media/image263.png"/><Relationship Id="rId11" Type="http://schemas.openxmlformats.org/officeDocument/2006/relationships/image" Target="../media/image167.png"/><Relationship Id="rId32" Type="http://schemas.openxmlformats.org/officeDocument/2006/relationships/image" Target="../media/image188.png"/><Relationship Id="rId53" Type="http://schemas.openxmlformats.org/officeDocument/2006/relationships/image" Target="../media/image209.png"/><Relationship Id="rId74" Type="http://schemas.openxmlformats.org/officeDocument/2006/relationships/image" Target="../media/image230.png"/><Relationship Id="rId128" Type="http://schemas.openxmlformats.org/officeDocument/2006/relationships/image" Target="../media/image284.png"/><Relationship Id="rId149" Type="http://schemas.openxmlformats.org/officeDocument/2006/relationships/image" Target="../media/image305.png"/><Relationship Id="rId5" Type="http://schemas.openxmlformats.org/officeDocument/2006/relationships/image" Target="../media/image161.png"/><Relationship Id="rId95" Type="http://schemas.openxmlformats.org/officeDocument/2006/relationships/image" Target="../media/image251.png"/><Relationship Id="rId22" Type="http://schemas.openxmlformats.org/officeDocument/2006/relationships/image" Target="../media/image178.png"/><Relationship Id="rId27" Type="http://schemas.openxmlformats.org/officeDocument/2006/relationships/image" Target="../media/image183.png"/><Relationship Id="rId43" Type="http://schemas.openxmlformats.org/officeDocument/2006/relationships/image" Target="../media/image199.png"/><Relationship Id="rId48" Type="http://schemas.openxmlformats.org/officeDocument/2006/relationships/image" Target="../media/image204.png"/><Relationship Id="rId64" Type="http://schemas.openxmlformats.org/officeDocument/2006/relationships/image" Target="../media/image220.png"/><Relationship Id="rId69" Type="http://schemas.openxmlformats.org/officeDocument/2006/relationships/image" Target="../media/image225.png"/><Relationship Id="rId113" Type="http://schemas.openxmlformats.org/officeDocument/2006/relationships/image" Target="../media/image269.png"/><Relationship Id="rId118" Type="http://schemas.openxmlformats.org/officeDocument/2006/relationships/image" Target="../media/image274.png"/><Relationship Id="rId134" Type="http://schemas.openxmlformats.org/officeDocument/2006/relationships/image" Target="../media/image290.png"/><Relationship Id="rId139" Type="http://schemas.openxmlformats.org/officeDocument/2006/relationships/image" Target="../media/image295.png"/><Relationship Id="rId80" Type="http://schemas.openxmlformats.org/officeDocument/2006/relationships/image" Target="../media/image236.png"/><Relationship Id="rId85" Type="http://schemas.openxmlformats.org/officeDocument/2006/relationships/image" Target="../media/image241.png"/><Relationship Id="rId150" Type="http://schemas.openxmlformats.org/officeDocument/2006/relationships/image" Target="../media/image306.png"/><Relationship Id="rId12" Type="http://schemas.openxmlformats.org/officeDocument/2006/relationships/image" Target="../media/image168.png"/><Relationship Id="rId17" Type="http://schemas.openxmlformats.org/officeDocument/2006/relationships/image" Target="../media/image173.png"/><Relationship Id="rId33" Type="http://schemas.openxmlformats.org/officeDocument/2006/relationships/image" Target="../media/image189.png"/><Relationship Id="rId38" Type="http://schemas.openxmlformats.org/officeDocument/2006/relationships/image" Target="../media/image194.png"/><Relationship Id="rId59" Type="http://schemas.openxmlformats.org/officeDocument/2006/relationships/image" Target="../media/image215.png"/><Relationship Id="rId103" Type="http://schemas.openxmlformats.org/officeDocument/2006/relationships/image" Target="../media/image259.png"/><Relationship Id="rId108" Type="http://schemas.openxmlformats.org/officeDocument/2006/relationships/image" Target="../media/image264.png"/><Relationship Id="rId124" Type="http://schemas.openxmlformats.org/officeDocument/2006/relationships/image" Target="../media/image280.png"/><Relationship Id="rId129" Type="http://schemas.openxmlformats.org/officeDocument/2006/relationships/image" Target="../media/image285.png"/><Relationship Id="rId54" Type="http://schemas.openxmlformats.org/officeDocument/2006/relationships/image" Target="../media/image210.png"/><Relationship Id="rId70" Type="http://schemas.openxmlformats.org/officeDocument/2006/relationships/image" Target="../media/image226.png"/><Relationship Id="rId75" Type="http://schemas.openxmlformats.org/officeDocument/2006/relationships/image" Target="../media/image231.png"/><Relationship Id="rId91" Type="http://schemas.openxmlformats.org/officeDocument/2006/relationships/image" Target="../media/image247.png"/><Relationship Id="rId96" Type="http://schemas.openxmlformats.org/officeDocument/2006/relationships/image" Target="../media/image252.png"/><Relationship Id="rId140" Type="http://schemas.openxmlformats.org/officeDocument/2006/relationships/image" Target="../media/image296.png"/><Relationship Id="rId145" Type="http://schemas.openxmlformats.org/officeDocument/2006/relationships/image" Target="../media/image301.png"/><Relationship Id="rId1" Type="http://schemas.openxmlformats.org/officeDocument/2006/relationships/slideLayout" Target="../slideLayouts/slideLayout4.xml"/><Relationship Id="rId6" Type="http://schemas.openxmlformats.org/officeDocument/2006/relationships/image" Target="../media/image162.png"/><Relationship Id="rId23" Type="http://schemas.openxmlformats.org/officeDocument/2006/relationships/image" Target="../media/image179.png"/><Relationship Id="rId28" Type="http://schemas.openxmlformats.org/officeDocument/2006/relationships/image" Target="../media/image184.png"/><Relationship Id="rId49" Type="http://schemas.openxmlformats.org/officeDocument/2006/relationships/image" Target="../media/image205.png"/><Relationship Id="rId114" Type="http://schemas.openxmlformats.org/officeDocument/2006/relationships/image" Target="../media/image270.png"/><Relationship Id="rId119" Type="http://schemas.openxmlformats.org/officeDocument/2006/relationships/image" Target="../media/image275.png"/><Relationship Id="rId44" Type="http://schemas.openxmlformats.org/officeDocument/2006/relationships/image" Target="../media/image200.png"/><Relationship Id="rId60" Type="http://schemas.openxmlformats.org/officeDocument/2006/relationships/image" Target="../media/image216.png"/><Relationship Id="rId65" Type="http://schemas.openxmlformats.org/officeDocument/2006/relationships/image" Target="../media/image221.png"/><Relationship Id="rId81" Type="http://schemas.openxmlformats.org/officeDocument/2006/relationships/image" Target="../media/image237.png"/><Relationship Id="rId86" Type="http://schemas.openxmlformats.org/officeDocument/2006/relationships/image" Target="../media/image242.png"/><Relationship Id="rId130" Type="http://schemas.openxmlformats.org/officeDocument/2006/relationships/image" Target="../media/image286.png"/><Relationship Id="rId135" Type="http://schemas.openxmlformats.org/officeDocument/2006/relationships/image" Target="../media/image291.png"/><Relationship Id="rId13" Type="http://schemas.openxmlformats.org/officeDocument/2006/relationships/image" Target="../media/image169.png"/><Relationship Id="rId18" Type="http://schemas.openxmlformats.org/officeDocument/2006/relationships/image" Target="../media/image174.png"/><Relationship Id="rId39" Type="http://schemas.openxmlformats.org/officeDocument/2006/relationships/image" Target="../media/image195.png"/><Relationship Id="rId109" Type="http://schemas.openxmlformats.org/officeDocument/2006/relationships/image" Target="../media/image265.png"/><Relationship Id="rId34" Type="http://schemas.openxmlformats.org/officeDocument/2006/relationships/image" Target="../media/image190.png"/><Relationship Id="rId50" Type="http://schemas.openxmlformats.org/officeDocument/2006/relationships/image" Target="../media/image206.png"/><Relationship Id="rId55" Type="http://schemas.openxmlformats.org/officeDocument/2006/relationships/image" Target="../media/image211.png"/><Relationship Id="rId76" Type="http://schemas.openxmlformats.org/officeDocument/2006/relationships/image" Target="../media/image232.png"/><Relationship Id="rId97" Type="http://schemas.openxmlformats.org/officeDocument/2006/relationships/image" Target="../media/image253.png"/><Relationship Id="rId104" Type="http://schemas.openxmlformats.org/officeDocument/2006/relationships/image" Target="../media/image260.png"/><Relationship Id="rId120" Type="http://schemas.openxmlformats.org/officeDocument/2006/relationships/image" Target="../media/image276.png"/><Relationship Id="rId125" Type="http://schemas.openxmlformats.org/officeDocument/2006/relationships/image" Target="../media/image281.png"/><Relationship Id="rId141" Type="http://schemas.openxmlformats.org/officeDocument/2006/relationships/image" Target="../media/image297.png"/><Relationship Id="rId146" Type="http://schemas.openxmlformats.org/officeDocument/2006/relationships/image" Target="../media/image302.png"/><Relationship Id="rId7" Type="http://schemas.openxmlformats.org/officeDocument/2006/relationships/image" Target="../media/image163.png"/><Relationship Id="rId71" Type="http://schemas.openxmlformats.org/officeDocument/2006/relationships/image" Target="../media/image227.png"/><Relationship Id="rId92" Type="http://schemas.openxmlformats.org/officeDocument/2006/relationships/image" Target="../media/image248.png"/><Relationship Id="rId2" Type="http://schemas.openxmlformats.org/officeDocument/2006/relationships/image" Target="../media/image158.png"/><Relationship Id="rId29" Type="http://schemas.openxmlformats.org/officeDocument/2006/relationships/image" Target="../media/image185.png"/><Relationship Id="rId24" Type="http://schemas.openxmlformats.org/officeDocument/2006/relationships/image" Target="../media/image180.png"/><Relationship Id="rId40" Type="http://schemas.openxmlformats.org/officeDocument/2006/relationships/image" Target="../media/image196.png"/><Relationship Id="rId45" Type="http://schemas.openxmlformats.org/officeDocument/2006/relationships/image" Target="../media/image201.png"/><Relationship Id="rId66" Type="http://schemas.openxmlformats.org/officeDocument/2006/relationships/image" Target="../media/image222.png"/><Relationship Id="rId87" Type="http://schemas.openxmlformats.org/officeDocument/2006/relationships/image" Target="../media/image243.png"/><Relationship Id="rId110" Type="http://schemas.openxmlformats.org/officeDocument/2006/relationships/image" Target="../media/image266.png"/><Relationship Id="rId115" Type="http://schemas.openxmlformats.org/officeDocument/2006/relationships/image" Target="../media/image271.png"/><Relationship Id="rId131" Type="http://schemas.openxmlformats.org/officeDocument/2006/relationships/image" Target="../media/image287.png"/><Relationship Id="rId136" Type="http://schemas.openxmlformats.org/officeDocument/2006/relationships/image" Target="../media/image292.png"/><Relationship Id="rId61" Type="http://schemas.openxmlformats.org/officeDocument/2006/relationships/image" Target="../media/image217.png"/><Relationship Id="rId82" Type="http://schemas.openxmlformats.org/officeDocument/2006/relationships/image" Target="../media/image238.png"/><Relationship Id="rId19" Type="http://schemas.openxmlformats.org/officeDocument/2006/relationships/image" Target="../media/image175.png"/><Relationship Id="rId14" Type="http://schemas.openxmlformats.org/officeDocument/2006/relationships/image" Target="../media/image170.png"/><Relationship Id="rId30" Type="http://schemas.openxmlformats.org/officeDocument/2006/relationships/image" Target="../media/image186.png"/><Relationship Id="rId35" Type="http://schemas.openxmlformats.org/officeDocument/2006/relationships/image" Target="../media/image191.png"/><Relationship Id="rId56" Type="http://schemas.openxmlformats.org/officeDocument/2006/relationships/image" Target="../media/image212.png"/><Relationship Id="rId77" Type="http://schemas.openxmlformats.org/officeDocument/2006/relationships/image" Target="../media/image233.png"/><Relationship Id="rId100" Type="http://schemas.openxmlformats.org/officeDocument/2006/relationships/image" Target="../media/image256.png"/><Relationship Id="rId105" Type="http://schemas.openxmlformats.org/officeDocument/2006/relationships/image" Target="../media/image261.png"/><Relationship Id="rId126" Type="http://schemas.openxmlformats.org/officeDocument/2006/relationships/image" Target="../media/image282.png"/><Relationship Id="rId147" Type="http://schemas.openxmlformats.org/officeDocument/2006/relationships/image" Target="../media/image303.png"/><Relationship Id="rId8" Type="http://schemas.openxmlformats.org/officeDocument/2006/relationships/image" Target="../media/image164.png"/><Relationship Id="rId51" Type="http://schemas.openxmlformats.org/officeDocument/2006/relationships/image" Target="../media/image207.png"/><Relationship Id="rId72" Type="http://schemas.openxmlformats.org/officeDocument/2006/relationships/image" Target="../media/image228.png"/><Relationship Id="rId93" Type="http://schemas.openxmlformats.org/officeDocument/2006/relationships/image" Target="../media/image249.png"/><Relationship Id="rId98" Type="http://schemas.openxmlformats.org/officeDocument/2006/relationships/image" Target="../media/image254.png"/><Relationship Id="rId121" Type="http://schemas.openxmlformats.org/officeDocument/2006/relationships/image" Target="../media/image277.png"/><Relationship Id="rId142" Type="http://schemas.openxmlformats.org/officeDocument/2006/relationships/image" Target="../media/image298.png"/><Relationship Id="rId3" Type="http://schemas.openxmlformats.org/officeDocument/2006/relationships/image" Target="../media/image159.png"/><Relationship Id="rId25" Type="http://schemas.openxmlformats.org/officeDocument/2006/relationships/image" Target="../media/image181.png"/><Relationship Id="rId46" Type="http://schemas.openxmlformats.org/officeDocument/2006/relationships/image" Target="../media/image202.png"/><Relationship Id="rId67" Type="http://schemas.openxmlformats.org/officeDocument/2006/relationships/image" Target="../media/image223.png"/><Relationship Id="rId116" Type="http://schemas.openxmlformats.org/officeDocument/2006/relationships/image" Target="../media/image272.png"/><Relationship Id="rId137" Type="http://schemas.openxmlformats.org/officeDocument/2006/relationships/image" Target="../media/image293.png"/><Relationship Id="rId20" Type="http://schemas.openxmlformats.org/officeDocument/2006/relationships/image" Target="../media/image176.png"/><Relationship Id="rId41" Type="http://schemas.openxmlformats.org/officeDocument/2006/relationships/image" Target="../media/image197.png"/><Relationship Id="rId62" Type="http://schemas.openxmlformats.org/officeDocument/2006/relationships/image" Target="../media/image218.png"/><Relationship Id="rId83" Type="http://schemas.openxmlformats.org/officeDocument/2006/relationships/image" Target="../media/image239.png"/><Relationship Id="rId88" Type="http://schemas.openxmlformats.org/officeDocument/2006/relationships/image" Target="../media/image244.png"/><Relationship Id="rId111" Type="http://schemas.openxmlformats.org/officeDocument/2006/relationships/image" Target="../media/image267.png"/><Relationship Id="rId132" Type="http://schemas.openxmlformats.org/officeDocument/2006/relationships/image" Target="../media/image288.png"/><Relationship Id="rId15" Type="http://schemas.openxmlformats.org/officeDocument/2006/relationships/image" Target="../media/image171.png"/><Relationship Id="rId36" Type="http://schemas.openxmlformats.org/officeDocument/2006/relationships/image" Target="../media/image192.png"/><Relationship Id="rId57" Type="http://schemas.openxmlformats.org/officeDocument/2006/relationships/image" Target="../media/image213.png"/><Relationship Id="rId106" Type="http://schemas.openxmlformats.org/officeDocument/2006/relationships/image" Target="../media/image262.png"/><Relationship Id="rId127" Type="http://schemas.openxmlformats.org/officeDocument/2006/relationships/image" Target="../media/image283.png"/><Relationship Id="rId10" Type="http://schemas.openxmlformats.org/officeDocument/2006/relationships/image" Target="../media/image166.png"/><Relationship Id="rId31" Type="http://schemas.openxmlformats.org/officeDocument/2006/relationships/image" Target="../media/image187.png"/><Relationship Id="rId52" Type="http://schemas.openxmlformats.org/officeDocument/2006/relationships/image" Target="../media/image208.png"/><Relationship Id="rId73" Type="http://schemas.openxmlformats.org/officeDocument/2006/relationships/image" Target="../media/image229.png"/><Relationship Id="rId78" Type="http://schemas.openxmlformats.org/officeDocument/2006/relationships/image" Target="../media/image234.png"/><Relationship Id="rId94" Type="http://schemas.openxmlformats.org/officeDocument/2006/relationships/image" Target="../media/image250.png"/><Relationship Id="rId99" Type="http://schemas.openxmlformats.org/officeDocument/2006/relationships/image" Target="../media/image255.png"/><Relationship Id="rId101" Type="http://schemas.openxmlformats.org/officeDocument/2006/relationships/image" Target="../media/image257.png"/><Relationship Id="rId122" Type="http://schemas.openxmlformats.org/officeDocument/2006/relationships/image" Target="../media/image278.png"/><Relationship Id="rId143" Type="http://schemas.openxmlformats.org/officeDocument/2006/relationships/image" Target="../media/image299.png"/><Relationship Id="rId148" Type="http://schemas.openxmlformats.org/officeDocument/2006/relationships/image" Target="../media/image304.png"/><Relationship Id="rId4" Type="http://schemas.openxmlformats.org/officeDocument/2006/relationships/image" Target="../media/image160.png"/><Relationship Id="rId9" Type="http://schemas.openxmlformats.org/officeDocument/2006/relationships/image" Target="../media/image165.png"/><Relationship Id="rId26" Type="http://schemas.openxmlformats.org/officeDocument/2006/relationships/image" Target="../media/image182.png"/><Relationship Id="rId47" Type="http://schemas.openxmlformats.org/officeDocument/2006/relationships/image" Target="../media/image203.png"/><Relationship Id="rId68" Type="http://schemas.openxmlformats.org/officeDocument/2006/relationships/image" Target="../media/image224.png"/><Relationship Id="rId89" Type="http://schemas.openxmlformats.org/officeDocument/2006/relationships/image" Target="../media/image245.png"/><Relationship Id="rId112" Type="http://schemas.openxmlformats.org/officeDocument/2006/relationships/image" Target="../media/image268.png"/><Relationship Id="rId133" Type="http://schemas.openxmlformats.org/officeDocument/2006/relationships/image" Target="../media/image289.png"/><Relationship Id="rId16" Type="http://schemas.openxmlformats.org/officeDocument/2006/relationships/image" Target="../media/image172.png"/><Relationship Id="rId37" Type="http://schemas.openxmlformats.org/officeDocument/2006/relationships/image" Target="../media/image193.png"/><Relationship Id="rId58" Type="http://schemas.openxmlformats.org/officeDocument/2006/relationships/image" Target="../media/image214.png"/><Relationship Id="rId79" Type="http://schemas.openxmlformats.org/officeDocument/2006/relationships/image" Target="../media/image235.png"/><Relationship Id="rId102" Type="http://schemas.openxmlformats.org/officeDocument/2006/relationships/image" Target="../media/image258.png"/><Relationship Id="rId123" Type="http://schemas.openxmlformats.org/officeDocument/2006/relationships/image" Target="../media/image279.png"/><Relationship Id="rId144" Type="http://schemas.openxmlformats.org/officeDocument/2006/relationships/image" Target="../media/image300.png"/><Relationship Id="rId90" Type="http://schemas.openxmlformats.org/officeDocument/2006/relationships/image" Target="../media/image24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7.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08.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09.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1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312.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313.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14.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315.jpe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31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s://www.lucidchart.com/blog/how-to-estimate-sprint-velocity"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4540" y="2662504"/>
            <a:ext cx="5870575" cy="391795"/>
          </a:xfrm>
          <a:prstGeom prst="rect">
            <a:avLst/>
          </a:prstGeom>
        </p:spPr>
        <p:txBody>
          <a:bodyPr vert="horz" wrap="square" lIns="0" tIns="12700" rIns="0" bIns="0" rtlCol="0">
            <a:spAutoFit/>
          </a:bodyPr>
          <a:lstStyle/>
          <a:p>
            <a:pPr marL="12700">
              <a:lnSpc>
                <a:spcPct val="100000"/>
              </a:lnSpc>
              <a:spcBef>
                <a:spcPts val="100"/>
              </a:spcBef>
            </a:pPr>
            <a:r>
              <a:rPr spc="-5" dirty="0"/>
              <a:t>Chapter</a:t>
            </a:r>
            <a:r>
              <a:rPr dirty="0"/>
              <a:t> 3</a:t>
            </a:r>
            <a:r>
              <a:rPr spc="5" dirty="0"/>
              <a:t> </a:t>
            </a:r>
            <a:r>
              <a:rPr dirty="0"/>
              <a:t>–</a:t>
            </a:r>
            <a:r>
              <a:rPr spc="-95" dirty="0"/>
              <a:t> </a:t>
            </a:r>
            <a:r>
              <a:rPr spc="-5" dirty="0"/>
              <a:t>Agile</a:t>
            </a:r>
            <a:r>
              <a:rPr spc="-15" dirty="0"/>
              <a:t> </a:t>
            </a:r>
            <a:r>
              <a:rPr dirty="0"/>
              <a:t>Software</a:t>
            </a:r>
            <a:r>
              <a:rPr spc="-40" dirty="0"/>
              <a:t> </a:t>
            </a:r>
            <a:r>
              <a:rPr spc="-5" dirty="0"/>
              <a:t>Development</a:t>
            </a:r>
          </a:p>
        </p:txBody>
      </p:sp>
      <p:sp>
        <p:nvSpPr>
          <p:cNvPr id="3" name="object 3"/>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a:t>
            </a:fld>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643254"/>
            <a:ext cx="4440555" cy="2929255"/>
          </a:xfrm>
          <a:prstGeom prst="rect">
            <a:avLst/>
          </a:prstGeom>
        </p:spPr>
        <p:txBody>
          <a:bodyPr vert="horz" wrap="square" lIns="0" tIns="12700" rIns="0" bIns="0" rtlCol="0">
            <a:spAutoFit/>
          </a:bodyPr>
          <a:lstStyle/>
          <a:p>
            <a:pPr marL="12700">
              <a:lnSpc>
                <a:spcPct val="100000"/>
              </a:lnSpc>
              <a:spcBef>
                <a:spcPts val="100"/>
              </a:spcBef>
            </a:pPr>
            <a:r>
              <a:rPr sz="2400" b="1" spc="-35" dirty="0">
                <a:solidFill>
                  <a:srgbClr val="46424D"/>
                </a:solidFill>
                <a:latin typeface="Arial"/>
                <a:cs typeface="Arial"/>
              </a:rPr>
              <a:t>Topics</a:t>
            </a:r>
            <a:r>
              <a:rPr sz="2400" b="1" spc="-40" dirty="0">
                <a:solidFill>
                  <a:srgbClr val="46424D"/>
                </a:solidFill>
                <a:latin typeface="Arial"/>
                <a:cs typeface="Arial"/>
              </a:rPr>
              <a:t> </a:t>
            </a:r>
            <a:r>
              <a:rPr sz="2400" b="1" spc="-5" dirty="0">
                <a:solidFill>
                  <a:srgbClr val="46424D"/>
                </a:solidFill>
                <a:latin typeface="Arial"/>
                <a:cs typeface="Arial"/>
              </a:rPr>
              <a:t>covered</a:t>
            </a:r>
            <a:endParaRPr sz="2400">
              <a:latin typeface="Arial"/>
              <a:cs typeface="Arial"/>
            </a:endParaRPr>
          </a:p>
          <a:p>
            <a:pPr>
              <a:lnSpc>
                <a:spcPct val="100000"/>
              </a:lnSpc>
            </a:pPr>
            <a:endParaRPr sz="2700">
              <a:latin typeface="Arial"/>
              <a:cs typeface="Arial"/>
            </a:endParaRPr>
          </a:p>
          <a:p>
            <a:pPr marL="355600" indent="-342900">
              <a:lnSpc>
                <a:spcPct val="100000"/>
              </a:lnSpc>
              <a:spcBef>
                <a:spcPts val="1755"/>
              </a:spcBef>
              <a:buFont typeface="Wingdings"/>
              <a:buChar char=""/>
              <a:tabLst>
                <a:tab pos="355600" algn="l"/>
              </a:tabLst>
            </a:pPr>
            <a:r>
              <a:rPr sz="2400" spc="-5" dirty="0">
                <a:solidFill>
                  <a:srgbClr val="46424D"/>
                </a:solidFill>
                <a:latin typeface="Arial MT"/>
                <a:cs typeface="Arial MT"/>
              </a:rPr>
              <a:t>Agile methods</a:t>
            </a:r>
            <a:endParaRPr sz="2400">
              <a:latin typeface="Arial MT"/>
              <a:cs typeface="Arial MT"/>
            </a:endParaRPr>
          </a:p>
          <a:p>
            <a:pPr marL="355600" indent="-342900">
              <a:lnSpc>
                <a:spcPct val="100000"/>
              </a:lnSpc>
              <a:spcBef>
                <a:spcPts val="1200"/>
              </a:spcBef>
              <a:buFont typeface="Wingdings"/>
              <a:buChar char=""/>
              <a:tabLst>
                <a:tab pos="355600" algn="l"/>
              </a:tabLst>
            </a:pPr>
            <a:r>
              <a:rPr sz="2400" spc="-5" dirty="0">
                <a:solidFill>
                  <a:srgbClr val="46424D"/>
                </a:solidFill>
                <a:latin typeface="Arial MT"/>
                <a:cs typeface="Arial MT"/>
              </a:rPr>
              <a:t>Agile</a:t>
            </a:r>
            <a:r>
              <a:rPr sz="2400" spc="25" dirty="0">
                <a:solidFill>
                  <a:srgbClr val="46424D"/>
                </a:solidFill>
                <a:latin typeface="Arial MT"/>
                <a:cs typeface="Arial MT"/>
              </a:rPr>
              <a:t> </a:t>
            </a:r>
            <a:r>
              <a:rPr sz="2400" spc="-5" dirty="0">
                <a:solidFill>
                  <a:srgbClr val="46424D"/>
                </a:solidFill>
                <a:latin typeface="Arial MT"/>
                <a:cs typeface="Arial MT"/>
              </a:rPr>
              <a:t>development</a:t>
            </a:r>
            <a:r>
              <a:rPr sz="2400" spc="35" dirty="0">
                <a:solidFill>
                  <a:srgbClr val="46424D"/>
                </a:solidFill>
                <a:latin typeface="Arial MT"/>
                <a:cs typeface="Arial MT"/>
              </a:rPr>
              <a:t> </a:t>
            </a:r>
            <a:r>
              <a:rPr sz="2400" spc="-5" dirty="0">
                <a:solidFill>
                  <a:srgbClr val="46424D"/>
                </a:solidFill>
                <a:latin typeface="Arial MT"/>
                <a:cs typeface="Arial MT"/>
              </a:rPr>
              <a:t>techniques</a:t>
            </a:r>
            <a:endParaRPr sz="2400">
              <a:latin typeface="Arial MT"/>
              <a:cs typeface="Arial MT"/>
            </a:endParaRPr>
          </a:p>
          <a:p>
            <a:pPr marL="355600" indent="-342900">
              <a:lnSpc>
                <a:spcPct val="100000"/>
              </a:lnSpc>
              <a:spcBef>
                <a:spcPts val="1200"/>
              </a:spcBef>
              <a:buFont typeface="Wingdings"/>
              <a:buChar char=""/>
              <a:tabLst>
                <a:tab pos="355600" algn="l"/>
              </a:tabLst>
            </a:pPr>
            <a:r>
              <a:rPr sz="2400" spc="-5" dirty="0">
                <a:solidFill>
                  <a:srgbClr val="46424D"/>
                </a:solidFill>
                <a:latin typeface="Arial MT"/>
                <a:cs typeface="Arial MT"/>
              </a:rPr>
              <a:t>Agile </a:t>
            </a:r>
            <a:r>
              <a:rPr sz="2400" dirty="0">
                <a:solidFill>
                  <a:srgbClr val="46424D"/>
                </a:solidFill>
                <a:latin typeface="Arial MT"/>
                <a:cs typeface="Arial MT"/>
              </a:rPr>
              <a:t>project</a:t>
            </a:r>
            <a:r>
              <a:rPr sz="2400" spc="-15" dirty="0">
                <a:solidFill>
                  <a:srgbClr val="46424D"/>
                </a:solidFill>
                <a:latin typeface="Arial MT"/>
                <a:cs typeface="Arial MT"/>
              </a:rPr>
              <a:t> </a:t>
            </a:r>
            <a:r>
              <a:rPr sz="2400" dirty="0">
                <a:solidFill>
                  <a:srgbClr val="46424D"/>
                </a:solidFill>
                <a:latin typeface="Arial MT"/>
                <a:cs typeface="Arial MT"/>
              </a:rPr>
              <a:t>management</a:t>
            </a:r>
            <a:endParaRPr sz="2400">
              <a:latin typeface="Arial MT"/>
              <a:cs typeface="Arial MT"/>
            </a:endParaRPr>
          </a:p>
          <a:p>
            <a:pPr marL="355600" indent="-342900">
              <a:lnSpc>
                <a:spcPct val="100000"/>
              </a:lnSpc>
              <a:spcBef>
                <a:spcPts val="1200"/>
              </a:spcBef>
              <a:buFont typeface="Wingdings"/>
              <a:buChar char=""/>
              <a:tabLst>
                <a:tab pos="355600" algn="l"/>
              </a:tabLst>
            </a:pPr>
            <a:r>
              <a:rPr sz="2400" spc="-5" dirty="0">
                <a:solidFill>
                  <a:srgbClr val="46424D"/>
                </a:solidFill>
                <a:latin typeface="Arial MT"/>
                <a:cs typeface="Arial MT"/>
              </a:rPr>
              <a:t>Scaling</a:t>
            </a:r>
            <a:r>
              <a:rPr sz="2400" spc="15" dirty="0">
                <a:solidFill>
                  <a:srgbClr val="46424D"/>
                </a:solidFill>
                <a:latin typeface="Arial MT"/>
                <a:cs typeface="Arial MT"/>
              </a:rPr>
              <a:t> </a:t>
            </a:r>
            <a:r>
              <a:rPr sz="2400" spc="-5" dirty="0">
                <a:solidFill>
                  <a:srgbClr val="46424D"/>
                </a:solidFill>
                <a:latin typeface="Arial MT"/>
                <a:cs typeface="Arial MT"/>
              </a:rPr>
              <a:t>agile</a:t>
            </a:r>
            <a:r>
              <a:rPr sz="2400" spc="25" dirty="0">
                <a:solidFill>
                  <a:srgbClr val="46424D"/>
                </a:solidFill>
                <a:latin typeface="Arial MT"/>
                <a:cs typeface="Arial MT"/>
              </a:rPr>
              <a:t> </a:t>
            </a:r>
            <a:r>
              <a:rPr sz="2400" spc="-5" dirty="0">
                <a:solidFill>
                  <a:srgbClr val="46424D"/>
                </a:solidFill>
                <a:latin typeface="Arial MT"/>
                <a:cs typeface="Arial MT"/>
              </a:rPr>
              <a:t>methods</a:t>
            </a:r>
            <a:endParaRPr sz="2400">
              <a:latin typeface="Arial MT"/>
              <a:cs typeface="Arial MT"/>
            </a:endParaRPr>
          </a:p>
        </p:txBody>
      </p:sp>
      <p:sp>
        <p:nvSpPr>
          <p:cNvPr id="3" name="object 3"/>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a:t>
            </a:fld>
            <a:endParaRP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267609200"/>
              </p:ext>
            </p:extLst>
          </p:nvPr>
        </p:nvGraphicFramePr>
        <p:xfrm>
          <a:off x="457201" y="-3"/>
          <a:ext cx="8458200" cy="7007132"/>
        </p:xfrm>
        <a:graphic>
          <a:graphicData uri="http://schemas.openxmlformats.org/drawingml/2006/table">
            <a:tbl>
              <a:tblPr/>
              <a:tblGrid>
                <a:gridCol w="2819400"/>
                <a:gridCol w="2819400"/>
                <a:gridCol w="2819400"/>
              </a:tblGrid>
              <a:tr h="268754">
                <a:tc>
                  <a:txBody>
                    <a:bodyPr/>
                    <a:lstStyle/>
                    <a:p>
                      <a:r>
                        <a:rPr lang="en-GB" sz="1600" b="1" dirty="0"/>
                        <a:t>Aspect</a:t>
                      </a:r>
                      <a:endParaRPr lang="en-GB" sz="1600" dirty="0"/>
                    </a:p>
                  </a:txBody>
                  <a:tcPr marL="18764" marR="18764" marT="9382" marB="9382" anchor="ctr">
                    <a:lnL>
                      <a:noFill/>
                    </a:lnL>
                    <a:lnR>
                      <a:noFill/>
                    </a:lnR>
                    <a:lnT>
                      <a:noFill/>
                    </a:lnT>
                    <a:lnB>
                      <a:noFill/>
                    </a:lnB>
                  </a:tcPr>
                </a:tc>
                <a:tc>
                  <a:txBody>
                    <a:bodyPr/>
                    <a:lstStyle/>
                    <a:p>
                      <a:r>
                        <a:rPr lang="en-GB" sz="1600" b="1"/>
                        <a:t>Plan-Driven Approach</a:t>
                      </a:r>
                      <a:endParaRPr lang="en-GB" sz="1600"/>
                    </a:p>
                  </a:txBody>
                  <a:tcPr marL="18764" marR="18764" marT="9382" marB="9382" anchor="ctr">
                    <a:lnL>
                      <a:noFill/>
                    </a:lnL>
                    <a:lnR>
                      <a:noFill/>
                    </a:lnR>
                    <a:lnT>
                      <a:noFill/>
                    </a:lnT>
                    <a:lnB>
                      <a:noFill/>
                    </a:lnB>
                  </a:tcPr>
                </a:tc>
                <a:tc>
                  <a:txBody>
                    <a:bodyPr/>
                    <a:lstStyle/>
                    <a:p>
                      <a:r>
                        <a:rPr lang="en-GB" sz="1600" b="1"/>
                        <a:t>Agile Approach</a:t>
                      </a:r>
                      <a:endParaRPr lang="en-GB" sz="1600"/>
                    </a:p>
                  </a:txBody>
                  <a:tcPr marL="18764" marR="18764" marT="9382" marB="9382" anchor="ctr">
                    <a:lnL>
                      <a:noFill/>
                    </a:lnL>
                    <a:lnR>
                      <a:noFill/>
                    </a:lnR>
                    <a:lnT>
                      <a:noFill/>
                    </a:lnT>
                    <a:lnB>
                      <a:noFill/>
                    </a:lnB>
                  </a:tcPr>
                </a:tc>
              </a:tr>
              <a:tr h="474254">
                <a:tc>
                  <a:txBody>
                    <a:bodyPr/>
                    <a:lstStyle/>
                    <a:p>
                      <a:r>
                        <a:rPr lang="en-GB" sz="1600" b="1" dirty="0"/>
                        <a:t>Development Philosophy</a:t>
                      </a:r>
                      <a:endParaRPr lang="en-GB" sz="1600" dirty="0"/>
                    </a:p>
                  </a:txBody>
                  <a:tcPr marL="18764" marR="18764" marT="9382" marB="9382" anchor="ctr">
                    <a:lnL>
                      <a:noFill/>
                    </a:lnL>
                    <a:lnR>
                      <a:noFill/>
                    </a:lnR>
                    <a:lnT>
                      <a:noFill/>
                    </a:lnT>
                    <a:lnB>
                      <a:noFill/>
                    </a:lnB>
                  </a:tcPr>
                </a:tc>
                <a:tc>
                  <a:txBody>
                    <a:bodyPr/>
                    <a:lstStyle/>
                    <a:p>
                      <a:r>
                        <a:rPr lang="en-GB" sz="1600"/>
                        <a:t>Predictive, plan-centric development</a:t>
                      </a:r>
                    </a:p>
                  </a:txBody>
                  <a:tcPr marL="18764" marR="18764" marT="9382" marB="9382" anchor="ctr">
                    <a:lnL>
                      <a:noFill/>
                    </a:lnL>
                    <a:lnR>
                      <a:noFill/>
                    </a:lnR>
                    <a:lnT>
                      <a:noFill/>
                    </a:lnT>
                    <a:lnB>
                      <a:noFill/>
                    </a:lnB>
                  </a:tcPr>
                </a:tc>
                <a:tc>
                  <a:txBody>
                    <a:bodyPr/>
                    <a:lstStyle/>
                    <a:p>
                      <a:r>
                        <a:rPr lang="en-GB" sz="1600"/>
                        <a:t>Adaptive, change-centric development</a:t>
                      </a:r>
                    </a:p>
                  </a:txBody>
                  <a:tcPr marL="18764" marR="18764" marT="9382" marB="9382" anchor="ctr">
                    <a:lnL>
                      <a:noFill/>
                    </a:lnL>
                    <a:lnR>
                      <a:noFill/>
                    </a:lnR>
                    <a:lnT>
                      <a:noFill/>
                    </a:lnT>
                    <a:lnB>
                      <a:noFill/>
                    </a:lnB>
                  </a:tcPr>
                </a:tc>
              </a:tr>
              <a:tr h="474254">
                <a:tc>
                  <a:txBody>
                    <a:bodyPr/>
                    <a:lstStyle/>
                    <a:p>
                      <a:r>
                        <a:rPr lang="en-GB" sz="1600" b="1" dirty="0"/>
                        <a:t>Requirements</a:t>
                      </a:r>
                      <a:endParaRPr lang="en-GB" sz="1600" dirty="0"/>
                    </a:p>
                  </a:txBody>
                  <a:tcPr marL="18764" marR="18764" marT="9382" marB="9382" anchor="ctr">
                    <a:lnL>
                      <a:noFill/>
                    </a:lnL>
                    <a:lnR>
                      <a:noFill/>
                    </a:lnR>
                    <a:lnT>
                      <a:noFill/>
                    </a:lnT>
                    <a:lnB>
                      <a:noFill/>
                    </a:lnB>
                  </a:tcPr>
                </a:tc>
                <a:tc>
                  <a:txBody>
                    <a:bodyPr/>
                    <a:lstStyle/>
                    <a:p>
                      <a:r>
                        <a:rPr lang="en-US" sz="1600" dirty="0"/>
                        <a:t>Fully defined and frozen early in the project</a:t>
                      </a:r>
                    </a:p>
                  </a:txBody>
                  <a:tcPr marL="18764" marR="18764" marT="9382" marB="9382" anchor="ctr">
                    <a:lnL>
                      <a:noFill/>
                    </a:lnL>
                    <a:lnR>
                      <a:noFill/>
                    </a:lnR>
                    <a:lnT>
                      <a:noFill/>
                    </a:lnT>
                    <a:lnB>
                      <a:noFill/>
                    </a:lnB>
                  </a:tcPr>
                </a:tc>
                <a:tc>
                  <a:txBody>
                    <a:bodyPr/>
                    <a:lstStyle/>
                    <a:p>
                      <a:r>
                        <a:rPr lang="en-US" sz="1600"/>
                        <a:t>Evolve continuously throughout the project</a:t>
                      </a:r>
                    </a:p>
                  </a:txBody>
                  <a:tcPr marL="18764" marR="18764" marT="9382" marB="9382" anchor="ctr">
                    <a:lnL>
                      <a:noFill/>
                    </a:lnL>
                    <a:lnR>
                      <a:noFill/>
                    </a:lnR>
                    <a:lnT>
                      <a:noFill/>
                    </a:lnT>
                    <a:lnB>
                      <a:noFill/>
                    </a:lnB>
                  </a:tcPr>
                </a:tc>
              </a:tr>
              <a:tr h="474254">
                <a:tc>
                  <a:txBody>
                    <a:bodyPr/>
                    <a:lstStyle/>
                    <a:p>
                      <a:r>
                        <a:rPr lang="en-GB" sz="1600" b="1" dirty="0"/>
                        <a:t>Change Handling</a:t>
                      </a:r>
                      <a:endParaRPr lang="en-GB" sz="1600" dirty="0"/>
                    </a:p>
                  </a:txBody>
                  <a:tcPr marL="18764" marR="18764" marT="9382" marB="9382" anchor="ctr">
                    <a:lnL>
                      <a:noFill/>
                    </a:lnL>
                    <a:lnR>
                      <a:noFill/>
                    </a:lnR>
                    <a:lnT>
                      <a:noFill/>
                    </a:lnT>
                    <a:lnB>
                      <a:noFill/>
                    </a:lnB>
                  </a:tcPr>
                </a:tc>
                <a:tc>
                  <a:txBody>
                    <a:bodyPr/>
                    <a:lstStyle/>
                    <a:p>
                      <a:r>
                        <a:rPr lang="en-US" sz="1600"/>
                        <a:t>Changes are costly and formally controlled</a:t>
                      </a:r>
                    </a:p>
                  </a:txBody>
                  <a:tcPr marL="18764" marR="18764" marT="9382" marB="9382" anchor="ctr">
                    <a:lnL>
                      <a:noFill/>
                    </a:lnL>
                    <a:lnR>
                      <a:noFill/>
                    </a:lnR>
                    <a:lnT>
                      <a:noFill/>
                    </a:lnT>
                    <a:lnB>
                      <a:noFill/>
                    </a:lnB>
                  </a:tcPr>
                </a:tc>
                <a:tc>
                  <a:txBody>
                    <a:bodyPr/>
                    <a:lstStyle/>
                    <a:p>
                      <a:r>
                        <a:rPr lang="en-US" sz="1600"/>
                        <a:t>Changes are welcomed, even late in development</a:t>
                      </a:r>
                    </a:p>
                  </a:txBody>
                  <a:tcPr marL="18764" marR="18764" marT="9382" marB="9382" anchor="ctr">
                    <a:lnL>
                      <a:noFill/>
                    </a:lnL>
                    <a:lnR>
                      <a:noFill/>
                    </a:lnR>
                    <a:lnT>
                      <a:noFill/>
                    </a:lnT>
                    <a:lnB>
                      <a:noFill/>
                    </a:lnB>
                  </a:tcPr>
                </a:tc>
              </a:tr>
              <a:tr h="474254">
                <a:tc>
                  <a:txBody>
                    <a:bodyPr/>
                    <a:lstStyle/>
                    <a:p>
                      <a:r>
                        <a:rPr lang="en-GB" sz="1600" b="1"/>
                        <a:t>Process Structure</a:t>
                      </a:r>
                      <a:endParaRPr lang="en-GB" sz="1600"/>
                    </a:p>
                  </a:txBody>
                  <a:tcPr marL="18764" marR="18764" marT="9382" marB="9382" anchor="ctr">
                    <a:lnL>
                      <a:noFill/>
                    </a:lnL>
                    <a:lnR>
                      <a:noFill/>
                    </a:lnR>
                    <a:lnT>
                      <a:noFill/>
                    </a:lnT>
                    <a:lnB>
                      <a:noFill/>
                    </a:lnB>
                  </a:tcPr>
                </a:tc>
                <a:tc>
                  <a:txBody>
                    <a:bodyPr/>
                    <a:lstStyle/>
                    <a:p>
                      <a:r>
                        <a:rPr lang="en-GB" sz="1600"/>
                        <a:t>Sequential and highly structured</a:t>
                      </a:r>
                    </a:p>
                  </a:txBody>
                  <a:tcPr marL="18764" marR="18764" marT="9382" marB="9382" anchor="ctr">
                    <a:lnL>
                      <a:noFill/>
                    </a:lnL>
                    <a:lnR>
                      <a:noFill/>
                    </a:lnR>
                    <a:lnT>
                      <a:noFill/>
                    </a:lnT>
                    <a:lnB>
                      <a:noFill/>
                    </a:lnB>
                  </a:tcPr>
                </a:tc>
                <a:tc>
                  <a:txBody>
                    <a:bodyPr/>
                    <a:lstStyle/>
                    <a:p>
                      <a:r>
                        <a:rPr lang="en-GB" sz="1600"/>
                        <a:t>Iterative and incremental</a:t>
                      </a:r>
                    </a:p>
                  </a:txBody>
                  <a:tcPr marL="18764" marR="18764" marT="9382" marB="9382" anchor="ctr">
                    <a:lnL>
                      <a:noFill/>
                    </a:lnL>
                    <a:lnR>
                      <a:noFill/>
                    </a:lnR>
                    <a:lnT>
                      <a:noFill/>
                    </a:lnT>
                    <a:lnB>
                      <a:noFill/>
                    </a:lnB>
                  </a:tcPr>
                </a:tc>
              </a:tr>
              <a:tr h="679754">
                <a:tc>
                  <a:txBody>
                    <a:bodyPr/>
                    <a:lstStyle/>
                    <a:p>
                      <a:r>
                        <a:rPr lang="en-GB" sz="1600" b="1"/>
                        <a:t>Documentation</a:t>
                      </a:r>
                      <a:endParaRPr lang="en-GB" sz="1600"/>
                    </a:p>
                  </a:txBody>
                  <a:tcPr marL="18764" marR="18764" marT="9382" marB="9382" anchor="ctr">
                    <a:lnL>
                      <a:noFill/>
                    </a:lnL>
                    <a:lnR>
                      <a:noFill/>
                    </a:lnR>
                    <a:lnT>
                      <a:noFill/>
                    </a:lnT>
                    <a:lnB>
                      <a:noFill/>
                    </a:lnB>
                  </a:tcPr>
                </a:tc>
                <a:tc>
                  <a:txBody>
                    <a:bodyPr/>
                    <a:lstStyle/>
                    <a:p>
                      <a:r>
                        <a:rPr lang="en-GB" sz="1600"/>
                        <a:t>Extensive and comprehensive documentation</a:t>
                      </a:r>
                    </a:p>
                  </a:txBody>
                  <a:tcPr marL="18764" marR="18764" marT="9382" marB="9382" anchor="ctr">
                    <a:lnL>
                      <a:noFill/>
                    </a:lnL>
                    <a:lnR>
                      <a:noFill/>
                    </a:lnR>
                    <a:lnT>
                      <a:noFill/>
                    </a:lnT>
                    <a:lnB>
                      <a:noFill/>
                    </a:lnB>
                  </a:tcPr>
                </a:tc>
                <a:tc>
                  <a:txBody>
                    <a:bodyPr/>
                    <a:lstStyle/>
                    <a:p>
                      <a:r>
                        <a:rPr lang="en-GB" sz="1600"/>
                        <a:t>Lightweight, just-enough documentation</a:t>
                      </a:r>
                    </a:p>
                  </a:txBody>
                  <a:tcPr marL="18764" marR="18764" marT="9382" marB="9382" anchor="ctr">
                    <a:lnL>
                      <a:noFill/>
                    </a:lnL>
                    <a:lnR>
                      <a:noFill/>
                    </a:lnR>
                    <a:lnT>
                      <a:noFill/>
                    </a:lnT>
                    <a:lnB>
                      <a:noFill/>
                    </a:lnB>
                  </a:tcPr>
                </a:tc>
              </a:tr>
              <a:tr h="679754">
                <a:tc>
                  <a:txBody>
                    <a:bodyPr/>
                    <a:lstStyle/>
                    <a:p>
                      <a:r>
                        <a:rPr lang="en-GB" sz="1600" b="1"/>
                        <a:t>Customer Involvement</a:t>
                      </a:r>
                      <a:endParaRPr lang="en-GB" sz="1600"/>
                    </a:p>
                  </a:txBody>
                  <a:tcPr marL="18764" marR="18764" marT="9382" marB="9382" anchor="ctr">
                    <a:lnL>
                      <a:noFill/>
                    </a:lnL>
                    <a:lnR>
                      <a:noFill/>
                    </a:lnR>
                    <a:lnT>
                      <a:noFill/>
                    </a:lnT>
                    <a:lnB>
                      <a:noFill/>
                    </a:lnB>
                  </a:tcPr>
                </a:tc>
                <a:tc>
                  <a:txBody>
                    <a:bodyPr/>
                    <a:lstStyle/>
                    <a:p>
                      <a:r>
                        <a:rPr lang="en-US" sz="1600"/>
                        <a:t>Limited, mainly at requirement and acceptance stages</a:t>
                      </a:r>
                    </a:p>
                  </a:txBody>
                  <a:tcPr marL="18764" marR="18764" marT="9382" marB="9382" anchor="ctr">
                    <a:lnL>
                      <a:noFill/>
                    </a:lnL>
                    <a:lnR>
                      <a:noFill/>
                    </a:lnR>
                    <a:lnT>
                      <a:noFill/>
                    </a:lnT>
                    <a:lnB>
                      <a:noFill/>
                    </a:lnB>
                  </a:tcPr>
                </a:tc>
                <a:tc>
                  <a:txBody>
                    <a:bodyPr/>
                    <a:lstStyle/>
                    <a:p>
                      <a:r>
                        <a:rPr lang="en-GB" sz="1600"/>
                        <a:t>Continuous and active collaboration</a:t>
                      </a:r>
                    </a:p>
                  </a:txBody>
                  <a:tcPr marL="18764" marR="18764" marT="9382" marB="9382" anchor="ctr">
                    <a:lnL>
                      <a:noFill/>
                    </a:lnL>
                    <a:lnR>
                      <a:noFill/>
                    </a:lnR>
                    <a:lnT>
                      <a:noFill/>
                    </a:lnT>
                    <a:lnB>
                      <a:noFill/>
                    </a:lnB>
                  </a:tcPr>
                </a:tc>
              </a:tr>
              <a:tr h="474254">
                <a:tc>
                  <a:txBody>
                    <a:bodyPr/>
                    <a:lstStyle/>
                    <a:p>
                      <a:r>
                        <a:rPr lang="en-GB" sz="1600" b="1"/>
                        <a:t>Delivery Style</a:t>
                      </a:r>
                      <a:endParaRPr lang="en-GB" sz="1600"/>
                    </a:p>
                  </a:txBody>
                  <a:tcPr marL="18764" marR="18764" marT="9382" marB="9382" anchor="ctr">
                    <a:lnL>
                      <a:noFill/>
                    </a:lnL>
                    <a:lnR>
                      <a:noFill/>
                    </a:lnR>
                    <a:lnT>
                      <a:noFill/>
                    </a:lnT>
                    <a:lnB>
                      <a:noFill/>
                    </a:lnB>
                  </a:tcPr>
                </a:tc>
                <a:tc>
                  <a:txBody>
                    <a:bodyPr/>
                    <a:lstStyle/>
                    <a:p>
                      <a:r>
                        <a:rPr lang="en-US" sz="1600"/>
                        <a:t>Single or few major releases</a:t>
                      </a:r>
                    </a:p>
                  </a:txBody>
                  <a:tcPr marL="18764" marR="18764" marT="9382" marB="9382" anchor="ctr">
                    <a:lnL>
                      <a:noFill/>
                    </a:lnL>
                    <a:lnR>
                      <a:noFill/>
                    </a:lnR>
                    <a:lnT>
                      <a:noFill/>
                    </a:lnT>
                    <a:lnB>
                      <a:noFill/>
                    </a:lnB>
                  </a:tcPr>
                </a:tc>
                <a:tc>
                  <a:txBody>
                    <a:bodyPr/>
                    <a:lstStyle/>
                    <a:p>
                      <a:r>
                        <a:rPr lang="en-GB" sz="1600"/>
                        <a:t>Frequent, small, working increments</a:t>
                      </a:r>
                    </a:p>
                  </a:txBody>
                  <a:tcPr marL="18764" marR="18764" marT="9382" marB="9382" anchor="ctr">
                    <a:lnL>
                      <a:noFill/>
                    </a:lnL>
                    <a:lnR>
                      <a:noFill/>
                    </a:lnR>
                    <a:lnT>
                      <a:noFill/>
                    </a:lnT>
                    <a:lnB>
                      <a:noFill/>
                    </a:lnB>
                  </a:tcPr>
                </a:tc>
              </a:tr>
              <a:tr h="679754">
                <a:tc>
                  <a:txBody>
                    <a:bodyPr/>
                    <a:lstStyle/>
                    <a:p>
                      <a:r>
                        <a:rPr lang="en-GB" sz="1600" b="1"/>
                        <a:t>Risk Management</a:t>
                      </a:r>
                      <a:endParaRPr lang="en-GB" sz="1600"/>
                    </a:p>
                  </a:txBody>
                  <a:tcPr marL="18764" marR="18764" marT="9382" marB="9382" anchor="ctr">
                    <a:lnL>
                      <a:noFill/>
                    </a:lnL>
                    <a:lnR>
                      <a:noFill/>
                    </a:lnR>
                    <a:lnT>
                      <a:noFill/>
                    </a:lnT>
                    <a:lnB>
                      <a:noFill/>
                    </a:lnB>
                  </a:tcPr>
                </a:tc>
                <a:tc>
                  <a:txBody>
                    <a:bodyPr/>
                    <a:lstStyle/>
                    <a:p>
                      <a:r>
                        <a:rPr lang="en-US" sz="1600"/>
                        <a:t>Risks addressed early through detailed planning</a:t>
                      </a:r>
                    </a:p>
                  </a:txBody>
                  <a:tcPr marL="18764" marR="18764" marT="9382" marB="9382" anchor="ctr">
                    <a:lnL>
                      <a:noFill/>
                    </a:lnL>
                    <a:lnR>
                      <a:noFill/>
                    </a:lnR>
                    <a:lnT>
                      <a:noFill/>
                    </a:lnT>
                    <a:lnB>
                      <a:noFill/>
                    </a:lnB>
                  </a:tcPr>
                </a:tc>
                <a:tc>
                  <a:txBody>
                    <a:bodyPr/>
                    <a:lstStyle/>
                    <a:p>
                      <a:r>
                        <a:rPr lang="en-US" sz="1600"/>
                        <a:t>Risks reduced through early and continuous delivery</a:t>
                      </a:r>
                    </a:p>
                  </a:txBody>
                  <a:tcPr marL="18764" marR="18764" marT="9382" marB="9382" anchor="ctr">
                    <a:lnL>
                      <a:noFill/>
                    </a:lnL>
                    <a:lnR>
                      <a:noFill/>
                    </a:lnR>
                    <a:lnT>
                      <a:noFill/>
                    </a:lnT>
                    <a:lnB>
                      <a:noFill/>
                    </a:lnB>
                  </a:tcPr>
                </a:tc>
              </a:tr>
              <a:tr h="474254">
                <a:tc>
                  <a:txBody>
                    <a:bodyPr/>
                    <a:lstStyle/>
                    <a:p>
                      <a:r>
                        <a:rPr lang="en-GB" sz="1600" b="1"/>
                        <a:t>Testing</a:t>
                      </a:r>
                      <a:endParaRPr lang="en-GB" sz="1600"/>
                    </a:p>
                  </a:txBody>
                  <a:tcPr marL="18764" marR="18764" marT="9382" marB="9382" anchor="ctr">
                    <a:lnL>
                      <a:noFill/>
                    </a:lnL>
                    <a:lnR>
                      <a:noFill/>
                    </a:lnR>
                    <a:lnT>
                      <a:noFill/>
                    </a:lnT>
                    <a:lnB>
                      <a:noFill/>
                    </a:lnB>
                  </a:tcPr>
                </a:tc>
                <a:tc>
                  <a:txBody>
                    <a:bodyPr/>
                    <a:lstStyle/>
                    <a:p>
                      <a:r>
                        <a:rPr lang="en-GB" sz="1600"/>
                        <a:t>Performed after implementation phase</a:t>
                      </a:r>
                    </a:p>
                  </a:txBody>
                  <a:tcPr marL="18764" marR="18764" marT="9382" marB="9382" anchor="ctr">
                    <a:lnL>
                      <a:noFill/>
                    </a:lnL>
                    <a:lnR>
                      <a:noFill/>
                    </a:lnR>
                    <a:lnT>
                      <a:noFill/>
                    </a:lnT>
                    <a:lnB>
                      <a:noFill/>
                    </a:lnB>
                  </a:tcPr>
                </a:tc>
                <a:tc>
                  <a:txBody>
                    <a:bodyPr/>
                    <a:lstStyle/>
                    <a:p>
                      <a:r>
                        <a:rPr lang="en-GB" sz="1600"/>
                        <a:t>Integrated continuously with development</a:t>
                      </a:r>
                    </a:p>
                  </a:txBody>
                  <a:tcPr marL="18764" marR="18764" marT="9382" marB="9382" anchor="ctr">
                    <a:lnL>
                      <a:noFill/>
                    </a:lnL>
                    <a:lnR>
                      <a:noFill/>
                    </a:lnR>
                    <a:lnT>
                      <a:noFill/>
                    </a:lnT>
                    <a:lnB>
                      <a:noFill/>
                    </a:lnB>
                  </a:tcPr>
                </a:tc>
              </a:tr>
              <a:tr h="474254">
                <a:tc>
                  <a:txBody>
                    <a:bodyPr/>
                    <a:lstStyle/>
                    <a:p>
                      <a:r>
                        <a:rPr lang="en-GB" sz="1600" b="1"/>
                        <a:t>Team Structure</a:t>
                      </a:r>
                      <a:endParaRPr lang="en-GB" sz="1600"/>
                    </a:p>
                  </a:txBody>
                  <a:tcPr marL="18764" marR="18764" marT="9382" marB="9382" anchor="ctr">
                    <a:lnL>
                      <a:noFill/>
                    </a:lnL>
                    <a:lnR>
                      <a:noFill/>
                    </a:lnR>
                    <a:lnT>
                      <a:noFill/>
                    </a:lnT>
                    <a:lnB>
                      <a:noFill/>
                    </a:lnB>
                  </a:tcPr>
                </a:tc>
                <a:tc>
                  <a:txBody>
                    <a:bodyPr/>
                    <a:lstStyle/>
                    <a:p>
                      <a:r>
                        <a:rPr lang="en-GB" sz="1600"/>
                        <a:t>Hierarchical, role-specialized teams</a:t>
                      </a:r>
                    </a:p>
                  </a:txBody>
                  <a:tcPr marL="18764" marR="18764" marT="9382" marB="9382" anchor="ctr">
                    <a:lnL>
                      <a:noFill/>
                    </a:lnL>
                    <a:lnR>
                      <a:noFill/>
                    </a:lnR>
                    <a:lnT>
                      <a:noFill/>
                    </a:lnT>
                    <a:lnB>
                      <a:noFill/>
                    </a:lnB>
                  </a:tcPr>
                </a:tc>
                <a:tc>
                  <a:txBody>
                    <a:bodyPr/>
                    <a:lstStyle/>
                    <a:p>
                      <a:r>
                        <a:rPr lang="en-GB" sz="1600"/>
                        <a:t>Self-organizing, cross-functional teams</a:t>
                      </a:r>
                    </a:p>
                  </a:txBody>
                  <a:tcPr marL="18764" marR="18764" marT="9382" marB="9382" anchor="ctr">
                    <a:lnL>
                      <a:noFill/>
                    </a:lnL>
                    <a:lnR>
                      <a:noFill/>
                    </a:lnR>
                    <a:lnT>
                      <a:noFill/>
                    </a:lnT>
                    <a:lnB>
                      <a:noFill/>
                    </a:lnB>
                  </a:tcPr>
                </a:tc>
              </a:tr>
              <a:tr h="474254">
                <a:tc>
                  <a:txBody>
                    <a:bodyPr/>
                    <a:lstStyle/>
                    <a:p>
                      <a:r>
                        <a:rPr lang="en-GB" sz="1600" b="1"/>
                        <a:t>Project Control</a:t>
                      </a:r>
                      <a:endParaRPr lang="en-GB" sz="1600"/>
                    </a:p>
                  </a:txBody>
                  <a:tcPr marL="18764" marR="18764" marT="9382" marB="9382" anchor="ctr">
                    <a:lnL>
                      <a:noFill/>
                    </a:lnL>
                    <a:lnR>
                      <a:noFill/>
                    </a:lnR>
                    <a:lnT>
                      <a:noFill/>
                    </a:lnT>
                    <a:lnB>
                      <a:noFill/>
                    </a:lnB>
                  </a:tcPr>
                </a:tc>
                <a:tc>
                  <a:txBody>
                    <a:bodyPr/>
                    <a:lstStyle/>
                    <a:p>
                      <a:r>
                        <a:rPr lang="en-GB" sz="1600"/>
                        <a:t>Milestone- and plan-based tracking</a:t>
                      </a:r>
                    </a:p>
                  </a:txBody>
                  <a:tcPr marL="18764" marR="18764" marT="9382" marB="9382" anchor="ctr">
                    <a:lnL>
                      <a:noFill/>
                    </a:lnL>
                    <a:lnR>
                      <a:noFill/>
                    </a:lnR>
                    <a:lnT>
                      <a:noFill/>
                    </a:lnT>
                    <a:lnB>
                      <a:noFill/>
                    </a:lnB>
                  </a:tcPr>
                </a:tc>
                <a:tc>
                  <a:txBody>
                    <a:bodyPr/>
                    <a:lstStyle/>
                    <a:p>
                      <a:r>
                        <a:rPr lang="en-US" sz="1600"/>
                        <a:t>Time-boxed iterations (sprints) and reviews</a:t>
                      </a:r>
                    </a:p>
                  </a:txBody>
                  <a:tcPr marL="18764" marR="18764" marT="9382" marB="9382" anchor="ctr">
                    <a:lnL>
                      <a:noFill/>
                    </a:lnL>
                    <a:lnR>
                      <a:noFill/>
                    </a:lnR>
                    <a:lnT>
                      <a:noFill/>
                    </a:lnT>
                    <a:lnB>
                      <a:noFill/>
                    </a:lnB>
                  </a:tcPr>
                </a:tc>
              </a:tr>
              <a:tr h="679754">
                <a:tc>
                  <a:txBody>
                    <a:bodyPr/>
                    <a:lstStyle/>
                    <a:p>
                      <a:r>
                        <a:rPr lang="en-GB" sz="1600" b="1"/>
                        <a:t>Suitability</a:t>
                      </a:r>
                      <a:endParaRPr lang="en-GB" sz="1600"/>
                    </a:p>
                  </a:txBody>
                  <a:tcPr marL="18764" marR="18764" marT="9382" marB="9382" anchor="ctr">
                    <a:lnL>
                      <a:noFill/>
                    </a:lnL>
                    <a:lnR>
                      <a:noFill/>
                    </a:lnR>
                    <a:lnT>
                      <a:noFill/>
                    </a:lnT>
                    <a:lnB>
                      <a:noFill/>
                    </a:lnB>
                  </a:tcPr>
                </a:tc>
                <a:tc>
                  <a:txBody>
                    <a:bodyPr/>
                    <a:lstStyle/>
                    <a:p>
                      <a:r>
                        <a:rPr lang="en-US" sz="1600"/>
                        <a:t>Stable, well-understood, large-scale or safety-critical systems</a:t>
                      </a:r>
                    </a:p>
                  </a:txBody>
                  <a:tcPr marL="18764" marR="18764" marT="9382" marB="9382" anchor="ctr">
                    <a:lnL>
                      <a:noFill/>
                    </a:lnL>
                    <a:lnR>
                      <a:noFill/>
                    </a:lnR>
                    <a:lnT>
                      <a:noFill/>
                    </a:lnT>
                    <a:lnB>
                      <a:noFill/>
                    </a:lnB>
                  </a:tcPr>
                </a:tc>
                <a:tc>
                  <a:txBody>
                    <a:bodyPr/>
                    <a:lstStyle/>
                    <a:p>
                      <a:r>
                        <a:rPr lang="en-US" sz="1600" dirty="0"/>
                        <a:t>Dynamic, uncertain, rapidly changing environments</a:t>
                      </a:r>
                    </a:p>
                  </a:txBody>
                  <a:tcPr marL="18764" marR="18764" marT="9382" marB="9382" anchor="ctr">
                    <a:lnL>
                      <a:noFill/>
                    </a:lnL>
                    <a:lnR>
                      <a:noFill/>
                    </a:lnR>
                    <a:lnT>
                      <a:noFill/>
                    </a:lnT>
                    <a:lnB>
                      <a:noFill/>
                    </a:lnB>
                  </a:tcPr>
                </a:tc>
              </a:tr>
            </a:tbl>
          </a:graphicData>
        </a:graphic>
      </p:graphicFrame>
    </p:spTree>
    <p:extLst>
      <p:ext uri="{BB962C8B-B14F-4D97-AF65-F5344CB8AC3E}">
        <p14:creationId xmlns:p14="http://schemas.microsoft.com/office/powerpoint/2010/main" val="3825957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4173854" cy="391160"/>
          </a:xfrm>
          <a:prstGeom prst="rect">
            <a:avLst/>
          </a:prstGeom>
        </p:spPr>
        <p:txBody>
          <a:bodyPr vert="horz" wrap="square" lIns="0" tIns="12700" rIns="0" bIns="0" rtlCol="0">
            <a:spAutoFit/>
          </a:bodyPr>
          <a:lstStyle/>
          <a:p>
            <a:pPr marL="12700">
              <a:lnSpc>
                <a:spcPct val="100000"/>
              </a:lnSpc>
              <a:spcBef>
                <a:spcPts val="100"/>
              </a:spcBef>
            </a:pPr>
            <a:r>
              <a:rPr spc="-5" dirty="0"/>
              <a:t>Rapid</a:t>
            </a:r>
            <a:r>
              <a:rPr spc="-15" dirty="0"/>
              <a:t> </a:t>
            </a:r>
            <a:r>
              <a:rPr dirty="0"/>
              <a:t>software</a:t>
            </a:r>
            <a:r>
              <a:rPr spc="-30" dirty="0"/>
              <a:t> </a:t>
            </a:r>
            <a:r>
              <a:rPr spc="-5" dirty="0"/>
              <a:t>development</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a:t>
            </a:fld>
            <a:endParaRPr dirty="0"/>
          </a:p>
        </p:txBody>
      </p:sp>
      <p:sp>
        <p:nvSpPr>
          <p:cNvPr id="3" name="object 3"/>
          <p:cNvSpPr txBox="1"/>
          <p:nvPr/>
        </p:nvSpPr>
        <p:spPr>
          <a:xfrm>
            <a:off x="535940" y="1626234"/>
            <a:ext cx="8233409" cy="4263390"/>
          </a:xfrm>
          <a:prstGeom prst="rect">
            <a:avLst/>
          </a:prstGeom>
        </p:spPr>
        <p:txBody>
          <a:bodyPr vert="horz" wrap="square" lIns="0" tIns="12700" rIns="0" bIns="0" rtlCol="0">
            <a:spAutoFit/>
          </a:bodyPr>
          <a:lstStyle/>
          <a:p>
            <a:pPr marL="355600" marR="536575" indent="-342900">
              <a:lnSpc>
                <a:spcPct val="100000"/>
              </a:lnSpc>
              <a:spcBef>
                <a:spcPts val="100"/>
              </a:spcBef>
              <a:buFont typeface="Wingdings"/>
              <a:buChar char=""/>
              <a:tabLst>
                <a:tab pos="355600" algn="l"/>
              </a:tabLst>
            </a:pPr>
            <a:r>
              <a:rPr sz="2400" spc="-5" dirty="0">
                <a:solidFill>
                  <a:srgbClr val="46424D"/>
                </a:solidFill>
                <a:latin typeface="Arial MT"/>
                <a:cs typeface="Arial MT"/>
              </a:rPr>
              <a:t>Rapid</a:t>
            </a:r>
            <a:r>
              <a:rPr sz="2400" spc="25" dirty="0">
                <a:solidFill>
                  <a:srgbClr val="46424D"/>
                </a:solidFill>
                <a:latin typeface="Arial MT"/>
                <a:cs typeface="Arial MT"/>
              </a:rPr>
              <a:t> </a:t>
            </a:r>
            <a:r>
              <a:rPr sz="2400" spc="-5" dirty="0">
                <a:solidFill>
                  <a:srgbClr val="46424D"/>
                </a:solidFill>
                <a:latin typeface="Arial MT"/>
                <a:cs typeface="Arial MT"/>
              </a:rPr>
              <a:t>development</a:t>
            </a:r>
            <a:r>
              <a:rPr sz="2400" spc="35" dirty="0">
                <a:solidFill>
                  <a:srgbClr val="46424D"/>
                </a:solidFill>
                <a:latin typeface="Arial MT"/>
                <a:cs typeface="Arial MT"/>
              </a:rPr>
              <a:t> </a:t>
            </a:r>
            <a:r>
              <a:rPr sz="2400" spc="-5" dirty="0">
                <a:solidFill>
                  <a:srgbClr val="46424D"/>
                </a:solidFill>
                <a:latin typeface="Arial MT"/>
                <a:cs typeface="Arial MT"/>
              </a:rPr>
              <a:t>and</a:t>
            </a:r>
            <a:r>
              <a:rPr sz="2400" spc="15" dirty="0">
                <a:solidFill>
                  <a:srgbClr val="46424D"/>
                </a:solidFill>
                <a:latin typeface="Arial MT"/>
                <a:cs typeface="Arial MT"/>
              </a:rPr>
              <a:t> </a:t>
            </a:r>
            <a:r>
              <a:rPr sz="2400" spc="-5" dirty="0">
                <a:solidFill>
                  <a:srgbClr val="46424D"/>
                </a:solidFill>
                <a:latin typeface="Arial MT"/>
                <a:cs typeface="Arial MT"/>
              </a:rPr>
              <a:t>delivery</a:t>
            </a:r>
            <a:r>
              <a:rPr sz="2400" spc="30" dirty="0">
                <a:solidFill>
                  <a:srgbClr val="46424D"/>
                </a:solidFill>
                <a:latin typeface="Arial MT"/>
                <a:cs typeface="Arial MT"/>
              </a:rPr>
              <a:t> </a:t>
            </a:r>
            <a:r>
              <a:rPr sz="2400" spc="-5" dirty="0">
                <a:solidFill>
                  <a:srgbClr val="46424D"/>
                </a:solidFill>
                <a:latin typeface="Arial MT"/>
                <a:cs typeface="Arial MT"/>
              </a:rPr>
              <a:t>is</a:t>
            </a:r>
            <a:r>
              <a:rPr sz="2400" spc="5" dirty="0">
                <a:solidFill>
                  <a:srgbClr val="46424D"/>
                </a:solidFill>
                <a:latin typeface="Arial MT"/>
                <a:cs typeface="Arial MT"/>
              </a:rPr>
              <a:t> </a:t>
            </a:r>
            <a:r>
              <a:rPr sz="2400" spc="-5" dirty="0">
                <a:solidFill>
                  <a:srgbClr val="46424D"/>
                </a:solidFill>
                <a:latin typeface="Arial MT"/>
                <a:cs typeface="Arial MT"/>
              </a:rPr>
              <a:t>now</a:t>
            </a:r>
            <a:r>
              <a:rPr sz="2400" spc="15" dirty="0">
                <a:solidFill>
                  <a:srgbClr val="46424D"/>
                </a:solidFill>
                <a:latin typeface="Arial MT"/>
                <a:cs typeface="Arial MT"/>
              </a:rPr>
              <a:t> </a:t>
            </a:r>
            <a:r>
              <a:rPr sz="2400" dirty="0">
                <a:solidFill>
                  <a:srgbClr val="46424D"/>
                </a:solidFill>
                <a:latin typeface="Arial MT"/>
                <a:cs typeface="Arial MT"/>
              </a:rPr>
              <a:t>often</a:t>
            </a:r>
            <a:r>
              <a:rPr sz="2400" spc="-5" dirty="0">
                <a:solidFill>
                  <a:srgbClr val="46424D"/>
                </a:solidFill>
                <a:latin typeface="Arial MT"/>
                <a:cs typeface="Arial MT"/>
              </a:rPr>
              <a:t> </a:t>
            </a:r>
            <a:r>
              <a:rPr sz="2400" dirty="0">
                <a:solidFill>
                  <a:srgbClr val="46424D"/>
                </a:solidFill>
                <a:latin typeface="Arial MT"/>
                <a:cs typeface="Arial MT"/>
              </a:rPr>
              <a:t>the</a:t>
            </a:r>
            <a:r>
              <a:rPr sz="2400" spc="5" dirty="0">
                <a:solidFill>
                  <a:srgbClr val="46424D"/>
                </a:solidFill>
                <a:latin typeface="Arial MT"/>
                <a:cs typeface="Arial MT"/>
              </a:rPr>
              <a:t> </a:t>
            </a:r>
            <a:r>
              <a:rPr sz="2400" dirty="0">
                <a:solidFill>
                  <a:srgbClr val="46424D"/>
                </a:solidFill>
                <a:latin typeface="Arial MT"/>
                <a:cs typeface="Arial MT"/>
              </a:rPr>
              <a:t>most </a:t>
            </a:r>
            <a:r>
              <a:rPr sz="2400" spc="-655" dirty="0">
                <a:solidFill>
                  <a:srgbClr val="46424D"/>
                </a:solidFill>
                <a:latin typeface="Arial MT"/>
                <a:cs typeface="Arial MT"/>
              </a:rPr>
              <a:t> </a:t>
            </a:r>
            <a:r>
              <a:rPr sz="2400" spc="-5" dirty="0">
                <a:solidFill>
                  <a:srgbClr val="46424D"/>
                </a:solidFill>
                <a:latin typeface="Arial MT"/>
                <a:cs typeface="Arial MT"/>
              </a:rPr>
              <a:t>important</a:t>
            </a:r>
            <a:r>
              <a:rPr sz="2400" dirty="0">
                <a:solidFill>
                  <a:srgbClr val="46424D"/>
                </a:solidFill>
                <a:latin typeface="Arial MT"/>
                <a:cs typeface="Arial MT"/>
              </a:rPr>
              <a:t> requirement</a:t>
            </a:r>
            <a:r>
              <a:rPr sz="2400" spc="15" dirty="0">
                <a:solidFill>
                  <a:srgbClr val="46424D"/>
                </a:solidFill>
                <a:latin typeface="Arial MT"/>
                <a:cs typeface="Arial MT"/>
              </a:rPr>
              <a:t> </a:t>
            </a:r>
            <a:r>
              <a:rPr sz="2400" dirty="0">
                <a:solidFill>
                  <a:srgbClr val="46424D"/>
                </a:solidFill>
                <a:latin typeface="Arial MT"/>
                <a:cs typeface="Arial MT"/>
              </a:rPr>
              <a:t>for</a:t>
            </a:r>
            <a:r>
              <a:rPr sz="2400" spc="-20" dirty="0">
                <a:solidFill>
                  <a:srgbClr val="46424D"/>
                </a:solidFill>
                <a:latin typeface="Arial MT"/>
                <a:cs typeface="Arial MT"/>
              </a:rPr>
              <a:t> </a:t>
            </a:r>
            <a:r>
              <a:rPr sz="2400" dirty="0">
                <a:solidFill>
                  <a:srgbClr val="46424D"/>
                </a:solidFill>
                <a:latin typeface="Arial MT"/>
                <a:cs typeface="Arial MT"/>
              </a:rPr>
              <a:t>software systems</a:t>
            </a:r>
            <a:endParaRPr sz="2400" dirty="0">
              <a:latin typeface="Arial MT"/>
              <a:cs typeface="Arial MT"/>
            </a:endParaRPr>
          </a:p>
          <a:p>
            <a:pPr marL="756285" marR="669290" lvl="1" indent="-287020">
              <a:lnSpc>
                <a:spcPct val="100000"/>
              </a:lnSpc>
              <a:spcBef>
                <a:spcPts val="905"/>
              </a:spcBef>
              <a:buFont typeface="Wingdings"/>
              <a:buChar char=""/>
              <a:tabLst>
                <a:tab pos="756285" algn="l"/>
                <a:tab pos="756920" algn="l"/>
              </a:tabLst>
            </a:pPr>
            <a:r>
              <a:rPr sz="2000" dirty="0">
                <a:solidFill>
                  <a:srgbClr val="46424D"/>
                </a:solidFill>
                <a:latin typeface="Arial MT"/>
                <a:cs typeface="Arial MT"/>
              </a:rPr>
              <a:t>Businesses</a:t>
            </a:r>
            <a:r>
              <a:rPr sz="2000" spc="-35" dirty="0">
                <a:solidFill>
                  <a:srgbClr val="46424D"/>
                </a:solidFill>
                <a:latin typeface="Arial MT"/>
                <a:cs typeface="Arial MT"/>
              </a:rPr>
              <a:t> </a:t>
            </a:r>
            <a:r>
              <a:rPr sz="2000" dirty="0">
                <a:solidFill>
                  <a:srgbClr val="46424D"/>
                </a:solidFill>
                <a:latin typeface="Arial MT"/>
                <a:cs typeface="Arial MT"/>
              </a:rPr>
              <a:t>operate</a:t>
            </a:r>
            <a:r>
              <a:rPr sz="2000" spc="-45" dirty="0">
                <a:solidFill>
                  <a:srgbClr val="46424D"/>
                </a:solidFill>
                <a:latin typeface="Arial MT"/>
                <a:cs typeface="Arial MT"/>
              </a:rPr>
              <a:t> </a:t>
            </a:r>
            <a:r>
              <a:rPr sz="2000" dirty="0">
                <a:solidFill>
                  <a:srgbClr val="46424D"/>
                </a:solidFill>
                <a:latin typeface="Arial MT"/>
                <a:cs typeface="Arial MT"/>
              </a:rPr>
              <a:t>in</a:t>
            </a:r>
            <a:r>
              <a:rPr sz="2000" spc="5" dirty="0">
                <a:solidFill>
                  <a:srgbClr val="46424D"/>
                </a:solidFill>
                <a:latin typeface="Arial MT"/>
                <a:cs typeface="Arial MT"/>
              </a:rPr>
              <a:t> </a:t>
            </a:r>
            <a:r>
              <a:rPr sz="2000" dirty="0">
                <a:solidFill>
                  <a:srgbClr val="46424D"/>
                </a:solidFill>
                <a:latin typeface="Arial MT"/>
                <a:cs typeface="Arial MT"/>
              </a:rPr>
              <a:t>a</a:t>
            </a:r>
            <a:r>
              <a:rPr sz="2000" spc="-10" dirty="0">
                <a:solidFill>
                  <a:srgbClr val="46424D"/>
                </a:solidFill>
                <a:latin typeface="Arial MT"/>
                <a:cs typeface="Arial MT"/>
              </a:rPr>
              <a:t> </a:t>
            </a:r>
            <a:r>
              <a:rPr sz="2000" dirty="0">
                <a:solidFill>
                  <a:srgbClr val="46424D"/>
                </a:solidFill>
                <a:latin typeface="Arial MT"/>
                <a:cs typeface="Arial MT"/>
              </a:rPr>
              <a:t>fast</a:t>
            </a:r>
            <a:r>
              <a:rPr sz="2000" spc="-5" dirty="0">
                <a:solidFill>
                  <a:srgbClr val="46424D"/>
                </a:solidFill>
                <a:latin typeface="Arial MT"/>
                <a:cs typeface="Arial MT"/>
              </a:rPr>
              <a:t> </a:t>
            </a:r>
            <a:r>
              <a:rPr sz="2000" dirty="0">
                <a:solidFill>
                  <a:srgbClr val="46424D"/>
                </a:solidFill>
                <a:latin typeface="Arial MT"/>
                <a:cs typeface="Arial MT"/>
              </a:rPr>
              <a:t>–changing</a:t>
            </a:r>
            <a:r>
              <a:rPr sz="2000" spc="-40" dirty="0">
                <a:solidFill>
                  <a:srgbClr val="46424D"/>
                </a:solidFill>
                <a:latin typeface="Arial MT"/>
                <a:cs typeface="Arial MT"/>
              </a:rPr>
              <a:t> </a:t>
            </a:r>
            <a:r>
              <a:rPr sz="2000" dirty="0">
                <a:solidFill>
                  <a:srgbClr val="46424D"/>
                </a:solidFill>
                <a:latin typeface="Arial MT"/>
                <a:cs typeface="Arial MT"/>
              </a:rPr>
              <a:t>requirement</a:t>
            </a:r>
            <a:r>
              <a:rPr sz="2000" spc="-45" dirty="0">
                <a:solidFill>
                  <a:srgbClr val="46424D"/>
                </a:solidFill>
                <a:latin typeface="Arial MT"/>
                <a:cs typeface="Arial MT"/>
              </a:rPr>
              <a:t> </a:t>
            </a:r>
            <a:r>
              <a:rPr sz="2000" dirty="0">
                <a:solidFill>
                  <a:srgbClr val="46424D"/>
                </a:solidFill>
                <a:latin typeface="Arial MT"/>
                <a:cs typeface="Arial MT"/>
              </a:rPr>
              <a:t>and</a:t>
            </a:r>
            <a:r>
              <a:rPr sz="2000" spc="-20" dirty="0">
                <a:solidFill>
                  <a:srgbClr val="46424D"/>
                </a:solidFill>
                <a:latin typeface="Arial MT"/>
                <a:cs typeface="Arial MT"/>
              </a:rPr>
              <a:t> </a:t>
            </a:r>
            <a:r>
              <a:rPr sz="2000" dirty="0">
                <a:solidFill>
                  <a:srgbClr val="46424D"/>
                </a:solidFill>
                <a:latin typeface="Arial MT"/>
                <a:cs typeface="Arial MT"/>
              </a:rPr>
              <a:t>it is </a:t>
            </a:r>
            <a:r>
              <a:rPr sz="2000" spc="-540" dirty="0">
                <a:solidFill>
                  <a:srgbClr val="46424D"/>
                </a:solidFill>
                <a:latin typeface="Arial MT"/>
                <a:cs typeface="Arial MT"/>
              </a:rPr>
              <a:t> </a:t>
            </a:r>
            <a:r>
              <a:rPr sz="2000" dirty="0">
                <a:solidFill>
                  <a:srgbClr val="46424D"/>
                </a:solidFill>
                <a:latin typeface="Arial MT"/>
                <a:cs typeface="Arial MT"/>
              </a:rPr>
              <a:t>practically impossible to produce a set of stable software </a:t>
            </a:r>
            <a:r>
              <a:rPr sz="2000" spc="5" dirty="0">
                <a:solidFill>
                  <a:srgbClr val="46424D"/>
                </a:solidFill>
                <a:latin typeface="Arial MT"/>
                <a:cs typeface="Arial MT"/>
              </a:rPr>
              <a:t> </a:t>
            </a:r>
            <a:r>
              <a:rPr sz="2000" dirty="0">
                <a:solidFill>
                  <a:srgbClr val="46424D"/>
                </a:solidFill>
                <a:latin typeface="Arial MT"/>
                <a:cs typeface="Arial MT"/>
              </a:rPr>
              <a:t>requirements</a:t>
            </a:r>
            <a:endParaRPr sz="2000" dirty="0">
              <a:latin typeface="Arial MT"/>
              <a:cs typeface="Arial MT"/>
            </a:endParaRPr>
          </a:p>
          <a:p>
            <a:pPr marL="756285" lvl="1" indent="-287020">
              <a:lnSpc>
                <a:spcPct val="100000"/>
              </a:lnSpc>
              <a:spcBef>
                <a:spcPts val="600"/>
              </a:spcBef>
              <a:buFont typeface="Wingdings"/>
              <a:buChar char=""/>
              <a:tabLst>
                <a:tab pos="756285" algn="l"/>
                <a:tab pos="756920" algn="l"/>
              </a:tabLst>
            </a:pPr>
            <a:r>
              <a:rPr sz="2000" dirty="0">
                <a:solidFill>
                  <a:srgbClr val="46424D"/>
                </a:solidFill>
                <a:latin typeface="Arial MT"/>
                <a:cs typeface="Arial MT"/>
              </a:rPr>
              <a:t>Software</a:t>
            </a:r>
            <a:r>
              <a:rPr sz="2000" spc="-30" dirty="0">
                <a:solidFill>
                  <a:srgbClr val="46424D"/>
                </a:solidFill>
                <a:latin typeface="Arial MT"/>
                <a:cs typeface="Arial MT"/>
              </a:rPr>
              <a:t> </a:t>
            </a:r>
            <a:r>
              <a:rPr sz="2000" dirty="0">
                <a:solidFill>
                  <a:srgbClr val="46424D"/>
                </a:solidFill>
                <a:latin typeface="Arial MT"/>
                <a:cs typeface="Arial MT"/>
              </a:rPr>
              <a:t>has</a:t>
            </a:r>
            <a:r>
              <a:rPr sz="2000" spc="-10" dirty="0">
                <a:solidFill>
                  <a:srgbClr val="46424D"/>
                </a:solidFill>
                <a:latin typeface="Arial MT"/>
                <a:cs typeface="Arial MT"/>
              </a:rPr>
              <a:t> </a:t>
            </a:r>
            <a:r>
              <a:rPr sz="2000" dirty="0">
                <a:solidFill>
                  <a:srgbClr val="46424D"/>
                </a:solidFill>
                <a:latin typeface="Arial MT"/>
                <a:cs typeface="Arial MT"/>
              </a:rPr>
              <a:t>to</a:t>
            </a:r>
            <a:r>
              <a:rPr sz="2000" spc="-20" dirty="0">
                <a:solidFill>
                  <a:srgbClr val="46424D"/>
                </a:solidFill>
                <a:latin typeface="Arial MT"/>
                <a:cs typeface="Arial MT"/>
              </a:rPr>
              <a:t> </a:t>
            </a:r>
            <a:r>
              <a:rPr sz="2000" dirty="0">
                <a:solidFill>
                  <a:srgbClr val="46424D"/>
                </a:solidFill>
                <a:latin typeface="Arial MT"/>
                <a:cs typeface="Arial MT"/>
              </a:rPr>
              <a:t>evolve quickly</a:t>
            </a:r>
            <a:r>
              <a:rPr sz="2000" spc="-20" dirty="0">
                <a:solidFill>
                  <a:srgbClr val="46424D"/>
                </a:solidFill>
                <a:latin typeface="Arial MT"/>
                <a:cs typeface="Arial MT"/>
              </a:rPr>
              <a:t> </a:t>
            </a:r>
            <a:r>
              <a:rPr sz="2000" dirty="0">
                <a:solidFill>
                  <a:srgbClr val="46424D"/>
                </a:solidFill>
                <a:latin typeface="Arial MT"/>
                <a:cs typeface="Arial MT"/>
              </a:rPr>
              <a:t>to</a:t>
            </a:r>
            <a:r>
              <a:rPr sz="2000" spc="-10" dirty="0">
                <a:solidFill>
                  <a:srgbClr val="46424D"/>
                </a:solidFill>
                <a:latin typeface="Arial MT"/>
                <a:cs typeface="Arial MT"/>
              </a:rPr>
              <a:t> </a:t>
            </a:r>
            <a:r>
              <a:rPr sz="2000" dirty="0">
                <a:solidFill>
                  <a:srgbClr val="46424D"/>
                </a:solidFill>
                <a:latin typeface="Arial MT"/>
                <a:cs typeface="Arial MT"/>
              </a:rPr>
              <a:t>reflect</a:t>
            </a:r>
            <a:r>
              <a:rPr sz="2000" spc="-35" dirty="0">
                <a:solidFill>
                  <a:srgbClr val="46424D"/>
                </a:solidFill>
                <a:latin typeface="Arial MT"/>
                <a:cs typeface="Arial MT"/>
              </a:rPr>
              <a:t> </a:t>
            </a:r>
            <a:r>
              <a:rPr sz="2000" dirty="0">
                <a:solidFill>
                  <a:srgbClr val="46424D"/>
                </a:solidFill>
                <a:latin typeface="Arial MT"/>
                <a:cs typeface="Arial MT"/>
              </a:rPr>
              <a:t>changing</a:t>
            </a:r>
            <a:r>
              <a:rPr sz="2000" spc="-30" dirty="0">
                <a:solidFill>
                  <a:srgbClr val="46424D"/>
                </a:solidFill>
                <a:latin typeface="Arial MT"/>
                <a:cs typeface="Arial MT"/>
              </a:rPr>
              <a:t> </a:t>
            </a:r>
            <a:r>
              <a:rPr sz="2000" dirty="0">
                <a:solidFill>
                  <a:srgbClr val="46424D"/>
                </a:solidFill>
                <a:latin typeface="Arial MT"/>
                <a:cs typeface="Arial MT"/>
              </a:rPr>
              <a:t>business</a:t>
            </a:r>
            <a:r>
              <a:rPr sz="2000" spc="-35" dirty="0">
                <a:solidFill>
                  <a:srgbClr val="46424D"/>
                </a:solidFill>
                <a:latin typeface="Arial MT"/>
                <a:cs typeface="Arial MT"/>
              </a:rPr>
              <a:t> </a:t>
            </a:r>
            <a:r>
              <a:rPr sz="2000" dirty="0">
                <a:solidFill>
                  <a:srgbClr val="46424D"/>
                </a:solidFill>
                <a:latin typeface="Arial MT"/>
                <a:cs typeface="Arial MT"/>
              </a:rPr>
              <a:t>needs.</a:t>
            </a:r>
            <a:endParaRPr sz="2000" dirty="0">
              <a:latin typeface="Arial MT"/>
              <a:cs typeface="Arial MT"/>
            </a:endParaRPr>
          </a:p>
          <a:p>
            <a:pPr marL="355600" indent="-342900">
              <a:lnSpc>
                <a:spcPct val="100000"/>
              </a:lnSpc>
              <a:spcBef>
                <a:spcPts val="894"/>
              </a:spcBef>
              <a:buFont typeface="Wingdings"/>
              <a:buChar char=""/>
              <a:tabLst>
                <a:tab pos="355600" algn="l"/>
              </a:tabLst>
            </a:pPr>
            <a:r>
              <a:rPr sz="2400" spc="-5" dirty="0">
                <a:solidFill>
                  <a:srgbClr val="46424D"/>
                </a:solidFill>
                <a:latin typeface="Arial MT"/>
                <a:cs typeface="Arial MT"/>
              </a:rPr>
              <a:t>Plan-driven</a:t>
            </a:r>
            <a:r>
              <a:rPr sz="2400" spc="30" dirty="0">
                <a:solidFill>
                  <a:srgbClr val="46424D"/>
                </a:solidFill>
                <a:latin typeface="Arial MT"/>
                <a:cs typeface="Arial MT"/>
              </a:rPr>
              <a:t> </a:t>
            </a:r>
            <a:r>
              <a:rPr sz="2400" spc="-5" dirty="0">
                <a:solidFill>
                  <a:srgbClr val="46424D"/>
                </a:solidFill>
                <a:latin typeface="Arial MT"/>
                <a:cs typeface="Arial MT"/>
              </a:rPr>
              <a:t>development</a:t>
            </a:r>
            <a:r>
              <a:rPr sz="2400" spc="30" dirty="0">
                <a:solidFill>
                  <a:srgbClr val="46424D"/>
                </a:solidFill>
                <a:latin typeface="Arial MT"/>
                <a:cs typeface="Arial MT"/>
              </a:rPr>
              <a:t> </a:t>
            </a:r>
            <a:r>
              <a:rPr sz="2400" dirty="0">
                <a:solidFill>
                  <a:srgbClr val="46424D"/>
                </a:solidFill>
                <a:latin typeface="Arial MT"/>
                <a:cs typeface="Arial MT"/>
              </a:rPr>
              <a:t>is </a:t>
            </a:r>
            <a:r>
              <a:rPr sz="2400" spc="-5" dirty="0">
                <a:solidFill>
                  <a:srgbClr val="46424D"/>
                </a:solidFill>
                <a:latin typeface="Arial MT"/>
                <a:cs typeface="Arial MT"/>
              </a:rPr>
              <a:t>essential</a:t>
            </a:r>
            <a:r>
              <a:rPr sz="2400" spc="20" dirty="0">
                <a:solidFill>
                  <a:srgbClr val="46424D"/>
                </a:solidFill>
                <a:latin typeface="Arial MT"/>
                <a:cs typeface="Arial MT"/>
              </a:rPr>
              <a:t> </a:t>
            </a:r>
            <a:r>
              <a:rPr sz="2400" dirty="0">
                <a:solidFill>
                  <a:srgbClr val="46424D"/>
                </a:solidFill>
                <a:latin typeface="Arial MT"/>
                <a:cs typeface="Arial MT"/>
              </a:rPr>
              <a:t>for</a:t>
            </a:r>
            <a:r>
              <a:rPr sz="2400" spc="-15" dirty="0">
                <a:solidFill>
                  <a:srgbClr val="46424D"/>
                </a:solidFill>
                <a:latin typeface="Arial MT"/>
                <a:cs typeface="Arial MT"/>
              </a:rPr>
              <a:t> </a:t>
            </a:r>
            <a:r>
              <a:rPr sz="2400" dirty="0">
                <a:solidFill>
                  <a:srgbClr val="46424D"/>
                </a:solidFill>
                <a:latin typeface="Arial MT"/>
                <a:cs typeface="Arial MT"/>
              </a:rPr>
              <a:t>some</a:t>
            </a:r>
            <a:r>
              <a:rPr sz="2400" spc="5" dirty="0">
                <a:solidFill>
                  <a:srgbClr val="46424D"/>
                </a:solidFill>
                <a:latin typeface="Arial MT"/>
                <a:cs typeface="Arial MT"/>
              </a:rPr>
              <a:t> </a:t>
            </a:r>
            <a:r>
              <a:rPr sz="2400" dirty="0">
                <a:solidFill>
                  <a:srgbClr val="46424D"/>
                </a:solidFill>
                <a:latin typeface="Arial MT"/>
                <a:cs typeface="Arial MT"/>
              </a:rPr>
              <a:t>types</a:t>
            </a:r>
            <a:r>
              <a:rPr sz="2400" spc="-15" dirty="0">
                <a:solidFill>
                  <a:srgbClr val="46424D"/>
                </a:solidFill>
                <a:latin typeface="Arial MT"/>
                <a:cs typeface="Arial MT"/>
              </a:rPr>
              <a:t> </a:t>
            </a:r>
            <a:r>
              <a:rPr sz="2400" dirty="0">
                <a:solidFill>
                  <a:srgbClr val="46424D"/>
                </a:solidFill>
                <a:latin typeface="Arial MT"/>
                <a:cs typeface="Arial MT"/>
              </a:rPr>
              <a:t>of</a:t>
            </a:r>
            <a:endParaRPr sz="2400" dirty="0">
              <a:latin typeface="Arial MT"/>
              <a:cs typeface="Arial MT"/>
            </a:endParaRPr>
          </a:p>
          <a:p>
            <a:pPr marL="355600">
              <a:lnSpc>
                <a:spcPct val="100000"/>
              </a:lnSpc>
              <a:spcBef>
                <a:spcPts val="5"/>
              </a:spcBef>
            </a:pPr>
            <a:r>
              <a:rPr sz="2400" dirty="0">
                <a:solidFill>
                  <a:srgbClr val="46424D"/>
                </a:solidFill>
                <a:latin typeface="Arial MT"/>
                <a:cs typeface="Arial MT"/>
              </a:rPr>
              <a:t>system</a:t>
            </a:r>
            <a:r>
              <a:rPr sz="2400" spc="10" dirty="0">
                <a:solidFill>
                  <a:srgbClr val="46424D"/>
                </a:solidFill>
                <a:latin typeface="Arial MT"/>
                <a:cs typeface="Arial MT"/>
              </a:rPr>
              <a:t> </a:t>
            </a:r>
            <a:r>
              <a:rPr sz="2400" spc="-5" dirty="0">
                <a:solidFill>
                  <a:srgbClr val="46424D"/>
                </a:solidFill>
                <a:latin typeface="Arial MT"/>
                <a:cs typeface="Arial MT"/>
              </a:rPr>
              <a:t>but</a:t>
            </a:r>
            <a:r>
              <a:rPr sz="2400" dirty="0">
                <a:solidFill>
                  <a:srgbClr val="46424D"/>
                </a:solidFill>
                <a:latin typeface="Arial MT"/>
                <a:cs typeface="Arial MT"/>
              </a:rPr>
              <a:t> </a:t>
            </a:r>
            <a:r>
              <a:rPr sz="2400" spc="-5" dirty="0">
                <a:solidFill>
                  <a:srgbClr val="46424D"/>
                </a:solidFill>
                <a:latin typeface="Arial MT"/>
                <a:cs typeface="Arial MT"/>
              </a:rPr>
              <a:t>does</a:t>
            </a:r>
            <a:r>
              <a:rPr sz="2400" spc="5" dirty="0">
                <a:solidFill>
                  <a:srgbClr val="46424D"/>
                </a:solidFill>
                <a:latin typeface="Arial MT"/>
                <a:cs typeface="Arial MT"/>
              </a:rPr>
              <a:t> </a:t>
            </a:r>
            <a:r>
              <a:rPr sz="2400" dirty="0">
                <a:solidFill>
                  <a:srgbClr val="46424D"/>
                </a:solidFill>
                <a:latin typeface="Arial MT"/>
                <a:cs typeface="Arial MT"/>
              </a:rPr>
              <a:t>not</a:t>
            </a:r>
            <a:r>
              <a:rPr sz="2400" spc="5" dirty="0">
                <a:solidFill>
                  <a:srgbClr val="46424D"/>
                </a:solidFill>
                <a:latin typeface="Arial MT"/>
                <a:cs typeface="Arial MT"/>
              </a:rPr>
              <a:t> </a:t>
            </a:r>
            <a:r>
              <a:rPr sz="2400" dirty="0">
                <a:solidFill>
                  <a:srgbClr val="46424D"/>
                </a:solidFill>
                <a:latin typeface="Arial MT"/>
                <a:cs typeface="Arial MT"/>
              </a:rPr>
              <a:t>meet</a:t>
            </a:r>
            <a:r>
              <a:rPr sz="2400" spc="5" dirty="0">
                <a:solidFill>
                  <a:srgbClr val="46424D"/>
                </a:solidFill>
                <a:latin typeface="Arial MT"/>
                <a:cs typeface="Arial MT"/>
              </a:rPr>
              <a:t> </a:t>
            </a:r>
            <a:r>
              <a:rPr sz="2400" spc="-5" dirty="0">
                <a:solidFill>
                  <a:srgbClr val="46424D"/>
                </a:solidFill>
                <a:latin typeface="Arial MT"/>
                <a:cs typeface="Arial MT"/>
              </a:rPr>
              <a:t>these</a:t>
            </a:r>
            <a:r>
              <a:rPr sz="2400" spc="5" dirty="0">
                <a:solidFill>
                  <a:srgbClr val="46424D"/>
                </a:solidFill>
                <a:latin typeface="Arial MT"/>
                <a:cs typeface="Arial MT"/>
              </a:rPr>
              <a:t> </a:t>
            </a:r>
            <a:r>
              <a:rPr sz="2400" spc="-5" dirty="0">
                <a:solidFill>
                  <a:srgbClr val="46424D"/>
                </a:solidFill>
                <a:latin typeface="Arial MT"/>
                <a:cs typeface="Arial MT"/>
              </a:rPr>
              <a:t>business</a:t>
            </a:r>
            <a:r>
              <a:rPr sz="2400" spc="20" dirty="0">
                <a:solidFill>
                  <a:srgbClr val="46424D"/>
                </a:solidFill>
                <a:latin typeface="Arial MT"/>
                <a:cs typeface="Arial MT"/>
              </a:rPr>
              <a:t> </a:t>
            </a:r>
            <a:r>
              <a:rPr sz="2400" spc="-5" dirty="0">
                <a:solidFill>
                  <a:srgbClr val="46424D"/>
                </a:solidFill>
                <a:latin typeface="Arial MT"/>
                <a:cs typeface="Arial MT"/>
              </a:rPr>
              <a:t>needs.</a:t>
            </a:r>
            <a:endParaRPr sz="2400" dirty="0">
              <a:latin typeface="Arial MT"/>
              <a:cs typeface="Arial MT"/>
            </a:endParaRPr>
          </a:p>
          <a:p>
            <a:pPr marL="355600" marR="468630" indent="-342900" algn="just">
              <a:lnSpc>
                <a:spcPct val="100000"/>
              </a:lnSpc>
              <a:spcBef>
                <a:spcPts val="1200"/>
              </a:spcBef>
              <a:buFont typeface="Wingdings"/>
              <a:buChar char=""/>
              <a:tabLst>
                <a:tab pos="355600" algn="l"/>
              </a:tabLst>
            </a:pPr>
            <a:r>
              <a:rPr sz="2400" spc="-5" dirty="0">
                <a:solidFill>
                  <a:srgbClr val="46424D"/>
                </a:solidFill>
                <a:latin typeface="Arial MT"/>
                <a:cs typeface="Arial MT"/>
              </a:rPr>
              <a:t>Agile development methods </a:t>
            </a:r>
            <a:r>
              <a:rPr sz="2400" dirty="0">
                <a:solidFill>
                  <a:srgbClr val="46424D"/>
                </a:solidFill>
                <a:latin typeface="Arial MT"/>
                <a:cs typeface="Arial MT"/>
              </a:rPr>
              <a:t>emerged </a:t>
            </a:r>
            <a:r>
              <a:rPr sz="2400" spc="-5" dirty="0">
                <a:solidFill>
                  <a:srgbClr val="46424D"/>
                </a:solidFill>
                <a:latin typeface="Arial MT"/>
                <a:cs typeface="Arial MT"/>
              </a:rPr>
              <a:t>in </a:t>
            </a:r>
            <a:r>
              <a:rPr sz="2400" dirty="0">
                <a:solidFill>
                  <a:srgbClr val="46424D"/>
                </a:solidFill>
                <a:latin typeface="Arial MT"/>
                <a:cs typeface="Arial MT"/>
              </a:rPr>
              <a:t>the </a:t>
            </a:r>
            <a:r>
              <a:rPr sz="2400" spc="-5" dirty="0">
                <a:solidFill>
                  <a:srgbClr val="46424D"/>
                </a:solidFill>
                <a:latin typeface="Arial MT"/>
                <a:cs typeface="Arial MT"/>
              </a:rPr>
              <a:t>late 1990s </a:t>
            </a:r>
            <a:r>
              <a:rPr sz="2400" spc="-655" dirty="0">
                <a:solidFill>
                  <a:srgbClr val="46424D"/>
                </a:solidFill>
                <a:latin typeface="Arial MT"/>
                <a:cs typeface="Arial MT"/>
              </a:rPr>
              <a:t> </a:t>
            </a:r>
            <a:r>
              <a:rPr sz="2400" dirty="0">
                <a:solidFill>
                  <a:srgbClr val="46424D"/>
                </a:solidFill>
                <a:latin typeface="Arial MT"/>
                <a:cs typeface="Arial MT"/>
              </a:rPr>
              <a:t>whose aim was to </a:t>
            </a:r>
            <a:r>
              <a:rPr sz="2400" spc="-5" dirty="0">
                <a:solidFill>
                  <a:srgbClr val="46424D"/>
                </a:solidFill>
                <a:latin typeface="Arial MT"/>
                <a:cs typeface="Arial MT"/>
              </a:rPr>
              <a:t>radically </a:t>
            </a:r>
            <a:r>
              <a:rPr sz="2400" dirty="0">
                <a:solidFill>
                  <a:srgbClr val="46424D"/>
                </a:solidFill>
                <a:latin typeface="Arial MT"/>
                <a:cs typeface="Arial MT"/>
              </a:rPr>
              <a:t>reduce the </a:t>
            </a:r>
            <a:r>
              <a:rPr sz="2400" spc="-5" dirty="0">
                <a:solidFill>
                  <a:srgbClr val="46424D"/>
                </a:solidFill>
                <a:latin typeface="Arial MT"/>
                <a:cs typeface="Arial MT"/>
              </a:rPr>
              <a:t>delivery </a:t>
            </a:r>
            <a:r>
              <a:rPr sz="2400" dirty="0">
                <a:solidFill>
                  <a:srgbClr val="46424D"/>
                </a:solidFill>
                <a:latin typeface="Arial MT"/>
                <a:cs typeface="Arial MT"/>
              </a:rPr>
              <a:t>time for </a:t>
            </a:r>
            <a:r>
              <a:rPr sz="2400" spc="-655" dirty="0">
                <a:solidFill>
                  <a:srgbClr val="46424D"/>
                </a:solidFill>
                <a:latin typeface="Arial MT"/>
                <a:cs typeface="Arial MT"/>
              </a:rPr>
              <a:t> </a:t>
            </a:r>
            <a:r>
              <a:rPr sz="2400" spc="-5" dirty="0">
                <a:solidFill>
                  <a:srgbClr val="46424D"/>
                </a:solidFill>
                <a:latin typeface="Arial MT"/>
                <a:cs typeface="Arial MT"/>
              </a:rPr>
              <a:t>working</a:t>
            </a:r>
            <a:r>
              <a:rPr sz="2400" spc="20" dirty="0">
                <a:solidFill>
                  <a:srgbClr val="46424D"/>
                </a:solidFill>
                <a:latin typeface="Arial MT"/>
                <a:cs typeface="Arial MT"/>
              </a:rPr>
              <a:t> </a:t>
            </a:r>
            <a:r>
              <a:rPr sz="2400" dirty="0">
                <a:solidFill>
                  <a:srgbClr val="46424D"/>
                </a:solidFill>
                <a:latin typeface="Arial MT"/>
                <a:cs typeface="Arial MT"/>
              </a:rPr>
              <a:t>software systems</a:t>
            </a:r>
            <a:endParaRPr sz="2400" dirty="0">
              <a:latin typeface="Arial MT"/>
              <a:cs typeface="Arial MT"/>
            </a:endParaRPr>
          </a:p>
        </p:txBody>
      </p:sp>
    </p:spTree>
    <p:extLst>
      <p:ext uri="{BB962C8B-B14F-4D97-AF65-F5344CB8AC3E}">
        <p14:creationId xmlns:p14="http://schemas.microsoft.com/office/powerpoint/2010/main" val="7431955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643254"/>
            <a:ext cx="7641590" cy="491109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46424D"/>
                </a:solidFill>
                <a:latin typeface="Arial"/>
                <a:cs typeface="Arial"/>
              </a:rPr>
              <a:t>Agile</a:t>
            </a:r>
            <a:r>
              <a:rPr sz="2400" b="1" spc="-30" dirty="0">
                <a:solidFill>
                  <a:srgbClr val="46424D"/>
                </a:solidFill>
                <a:latin typeface="Arial"/>
                <a:cs typeface="Arial"/>
              </a:rPr>
              <a:t> </a:t>
            </a:r>
            <a:r>
              <a:rPr sz="2400" b="1" spc="-5" dirty="0">
                <a:solidFill>
                  <a:srgbClr val="46424D"/>
                </a:solidFill>
                <a:latin typeface="Arial"/>
                <a:cs typeface="Arial"/>
              </a:rPr>
              <a:t>development</a:t>
            </a:r>
            <a:endParaRPr sz="2400" dirty="0">
              <a:latin typeface="Arial"/>
              <a:cs typeface="Arial"/>
            </a:endParaRPr>
          </a:p>
          <a:p>
            <a:pPr>
              <a:lnSpc>
                <a:spcPct val="100000"/>
              </a:lnSpc>
            </a:pPr>
            <a:endParaRPr sz="2700" dirty="0">
              <a:latin typeface="Arial"/>
              <a:cs typeface="Arial"/>
            </a:endParaRPr>
          </a:p>
          <a:p>
            <a:pPr marL="355600" marR="5080" indent="-342900">
              <a:lnSpc>
                <a:spcPct val="100000"/>
              </a:lnSpc>
              <a:spcBef>
                <a:spcPts val="1755"/>
              </a:spcBef>
              <a:buFont typeface="Wingdings"/>
              <a:buChar char=""/>
              <a:tabLst>
                <a:tab pos="355600" algn="l"/>
              </a:tabLst>
            </a:pPr>
            <a:r>
              <a:rPr sz="2400" spc="-5" dirty="0">
                <a:solidFill>
                  <a:srgbClr val="46424D"/>
                </a:solidFill>
                <a:latin typeface="Arial MT"/>
                <a:cs typeface="Arial MT"/>
              </a:rPr>
              <a:t>Program</a:t>
            </a:r>
            <a:r>
              <a:rPr sz="2400" spc="15" dirty="0">
                <a:solidFill>
                  <a:srgbClr val="46424D"/>
                </a:solidFill>
                <a:latin typeface="Arial MT"/>
                <a:cs typeface="Arial MT"/>
              </a:rPr>
              <a:t> </a:t>
            </a:r>
            <a:r>
              <a:rPr sz="2400" spc="-5" dirty="0">
                <a:solidFill>
                  <a:srgbClr val="46424D"/>
                </a:solidFill>
                <a:latin typeface="Arial MT"/>
                <a:cs typeface="Arial MT"/>
              </a:rPr>
              <a:t>specification,</a:t>
            </a:r>
            <a:r>
              <a:rPr sz="2400" spc="30" dirty="0">
                <a:solidFill>
                  <a:srgbClr val="46424D"/>
                </a:solidFill>
                <a:latin typeface="Arial MT"/>
                <a:cs typeface="Arial MT"/>
              </a:rPr>
              <a:t> </a:t>
            </a:r>
            <a:r>
              <a:rPr sz="2400" spc="-5" dirty="0">
                <a:solidFill>
                  <a:srgbClr val="46424D"/>
                </a:solidFill>
                <a:latin typeface="Arial MT"/>
                <a:cs typeface="Arial MT"/>
              </a:rPr>
              <a:t>design</a:t>
            </a:r>
            <a:r>
              <a:rPr sz="2400" spc="35" dirty="0">
                <a:solidFill>
                  <a:srgbClr val="46424D"/>
                </a:solidFill>
                <a:latin typeface="Arial MT"/>
                <a:cs typeface="Arial MT"/>
              </a:rPr>
              <a:t> </a:t>
            </a:r>
            <a:r>
              <a:rPr sz="2400" spc="-5" dirty="0">
                <a:solidFill>
                  <a:srgbClr val="46424D"/>
                </a:solidFill>
                <a:latin typeface="Arial MT"/>
                <a:cs typeface="Arial MT"/>
              </a:rPr>
              <a:t>and</a:t>
            </a:r>
            <a:r>
              <a:rPr sz="2400" spc="20" dirty="0">
                <a:solidFill>
                  <a:srgbClr val="46424D"/>
                </a:solidFill>
                <a:latin typeface="Arial MT"/>
                <a:cs typeface="Arial MT"/>
              </a:rPr>
              <a:t> </a:t>
            </a:r>
            <a:r>
              <a:rPr sz="2400" spc="-5" dirty="0">
                <a:solidFill>
                  <a:srgbClr val="46424D"/>
                </a:solidFill>
                <a:latin typeface="Arial MT"/>
                <a:cs typeface="Arial MT"/>
              </a:rPr>
              <a:t>implementation</a:t>
            </a:r>
            <a:r>
              <a:rPr sz="2400" spc="35" dirty="0">
                <a:solidFill>
                  <a:srgbClr val="46424D"/>
                </a:solidFill>
                <a:latin typeface="Arial MT"/>
                <a:cs typeface="Arial MT"/>
              </a:rPr>
              <a:t> </a:t>
            </a:r>
            <a:r>
              <a:rPr sz="2400" spc="-5" dirty="0">
                <a:solidFill>
                  <a:srgbClr val="46424D"/>
                </a:solidFill>
                <a:latin typeface="Arial MT"/>
                <a:cs typeface="Arial MT"/>
              </a:rPr>
              <a:t>are </a:t>
            </a:r>
            <a:r>
              <a:rPr sz="2400" spc="-650" dirty="0">
                <a:solidFill>
                  <a:srgbClr val="46424D"/>
                </a:solidFill>
                <a:latin typeface="Arial MT"/>
                <a:cs typeface="Arial MT"/>
              </a:rPr>
              <a:t> </a:t>
            </a:r>
            <a:r>
              <a:rPr sz="2400" spc="-5" dirty="0">
                <a:solidFill>
                  <a:srgbClr val="46424D"/>
                </a:solidFill>
                <a:latin typeface="Arial MT"/>
                <a:cs typeface="Arial MT"/>
              </a:rPr>
              <a:t>inter-leaved</a:t>
            </a:r>
            <a:endParaRPr sz="2400" dirty="0">
              <a:latin typeface="Arial MT"/>
              <a:cs typeface="Arial MT"/>
            </a:endParaRPr>
          </a:p>
          <a:p>
            <a:pPr marL="355600" marR="429259" indent="-342900">
              <a:lnSpc>
                <a:spcPct val="100000"/>
              </a:lnSpc>
              <a:spcBef>
                <a:spcPts val="1200"/>
              </a:spcBef>
              <a:buFont typeface="Wingdings"/>
              <a:buChar char=""/>
              <a:tabLst>
                <a:tab pos="355600" algn="l"/>
              </a:tabLst>
            </a:pPr>
            <a:r>
              <a:rPr sz="2400" dirty="0">
                <a:solidFill>
                  <a:srgbClr val="46424D"/>
                </a:solidFill>
                <a:latin typeface="Arial MT"/>
                <a:cs typeface="Arial MT"/>
              </a:rPr>
              <a:t>The</a:t>
            </a:r>
            <a:r>
              <a:rPr sz="2400" spc="-5" dirty="0">
                <a:solidFill>
                  <a:srgbClr val="46424D"/>
                </a:solidFill>
                <a:latin typeface="Arial MT"/>
                <a:cs typeface="Arial MT"/>
              </a:rPr>
              <a:t> </a:t>
            </a:r>
            <a:r>
              <a:rPr sz="2400" dirty="0">
                <a:solidFill>
                  <a:srgbClr val="46424D"/>
                </a:solidFill>
                <a:latin typeface="Arial MT"/>
                <a:cs typeface="Arial MT"/>
              </a:rPr>
              <a:t>system</a:t>
            </a:r>
            <a:r>
              <a:rPr sz="2400" spc="-20" dirty="0">
                <a:solidFill>
                  <a:srgbClr val="46424D"/>
                </a:solidFill>
                <a:latin typeface="Arial MT"/>
                <a:cs typeface="Arial MT"/>
              </a:rPr>
              <a:t> </a:t>
            </a:r>
            <a:r>
              <a:rPr sz="2400" dirty="0">
                <a:solidFill>
                  <a:srgbClr val="46424D"/>
                </a:solidFill>
                <a:latin typeface="Arial MT"/>
                <a:cs typeface="Arial MT"/>
              </a:rPr>
              <a:t>is </a:t>
            </a:r>
            <a:r>
              <a:rPr sz="2400" spc="-5" dirty="0">
                <a:solidFill>
                  <a:srgbClr val="46424D"/>
                </a:solidFill>
                <a:latin typeface="Arial MT"/>
                <a:cs typeface="Arial MT"/>
              </a:rPr>
              <a:t>developed</a:t>
            </a:r>
            <a:r>
              <a:rPr sz="2400" spc="30" dirty="0">
                <a:solidFill>
                  <a:srgbClr val="46424D"/>
                </a:solidFill>
                <a:latin typeface="Arial MT"/>
                <a:cs typeface="Arial MT"/>
              </a:rPr>
              <a:t> </a:t>
            </a:r>
            <a:r>
              <a:rPr sz="2400" dirty="0">
                <a:solidFill>
                  <a:srgbClr val="46424D"/>
                </a:solidFill>
                <a:latin typeface="Arial MT"/>
                <a:cs typeface="Arial MT"/>
              </a:rPr>
              <a:t>as</a:t>
            </a:r>
            <a:r>
              <a:rPr sz="2400" spc="-15" dirty="0">
                <a:solidFill>
                  <a:srgbClr val="46424D"/>
                </a:solidFill>
                <a:latin typeface="Arial MT"/>
                <a:cs typeface="Arial MT"/>
              </a:rPr>
              <a:t> </a:t>
            </a:r>
            <a:r>
              <a:rPr sz="2400" dirty="0">
                <a:solidFill>
                  <a:srgbClr val="46424D"/>
                </a:solidFill>
                <a:latin typeface="Arial MT"/>
                <a:cs typeface="Arial MT"/>
              </a:rPr>
              <a:t>a </a:t>
            </a:r>
            <a:r>
              <a:rPr sz="2400" spc="-5" dirty="0">
                <a:solidFill>
                  <a:srgbClr val="46424D"/>
                </a:solidFill>
                <a:latin typeface="Arial MT"/>
                <a:cs typeface="Arial MT"/>
              </a:rPr>
              <a:t>series</a:t>
            </a:r>
            <a:r>
              <a:rPr sz="2400" spc="10" dirty="0">
                <a:solidFill>
                  <a:srgbClr val="46424D"/>
                </a:solidFill>
                <a:latin typeface="Arial MT"/>
                <a:cs typeface="Arial MT"/>
              </a:rPr>
              <a:t> </a:t>
            </a:r>
            <a:r>
              <a:rPr sz="2400" dirty="0">
                <a:solidFill>
                  <a:srgbClr val="46424D"/>
                </a:solidFill>
                <a:latin typeface="Arial MT"/>
                <a:cs typeface="Arial MT"/>
              </a:rPr>
              <a:t>of</a:t>
            </a:r>
            <a:r>
              <a:rPr sz="2400" spc="-10" dirty="0">
                <a:solidFill>
                  <a:srgbClr val="46424D"/>
                </a:solidFill>
                <a:latin typeface="Arial MT"/>
                <a:cs typeface="Arial MT"/>
              </a:rPr>
              <a:t> </a:t>
            </a:r>
            <a:r>
              <a:rPr sz="2400" spc="-5" dirty="0">
                <a:solidFill>
                  <a:srgbClr val="46424D"/>
                </a:solidFill>
                <a:latin typeface="Arial MT"/>
                <a:cs typeface="Arial MT"/>
              </a:rPr>
              <a:t>versions</a:t>
            </a:r>
            <a:r>
              <a:rPr sz="2400" spc="25" dirty="0">
                <a:solidFill>
                  <a:srgbClr val="46424D"/>
                </a:solidFill>
                <a:latin typeface="Arial MT"/>
                <a:cs typeface="Arial MT"/>
              </a:rPr>
              <a:t> </a:t>
            </a:r>
            <a:r>
              <a:rPr sz="2400" dirty="0">
                <a:solidFill>
                  <a:srgbClr val="46424D"/>
                </a:solidFill>
                <a:latin typeface="Arial MT"/>
                <a:cs typeface="Arial MT"/>
              </a:rPr>
              <a:t>or </a:t>
            </a:r>
            <a:r>
              <a:rPr sz="2400" spc="-655" dirty="0">
                <a:solidFill>
                  <a:srgbClr val="46424D"/>
                </a:solidFill>
                <a:latin typeface="Arial MT"/>
                <a:cs typeface="Arial MT"/>
              </a:rPr>
              <a:t> </a:t>
            </a:r>
            <a:r>
              <a:rPr sz="2400" dirty="0">
                <a:solidFill>
                  <a:srgbClr val="46424D"/>
                </a:solidFill>
                <a:latin typeface="Arial MT"/>
                <a:cs typeface="Arial MT"/>
              </a:rPr>
              <a:t>increments</a:t>
            </a:r>
            <a:r>
              <a:rPr sz="2400" spc="10" dirty="0">
                <a:solidFill>
                  <a:srgbClr val="46424D"/>
                </a:solidFill>
                <a:latin typeface="Arial MT"/>
                <a:cs typeface="Arial MT"/>
              </a:rPr>
              <a:t> </a:t>
            </a:r>
            <a:r>
              <a:rPr sz="2400" spc="-5" dirty="0">
                <a:solidFill>
                  <a:srgbClr val="46424D"/>
                </a:solidFill>
                <a:latin typeface="Arial MT"/>
                <a:cs typeface="Arial MT"/>
              </a:rPr>
              <a:t>with</a:t>
            </a:r>
            <a:r>
              <a:rPr sz="2400" spc="10" dirty="0">
                <a:solidFill>
                  <a:srgbClr val="46424D"/>
                </a:solidFill>
                <a:latin typeface="Arial MT"/>
                <a:cs typeface="Arial MT"/>
              </a:rPr>
              <a:t> </a:t>
            </a:r>
            <a:r>
              <a:rPr sz="2400" spc="-5" dirty="0">
                <a:solidFill>
                  <a:srgbClr val="46424D"/>
                </a:solidFill>
                <a:latin typeface="Arial MT"/>
                <a:cs typeface="Arial MT"/>
              </a:rPr>
              <a:t>stakeholders</a:t>
            </a:r>
            <a:r>
              <a:rPr sz="2400" spc="15" dirty="0">
                <a:solidFill>
                  <a:srgbClr val="46424D"/>
                </a:solidFill>
                <a:latin typeface="Arial MT"/>
                <a:cs typeface="Arial MT"/>
              </a:rPr>
              <a:t> </a:t>
            </a:r>
            <a:r>
              <a:rPr sz="2400" spc="-5" dirty="0">
                <a:solidFill>
                  <a:srgbClr val="46424D"/>
                </a:solidFill>
                <a:latin typeface="Arial MT"/>
                <a:cs typeface="Arial MT"/>
              </a:rPr>
              <a:t>involved</a:t>
            </a:r>
            <a:r>
              <a:rPr sz="2400" spc="35" dirty="0">
                <a:solidFill>
                  <a:srgbClr val="46424D"/>
                </a:solidFill>
                <a:latin typeface="Arial MT"/>
                <a:cs typeface="Arial MT"/>
              </a:rPr>
              <a:t> </a:t>
            </a:r>
            <a:r>
              <a:rPr sz="2400" spc="-5" dirty="0">
                <a:solidFill>
                  <a:srgbClr val="46424D"/>
                </a:solidFill>
                <a:latin typeface="Arial MT"/>
                <a:cs typeface="Arial MT"/>
              </a:rPr>
              <a:t>in</a:t>
            </a:r>
            <a:r>
              <a:rPr sz="2400" spc="20" dirty="0">
                <a:solidFill>
                  <a:srgbClr val="46424D"/>
                </a:solidFill>
                <a:latin typeface="Arial MT"/>
                <a:cs typeface="Arial MT"/>
              </a:rPr>
              <a:t> </a:t>
            </a:r>
            <a:r>
              <a:rPr sz="2400" spc="-5" dirty="0">
                <a:solidFill>
                  <a:srgbClr val="46424D"/>
                </a:solidFill>
                <a:latin typeface="Arial MT"/>
                <a:cs typeface="Arial MT"/>
              </a:rPr>
              <a:t>version </a:t>
            </a:r>
            <a:r>
              <a:rPr sz="2400" dirty="0">
                <a:solidFill>
                  <a:srgbClr val="46424D"/>
                </a:solidFill>
                <a:latin typeface="Arial MT"/>
                <a:cs typeface="Arial MT"/>
              </a:rPr>
              <a:t> </a:t>
            </a:r>
            <a:r>
              <a:rPr sz="2400" spc="-5" dirty="0">
                <a:solidFill>
                  <a:srgbClr val="46424D"/>
                </a:solidFill>
                <a:latin typeface="Arial MT"/>
                <a:cs typeface="Arial MT"/>
              </a:rPr>
              <a:t>specification</a:t>
            </a:r>
            <a:r>
              <a:rPr sz="2400" spc="25" dirty="0">
                <a:solidFill>
                  <a:srgbClr val="46424D"/>
                </a:solidFill>
                <a:latin typeface="Arial MT"/>
                <a:cs typeface="Arial MT"/>
              </a:rPr>
              <a:t> </a:t>
            </a:r>
            <a:r>
              <a:rPr sz="2400" spc="-5" dirty="0">
                <a:solidFill>
                  <a:srgbClr val="46424D"/>
                </a:solidFill>
                <a:latin typeface="Arial MT"/>
                <a:cs typeface="Arial MT"/>
              </a:rPr>
              <a:t>and</a:t>
            </a:r>
            <a:r>
              <a:rPr sz="2400" spc="10" dirty="0">
                <a:solidFill>
                  <a:srgbClr val="46424D"/>
                </a:solidFill>
                <a:latin typeface="Arial MT"/>
                <a:cs typeface="Arial MT"/>
              </a:rPr>
              <a:t> </a:t>
            </a:r>
            <a:r>
              <a:rPr sz="2400" spc="-5" dirty="0">
                <a:solidFill>
                  <a:srgbClr val="46424D"/>
                </a:solidFill>
                <a:latin typeface="Arial MT"/>
                <a:cs typeface="Arial MT"/>
              </a:rPr>
              <a:t>evaluation</a:t>
            </a:r>
            <a:endParaRPr sz="2400" dirty="0">
              <a:latin typeface="Arial MT"/>
              <a:cs typeface="Arial MT"/>
            </a:endParaRPr>
          </a:p>
          <a:p>
            <a:pPr marL="355600" indent="-342900">
              <a:lnSpc>
                <a:spcPct val="100000"/>
              </a:lnSpc>
              <a:spcBef>
                <a:spcPts val="1200"/>
              </a:spcBef>
              <a:buFont typeface="Wingdings"/>
              <a:buChar char=""/>
              <a:tabLst>
                <a:tab pos="355600" algn="l"/>
              </a:tabLst>
            </a:pPr>
            <a:r>
              <a:rPr sz="2400" dirty="0">
                <a:solidFill>
                  <a:srgbClr val="46424D"/>
                </a:solidFill>
                <a:latin typeface="Arial MT"/>
                <a:cs typeface="Arial MT"/>
              </a:rPr>
              <a:t>Frequent </a:t>
            </a:r>
            <a:r>
              <a:rPr sz="2400" spc="-5" dirty="0">
                <a:solidFill>
                  <a:srgbClr val="46424D"/>
                </a:solidFill>
                <a:latin typeface="Arial MT"/>
                <a:cs typeface="Arial MT"/>
              </a:rPr>
              <a:t>delivery</a:t>
            </a:r>
            <a:r>
              <a:rPr sz="2400" spc="30" dirty="0">
                <a:solidFill>
                  <a:srgbClr val="46424D"/>
                </a:solidFill>
                <a:latin typeface="Arial MT"/>
                <a:cs typeface="Arial MT"/>
              </a:rPr>
              <a:t> </a:t>
            </a:r>
            <a:r>
              <a:rPr sz="2400" dirty="0">
                <a:solidFill>
                  <a:srgbClr val="46424D"/>
                </a:solidFill>
                <a:latin typeface="Arial MT"/>
                <a:cs typeface="Arial MT"/>
              </a:rPr>
              <a:t>of</a:t>
            </a:r>
            <a:r>
              <a:rPr sz="2400" spc="5" dirty="0">
                <a:solidFill>
                  <a:srgbClr val="46424D"/>
                </a:solidFill>
                <a:latin typeface="Arial MT"/>
                <a:cs typeface="Arial MT"/>
              </a:rPr>
              <a:t> </a:t>
            </a:r>
            <a:r>
              <a:rPr sz="2400" spc="-5" dirty="0">
                <a:solidFill>
                  <a:srgbClr val="46424D"/>
                </a:solidFill>
                <a:latin typeface="Arial MT"/>
                <a:cs typeface="Arial MT"/>
              </a:rPr>
              <a:t>new</a:t>
            </a:r>
            <a:r>
              <a:rPr sz="2400" spc="10" dirty="0">
                <a:solidFill>
                  <a:srgbClr val="46424D"/>
                </a:solidFill>
                <a:latin typeface="Arial MT"/>
                <a:cs typeface="Arial MT"/>
              </a:rPr>
              <a:t> </a:t>
            </a:r>
            <a:r>
              <a:rPr sz="2400" dirty="0">
                <a:solidFill>
                  <a:srgbClr val="46424D"/>
                </a:solidFill>
                <a:latin typeface="Arial MT"/>
                <a:cs typeface="Arial MT"/>
              </a:rPr>
              <a:t>versions</a:t>
            </a:r>
            <a:r>
              <a:rPr sz="2400" spc="10" dirty="0">
                <a:solidFill>
                  <a:srgbClr val="46424D"/>
                </a:solidFill>
                <a:latin typeface="Arial MT"/>
                <a:cs typeface="Arial MT"/>
              </a:rPr>
              <a:t> </a:t>
            </a:r>
            <a:r>
              <a:rPr sz="2400" dirty="0">
                <a:solidFill>
                  <a:srgbClr val="46424D"/>
                </a:solidFill>
                <a:latin typeface="Arial MT"/>
                <a:cs typeface="Arial MT"/>
              </a:rPr>
              <a:t>for</a:t>
            </a:r>
            <a:r>
              <a:rPr sz="2400" spc="-10" dirty="0">
                <a:solidFill>
                  <a:srgbClr val="46424D"/>
                </a:solidFill>
                <a:latin typeface="Arial MT"/>
                <a:cs typeface="Arial MT"/>
              </a:rPr>
              <a:t> </a:t>
            </a:r>
            <a:r>
              <a:rPr sz="2400" spc="-5" dirty="0">
                <a:solidFill>
                  <a:srgbClr val="46424D"/>
                </a:solidFill>
                <a:latin typeface="Arial MT"/>
                <a:cs typeface="Arial MT"/>
              </a:rPr>
              <a:t>evaluation</a:t>
            </a:r>
            <a:endParaRPr sz="2400" dirty="0">
              <a:latin typeface="Arial MT"/>
              <a:cs typeface="Arial MT"/>
            </a:endParaRPr>
          </a:p>
          <a:p>
            <a:pPr marL="355600" marR="240665" indent="-342900">
              <a:lnSpc>
                <a:spcPct val="100000"/>
              </a:lnSpc>
              <a:spcBef>
                <a:spcPts val="1205"/>
              </a:spcBef>
              <a:buFont typeface="Wingdings"/>
              <a:buChar char=""/>
              <a:tabLst>
                <a:tab pos="355600" algn="l"/>
              </a:tabLst>
            </a:pPr>
            <a:r>
              <a:rPr sz="2400" spc="-5" dirty="0">
                <a:solidFill>
                  <a:srgbClr val="46424D"/>
                </a:solidFill>
                <a:latin typeface="Arial MT"/>
                <a:cs typeface="Arial MT"/>
              </a:rPr>
              <a:t>Extensive</a:t>
            </a:r>
            <a:r>
              <a:rPr sz="2400" spc="30" dirty="0">
                <a:solidFill>
                  <a:srgbClr val="46424D"/>
                </a:solidFill>
                <a:latin typeface="Arial MT"/>
                <a:cs typeface="Arial MT"/>
              </a:rPr>
              <a:t> </a:t>
            </a:r>
            <a:r>
              <a:rPr sz="2400" spc="-5" dirty="0">
                <a:solidFill>
                  <a:srgbClr val="46424D"/>
                </a:solidFill>
                <a:latin typeface="Arial MT"/>
                <a:cs typeface="Arial MT"/>
              </a:rPr>
              <a:t>tool</a:t>
            </a:r>
            <a:r>
              <a:rPr sz="2400" spc="5" dirty="0">
                <a:solidFill>
                  <a:srgbClr val="46424D"/>
                </a:solidFill>
                <a:latin typeface="Arial MT"/>
                <a:cs typeface="Arial MT"/>
              </a:rPr>
              <a:t> </a:t>
            </a:r>
            <a:r>
              <a:rPr sz="2400" spc="-5" dirty="0">
                <a:solidFill>
                  <a:srgbClr val="46424D"/>
                </a:solidFill>
                <a:latin typeface="Arial MT"/>
                <a:cs typeface="Arial MT"/>
              </a:rPr>
              <a:t>support</a:t>
            </a:r>
            <a:r>
              <a:rPr sz="2400" spc="10" dirty="0">
                <a:solidFill>
                  <a:srgbClr val="46424D"/>
                </a:solidFill>
                <a:latin typeface="Arial MT"/>
                <a:cs typeface="Arial MT"/>
              </a:rPr>
              <a:t> </a:t>
            </a:r>
            <a:r>
              <a:rPr sz="2400" dirty="0">
                <a:solidFill>
                  <a:srgbClr val="46424D"/>
                </a:solidFill>
                <a:latin typeface="Arial MT"/>
                <a:cs typeface="Arial MT"/>
              </a:rPr>
              <a:t>(e.g.</a:t>
            </a:r>
            <a:r>
              <a:rPr sz="2400" spc="-10" dirty="0">
                <a:solidFill>
                  <a:srgbClr val="46424D"/>
                </a:solidFill>
                <a:latin typeface="Arial MT"/>
                <a:cs typeface="Arial MT"/>
              </a:rPr>
              <a:t> </a:t>
            </a:r>
            <a:r>
              <a:rPr sz="2400" dirty="0">
                <a:solidFill>
                  <a:srgbClr val="46424D"/>
                </a:solidFill>
                <a:latin typeface="Arial MT"/>
                <a:cs typeface="Arial MT"/>
              </a:rPr>
              <a:t>automated</a:t>
            </a:r>
            <a:r>
              <a:rPr sz="2400" spc="10" dirty="0">
                <a:solidFill>
                  <a:srgbClr val="46424D"/>
                </a:solidFill>
                <a:latin typeface="Arial MT"/>
                <a:cs typeface="Arial MT"/>
              </a:rPr>
              <a:t> </a:t>
            </a:r>
            <a:r>
              <a:rPr sz="2400" dirty="0">
                <a:solidFill>
                  <a:srgbClr val="46424D"/>
                </a:solidFill>
                <a:latin typeface="Arial MT"/>
                <a:cs typeface="Arial MT"/>
              </a:rPr>
              <a:t>testing </a:t>
            </a:r>
            <a:r>
              <a:rPr sz="2400" spc="-5" dirty="0">
                <a:solidFill>
                  <a:srgbClr val="46424D"/>
                </a:solidFill>
                <a:latin typeface="Arial MT"/>
                <a:cs typeface="Arial MT"/>
              </a:rPr>
              <a:t>tools) </a:t>
            </a:r>
            <a:r>
              <a:rPr sz="2400" spc="-650" dirty="0">
                <a:solidFill>
                  <a:srgbClr val="46424D"/>
                </a:solidFill>
                <a:latin typeface="Arial MT"/>
                <a:cs typeface="Arial MT"/>
              </a:rPr>
              <a:t> </a:t>
            </a:r>
            <a:r>
              <a:rPr sz="2400" spc="-5" dirty="0">
                <a:solidFill>
                  <a:srgbClr val="46424D"/>
                </a:solidFill>
                <a:latin typeface="Arial MT"/>
                <a:cs typeface="Arial MT"/>
              </a:rPr>
              <a:t>used</a:t>
            </a:r>
            <a:r>
              <a:rPr sz="2400" spc="10" dirty="0">
                <a:solidFill>
                  <a:srgbClr val="46424D"/>
                </a:solidFill>
                <a:latin typeface="Arial MT"/>
                <a:cs typeface="Arial MT"/>
              </a:rPr>
              <a:t> </a:t>
            </a:r>
            <a:r>
              <a:rPr sz="2400" dirty="0">
                <a:solidFill>
                  <a:srgbClr val="46424D"/>
                </a:solidFill>
                <a:latin typeface="Arial MT"/>
                <a:cs typeface="Arial MT"/>
              </a:rPr>
              <a:t>to</a:t>
            </a:r>
            <a:r>
              <a:rPr sz="2400" spc="-15" dirty="0">
                <a:solidFill>
                  <a:srgbClr val="46424D"/>
                </a:solidFill>
                <a:latin typeface="Arial MT"/>
                <a:cs typeface="Arial MT"/>
              </a:rPr>
              <a:t> </a:t>
            </a:r>
            <a:r>
              <a:rPr sz="2400" spc="-5" dirty="0">
                <a:solidFill>
                  <a:srgbClr val="46424D"/>
                </a:solidFill>
                <a:latin typeface="Arial MT"/>
                <a:cs typeface="Arial MT"/>
              </a:rPr>
              <a:t>support</a:t>
            </a:r>
            <a:r>
              <a:rPr sz="2400" spc="5" dirty="0">
                <a:solidFill>
                  <a:srgbClr val="46424D"/>
                </a:solidFill>
                <a:latin typeface="Arial MT"/>
                <a:cs typeface="Arial MT"/>
              </a:rPr>
              <a:t> </a:t>
            </a:r>
            <a:r>
              <a:rPr sz="2400" dirty="0">
                <a:solidFill>
                  <a:srgbClr val="46424D"/>
                </a:solidFill>
                <a:latin typeface="Arial MT"/>
                <a:cs typeface="Arial MT"/>
              </a:rPr>
              <a:t>development.</a:t>
            </a:r>
            <a:endParaRPr sz="2400" dirty="0">
              <a:latin typeface="Arial MT"/>
              <a:cs typeface="Arial MT"/>
            </a:endParaRPr>
          </a:p>
          <a:p>
            <a:pPr marL="355600" indent="-342900">
              <a:lnSpc>
                <a:spcPct val="100000"/>
              </a:lnSpc>
              <a:spcBef>
                <a:spcPts val="1200"/>
              </a:spcBef>
              <a:buFont typeface="Wingdings"/>
              <a:buChar char=""/>
              <a:tabLst>
                <a:tab pos="355600" algn="l"/>
              </a:tabLst>
            </a:pPr>
            <a:r>
              <a:rPr sz="2400" dirty="0">
                <a:solidFill>
                  <a:srgbClr val="46424D"/>
                </a:solidFill>
                <a:latin typeface="Arial MT"/>
                <a:cs typeface="Arial MT"/>
              </a:rPr>
              <a:t>Minimal</a:t>
            </a:r>
            <a:r>
              <a:rPr sz="2400" spc="15" dirty="0">
                <a:solidFill>
                  <a:srgbClr val="46424D"/>
                </a:solidFill>
                <a:latin typeface="Arial MT"/>
                <a:cs typeface="Arial MT"/>
              </a:rPr>
              <a:t> </a:t>
            </a:r>
            <a:r>
              <a:rPr sz="2400" dirty="0">
                <a:solidFill>
                  <a:srgbClr val="46424D"/>
                </a:solidFill>
                <a:latin typeface="Arial MT"/>
                <a:cs typeface="Arial MT"/>
              </a:rPr>
              <a:t>documentation</a:t>
            </a:r>
            <a:r>
              <a:rPr sz="2400" spc="-10" dirty="0">
                <a:solidFill>
                  <a:srgbClr val="46424D"/>
                </a:solidFill>
                <a:latin typeface="Arial MT"/>
                <a:cs typeface="Arial MT"/>
              </a:rPr>
              <a:t> </a:t>
            </a:r>
            <a:r>
              <a:rPr sz="2400" dirty="0">
                <a:solidFill>
                  <a:srgbClr val="46424D"/>
                </a:solidFill>
                <a:latin typeface="Arial MT"/>
                <a:cs typeface="Arial MT"/>
              </a:rPr>
              <a:t>–</a:t>
            </a:r>
            <a:r>
              <a:rPr sz="2400" spc="-20" dirty="0">
                <a:solidFill>
                  <a:srgbClr val="46424D"/>
                </a:solidFill>
                <a:latin typeface="Arial MT"/>
                <a:cs typeface="Arial MT"/>
              </a:rPr>
              <a:t> </a:t>
            </a:r>
            <a:r>
              <a:rPr sz="2400" dirty="0">
                <a:solidFill>
                  <a:srgbClr val="46424D"/>
                </a:solidFill>
                <a:latin typeface="Arial MT"/>
                <a:cs typeface="Arial MT"/>
              </a:rPr>
              <a:t>focus on</a:t>
            </a:r>
            <a:r>
              <a:rPr sz="2400" spc="-15" dirty="0">
                <a:solidFill>
                  <a:srgbClr val="46424D"/>
                </a:solidFill>
                <a:latin typeface="Arial MT"/>
                <a:cs typeface="Arial MT"/>
              </a:rPr>
              <a:t> </a:t>
            </a:r>
            <a:r>
              <a:rPr sz="2400" spc="-5" dirty="0">
                <a:solidFill>
                  <a:srgbClr val="46424D"/>
                </a:solidFill>
                <a:latin typeface="Arial MT"/>
                <a:cs typeface="Arial MT"/>
              </a:rPr>
              <a:t>working</a:t>
            </a:r>
            <a:r>
              <a:rPr sz="2400" spc="15" dirty="0">
                <a:solidFill>
                  <a:srgbClr val="46424D"/>
                </a:solidFill>
                <a:latin typeface="Arial MT"/>
                <a:cs typeface="Arial MT"/>
              </a:rPr>
              <a:t> </a:t>
            </a:r>
            <a:r>
              <a:rPr sz="2400" spc="-5" dirty="0">
                <a:solidFill>
                  <a:srgbClr val="46424D"/>
                </a:solidFill>
                <a:latin typeface="Arial MT"/>
                <a:cs typeface="Arial MT"/>
              </a:rPr>
              <a:t>code</a:t>
            </a:r>
            <a:endParaRPr sz="2400" dirty="0">
              <a:latin typeface="Arial MT"/>
              <a:cs typeface="Arial MT"/>
            </a:endParaRPr>
          </a:p>
        </p:txBody>
      </p:sp>
      <p:sp>
        <p:nvSpPr>
          <p:cNvPr id="3" name="object 3"/>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a:t>
            </a:fld>
            <a:endParaRPr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5051425" cy="391160"/>
          </a:xfrm>
          <a:prstGeom prst="rect">
            <a:avLst/>
          </a:prstGeom>
        </p:spPr>
        <p:txBody>
          <a:bodyPr vert="horz" wrap="square" lIns="0" tIns="12700" rIns="0" bIns="0" rtlCol="0">
            <a:spAutoFit/>
          </a:bodyPr>
          <a:lstStyle/>
          <a:p>
            <a:pPr marL="12700">
              <a:lnSpc>
                <a:spcPct val="100000"/>
              </a:lnSpc>
              <a:spcBef>
                <a:spcPts val="100"/>
              </a:spcBef>
            </a:pPr>
            <a:r>
              <a:rPr spc="-5" dirty="0"/>
              <a:t>Plan-driven</a:t>
            </a:r>
            <a:r>
              <a:rPr spc="-10" dirty="0"/>
              <a:t> </a:t>
            </a:r>
            <a:r>
              <a:rPr dirty="0"/>
              <a:t>and</a:t>
            </a:r>
            <a:r>
              <a:rPr spc="-10" dirty="0"/>
              <a:t> </a:t>
            </a:r>
            <a:r>
              <a:rPr spc="-5" dirty="0"/>
              <a:t>agile</a:t>
            </a:r>
            <a:r>
              <a:rPr dirty="0"/>
              <a:t> </a:t>
            </a:r>
            <a:r>
              <a:rPr spc="-5" dirty="0"/>
              <a:t>development</a:t>
            </a:r>
          </a:p>
        </p:txBody>
      </p:sp>
      <p:grpSp>
        <p:nvGrpSpPr>
          <p:cNvPr id="3" name="object 3"/>
          <p:cNvGrpSpPr/>
          <p:nvPr/>
        </p:nvGrpSpPr>
        <p:grpSpPr>
          <a:xfrm>
            <a:off x="2765440" y="4661077"/>
            <a:ext cx="4121150" cy="1464310"/>
            <a:chOff x="2765440" y="4661077"/>
            <a:chExt cx="4121150" cy="1464310"/>
          </a:xfrm>
        </p:grpSpPr>
        <p:sp>
          <p:nvSpPr>
            <p:cNvPr id="4" name="object 4"/>
            <p:cNvSpPr/>
            <p:nvPr/>
          </p:nvSpPr>
          <p:spPr>
            <a:xfrm>
              <a:off x="3901239" y="4662688"/>
              <a:ext cx="1529715" cy="364490"/>
            </a:xfrm>
            <a:custGeom>
              <a:avLst/>
              <a:gdLst/>
              <a:ahLst/>
              <a:cxnLst/>
              <a:rect l="l" t="t" r="r" b="b"/>
              <a:pathLst>
                <a:path w="1529714" h="364489">
                  <a:moveTo>
                    <a:pt x="0" y="331777"/>
                  </a:moveTo>
                  <a:lnTo>
                    <a:pt x="83847" y="278351"/>
                  </a:lnTo>
                  <a:lnTo>
                    <a:pt x="286772" y="161661"/>
                  </a:lnTo>
                  <a:lnTo>
                    <a:pt x="535847" y="47084"/>
                  </a:lnTo>
                  <a:lnTo>
                    <a:pt x="758145" y="0"/>
                  </a:lnTo>
                  <a:lnTo>
                    <a:pt x="982579" y="61630"/>
                  </a:lnTo>
                  <a:lnTo>
                    <a:pt x="1236144" y="186228"/>
                  </a:lnTo>
                  <a:lnTo>
                    <a:pt x="1443518" y="308713"/>
                  </a:lnTo>
                  <a:lnTo>
                    <a:pt x="1529381" y="364003"/>
                  </a:lnTo>
                </a:path>
              </a:pathLst>
            </a:custGeom>
            <a:ln w="3221">
              <a:solidFill>
                <a:srgbClr val="000000"/>
              </a:solidFill>
            </a:ln>
          </p:spPr>
          <p:txBody>
            <a:bodyPr wrap="square" lIns="0" tIns="0" rIns="0" bIns="0" rtlCol="0"/>
            <a:lstStyle/>
            <a:p>
              <a:endParaRPr/>
            </a:p>
          </p:txBody>
        </p:sp>
        <p:pic>
          <p:nvPicPr>
            <p:cNvPr id="5" name="object 5"/>
            <p:cNvPicPr/>
            <p:nvPr/>
          </p:nvPicPr>
          <p:blipFill>
            <a:blip r:embed="rId2" cstate="print"/>
            <a:stretch>
              <a:fillRect/>
            </a:stretch>
          </p:blipFill>
          <p:spPr>
            <a:xfrm>
              <a:off x="5364632" y="4967091"/>
              <a:ext cx="109442" cy="90196"/>
            </a:xfrm>
            <a:prstGeom prst="rect">
              <a:avLst/>
            </a:prstGeom>
          </p:spPr>
        </p:pic>
        <p:pic>
          <p:nvPicPr>
            <p:cNvPr id="6" name="object 6"/>
            <p:cNvPicPr/>
            <p:nvPr/>
          </p:nvPicPr>
          <p:blipFill>
            <a:blip r:embed="rId3" cstate="print"/>
            <a:stretch>
              <a:fillRect/>
            </a:stretch>
          </p:blipFill>
          <p:spPr>
            <a:xfrm>
              <a:off x="2765440" y="4995290"/>
              <a:ext cx="1512403" cy="698198"/>
            </a:xfrm>
            <a:prstGeom prst="rect">
              <a:avLst/>
            </a:prstGeom>
          </p:spPr>
        </p:pic>
        <p:pic>
          <p:nvPicPr>
            <p:cNvPr id="7" name="object 7"/>
            <p:cNvPicPr/>
            <p:nvPr/>
          </p:nvPicPr>
          <p:blipFill>
            <a:blip r:embed="rId4" cstate="print"/>
            <a:stretch>
              <a:fillRect/>
            </a:stretch>
          </p:blipFill>
          <p:spPr>
            <a:xfrm>
              <a:off x="5394400" y="4995290"/>
              <a:ext cx="1491567" cy="686926"/>
            </a:xfrm>
            <a:prstGeom prst="rect">
              <a:avLst/>
            </a:prstGeom>
          </p:spPr>
        </p:pic>
        <p:sp>
          <p:nvSpPr>
            <p:cNvPr id="8" name="object 8"/>
            <p:cNvSpPr/>
            <p:nvPr/>
          </p:nvSpPr>
          <p:spPr>
            <a:xfrm>
              <a:off x="3113973" y="5617785"/>
              <a:ext cx="3424554" cy="506095"/>
            </a:xfrm>
            <a:custGeom>
              <a:avLst/>
              <a:gdLst/>
              <a:ahLst/>
              <a:cxnLst/>
              <a:rect l="l" t="t" r="r" b="b"/>
              <a:pathLst>
                <a:path w="3424554" h="506095">
                  <a:moveTo>
                    <a:pt x="3424144" y="0"/>
                  </a:moveTo>
                  <a:lnTo>
                    <a:pt x="3407188" y="79020"/>
                  </a:lnTo>
                  <a:lnTo>
                    <a:pt x="3240213" y="252864"/>
                  </a:lnTo>
                  <a:lnTo>
                    <a:pt x="2749061" y="426709"/>
                  </a:lnTo>
                  <a:lnTo>
                    <a:pt x="1759571" y="505729"/>
                  </a:lnTo>
                  <a:lnTo>
                    <a:pt x="755907" y="440299"/>
                  </a:lnTo>
                  <a:lnTo>
                    <a:pt x="232025" y="296352"/>
                  </a:lnTo>
                  <a:lnTo>
                    <a:pt x="32022" y="152405"/>
                  </a:lnTo>
                  <a:lnTo>
                    <a:pt x="0" y="86975"/>
                  </a:lnTo>
                </a:path>
              </a:pathLst>
            </a:custGeom>
            <a:ln w="3221">
              <a:solidFill>
                <a:srgbClr val="000000"/>
              </a:solidFill>
            </a:ln>
          </p:spPr>
          <p:txBody>
            <a:bodyPr wrap="square" lIns="0" tIns="0" rIns="0" bIns="0" rtlCol="0"/>
            <a:lstStyle/>
            <a:p>
              <a:endParaRPr/>
            </a:p>
          </p:txBody>
        </p:sp>
        <p:pic>
          <p:nvPicPr>
            <p:cNvPr id="9" name="object 9"/>
            <p:cNvPicPr/>
            <p:nvPr/>
          </p:nvPicPr>
          <p:blipFill>
            <a:blip r:embed="rId5" cstate="print"/>
            <a:stretch>
              <a:fillRect/>
            </a:stretch>
          </p:blipFill>
          <p:spPr>
            <a:xfrm>
              <a:off x="3085003" y="5651600"/>
              <a:ext cx="66009" cy="112739"/>
            </a:xfrm>
            <a:prstGeom prst="rect">
              <a:avLst/>
            </a:prstGeom>
          </p:spPr>
        </p:pic>
      </p:grpSp>
      <p:grpSp>
        <p:nvGrpSpPr>
          <p:cNvPr id="10" name="object 10"/>
          <p:cNvGrpSpPr/>
          <p:nvPr/>
        </p:nvGrpSpPr>
        <p:grpSpPr>
          <a:xfrm>
            <a:off x="1751211" y="2146699"/>
            <a:ext cx="5692140" cy="1572260"/>
            <a:chOff x="1751211" y="2146699"/>
            <a:chExt cx="5692140" cy="1572260"/>
          </a:xfrm>
        </p:grpSpPr>
        <p:pic>
          <p:nvPicPr>
            <p:cNvPr id="11" name="object 11"/>
            <p:cNvPicPr/>
            <p:nvPr/>
          </p:nvPicPr>
          <p:blipFill>
            <a:blip r:embed="rId6" cstate="print"/>
            <a:stretch>
              <a:fillRect/>
            </a:stretch>
          </p:blipFill>
          <p:spPr>
            <a:xfrm>
              <a:off x="3886639" y="2563964"/>
              <a:ext cx="1418452" cy="620274"/>
            </a:xfrm>
            <a:prstGeom prst="rect">
              <a:avLst/>
            </a:prstGeom>
          </p:spPr>
        </p:pic>
        <p:pic>
          <p:nvPicPr>
            <p:cNvPr id="12" name="object 12"/>
            <p:cNvPicPr/>
            <p:nvPr/>
          </p:nvPicPr>
          <p:blipFill>
            <a:blip r:embed="rId7" cstate="print"/>
            <a:stretch>
              <a:fillRect/>
            </a:stretch>
          </p:blipFill>
          <p:spPr>
            <a:xfrm>
              <a:off x="1751211" y="2505189"/>
              <a:ext cx="1491558" cy="686991"/>
            </a:xfrm>
            <a:prstGeom prst="rect">
              <a:avLst/>
            </a:prstGeom>
          </p:spPr>
        </p:pic>
        <p:pic>
          <p:nvPicPr>
            <p:cNvPr id="13" name="object 13"/>
            <p:cNvPicPr/>
            <p:nvPr/>
          </p:nvPicPr>
          <p:blipFill>
            <a:blip r:embed="rId8" cstate="print"/>
            <a:stretch>
              <a:fillRect/>
            </a:stretch>
          </p:blipFill>
          <p:spPr>
            <a:xfrm>
              <a:off x="5941818" y="2505189"/>
              <a:ext cx="1491352" cy="686991"/>
            </a:xfrm>
            <a:prstGeom prst="rect">
              <a:avLst/>
            </a:prstGeom>
          </p:spPr>
        </p:pic>
        <p:sp>
          <p:nvSpPr>
            <p:cNvPr id="14" name="object 14"/>
            <p:cNvSpPr/>
            <p:nvPr/>
          </p:nvSpPr>
          <p:spPr>
            <a:xfrm>
              <a:off x="2598808" y="3127770"/>
              <a:ext cx="4121785" cy="589915"/>
            </a:xfrm>
            <a:custGeom>
              <a:avLst/>
              <a:gdLst/>
              <a:ahLst/>
              <a:cxnLst/>
              <a:rect l="l" t="t" r="r" b="b"/>
              <a:pathLst>
                <a:path w="4121784" h="589914">
                  <a:moveTo>
                    <a:pt x="4121281" y="0"/>
                  </a:moveTo>
                  <a:lnTo>
                    <a:pt x="4049025" y="92120"/>
                  </a:lnTo>
                  <a:lnTo>
                    <a:pt x="3760502" y="294784"/>
                  </a:lnTo>
                  <a:lnTo>
                    <a:pt x="3148083" y="497448"/>
                  </a:lnTo>
                  <a:lnTo>
                    <a:pt x="2104138" y="589568"/>
                  </a:lnTo>
                  <a:lnTo>
                    <a:pt x="1045929" y="505768"/>
                  </a:lnTo>
                  <a:lnTo>
                    <a:pt x="403680" y="321407"/>
                  </a:lnTo>
                  <a:lnTo>
                    <a:pt x="85626" y="137046"/>
                  </a:lnTo>
                  <a:lnTo>
                    <a:pt x="0" y="53245"/>
                  </a:lnTo>
                </a:path>
              </a:pathLst>
            </a:custGeom>
            <a:ln w="3221">
              <a:solidFill>
                <a:srgbClr val="000000"/>
              </a:solidFill>
            </a:ln>
          </p:spPr>
          <p:txBody>
            <a:bodyPr wrap="square" lIns="0" tIns="0" rIns="0" bIns="0" rtlCol="0"/>
            <a:lstStyle/>
            <a:p>
              <a:endParaRPr/>
            </a:p>
          </p:txBody>
        </p:sp>
        <p:pic>
          <p:nvPicPr>
            <p:cNvPr id="15" name="object 15"/>
            <p:cNvPicPr/>
            <p:nvPr/>
          </p:nvPicPr>
          <p:blipFill>
            <a:blip r:embed="rId9" cstate="print"/>
            <a:stretch>
              <a:fillRect/>
            </a:stretch>
          </p:blipFill>
          <p:spPr>
            <a:xfrm>
              <a:off x="2568228" y="3137539"/>
              <a:ext cx="90150" cy="109497"/>
            </a:xfrm>
            <a:prstGeom prst="rect">
              <a:avLst/>
            </a:prstGeom>
          </p:spPr>
        </p:pic>
        <p:sp>
          <p:nvSpPr>
            <p:cNvPr id="16" name="object 16"/>
            <p:cNvSpPr/>
            <p:nvPr/>
          </p:nvSpPr>
          <p:spPr>
            <a:xfrm>
              <a:off x="5238991" y="2826545"/>
              <a:ext cx="655320" cy="0"/>
            </a:xfrm>
            <a:custGeom>
              <a:avLst/>
              <a:gdLst/>
              <a:ahLst/>
              <a:cxnLst/>
              <a:rect l="l" t="t" r="r" b="b"/>
              <a:pathLst>
                <a:path w="655320">
                  <a:moveTo>
                    <a:pt x="0" y="0"/>
                  </a:moveTo>
                  <a:lnTo>
                    <a:pt x="0" y="0"/>
                  </a:lnTo>
                  <a:lnTo>
                    <a:pt x="655142" y="0"/>
                  </a:lnTo>
                </a:path>
              </a:pathLst>
            </a:custGeom>
            <a:ln w="3221">
              <a:solidFill>
                <a:srgbClr val="000000"/>
              </a:solidFill>
            </a:ln>
          </p:spPr>
          <p:txBody>
            <a:bodyPr wrap="square" lIns="0" tIns="0" rIns="0" bIns="0" rtlCol="0"/>
            <a:lstStyle/>
            <a:p>
              <a:endParaRPr/>
            </a:p>
          </p:txBody>
        </p:sp>
        <p:pic>
          <p:nvPicPr>
            <p:cNvPr id="17" name="object 17"/>
            <p:cNvPicPr/>
            <p:nvPr/>
          </p:nvPicPr>
          <p:blipFill>
            <a:blip r:embed="rId10" cstate="print"/>
            <a:stretch>
              <a:fillRect/>
            </a:stretch>
          </p:blipFill>
          <p:spPr>
            <a:xfrm>
              <a:off x="5834583" y="2794447"/>
              <a:ext cx="111159" cy="65913"/>
            </a:xfrm>
            <a:prstGeom prst="rect">
              <a:avLst/>
            </a:prstGeom>
          </p:spPr>
        </p:pic>
        <p:sp>
          <p:nvSpPr>
            <p:cNvPr id="18" name="object 18"/>
            <p:cNvSpPr/>
            <p:nvPr/>
          </p:nvSpPr>
          <p:spPr>
            <a:xfrm>
              <a:off x="3167106" y="2842647"/>
              <a:ext cx="634365" cy="0"/>
            </a:xfrm>
            <a:custGeom>
              <a:avLst/>
              <a:gdLst/>
              <a:ahLst/>
              <a:cxnLst/>
              <a:rect l="l" t="t" r="r" b="b"/>
              <a:pathLst>
                <a:path w="634364">
                  <a:moveTo>
                    <a:pt x="0" y="0"/>
                  </a:moveTo>
                  <a:lnTo>
                    <a:pt x="0" y="0"/>
                  </a:lnTo>
                  <a:lnTo>
                    <a:pt x="634284" y="0"/>
                  </a:lnTo>
                </a:path>
              </a:pathLst>
            </a:custGeom>
            <a:ln w="3221">
              <a:solidFill>
                <a:srgbClr val="000000"/>
              </a:solidFill>
            </a:ln>
          </p:spPr>
          <p:txBody>
            <a:bodyPr wrap="square" lIns="0" tIns="0" rIns="0" bIns="0" rtlCol="0"/>
            <a:lstStyle/>
            <a:p>
              <a:endParaRPr/>
            </a:p>
          </p:txBody>
        </p:sp>
        <p:pic>
          <p:nvPicPr>
            <p:cNvPr id="19" name="object 19"/>
            <p:cNvPicPr/>
            <p:nvPr/>
          </p:nvPicPr>
          <p:blipFill>
            <a:blip r:embed="rId11" cstate="print"/>
            <a:stretch>
              <a:fillRect/>
            </a:stretch>
          </p:blipFill>
          <p:spPr>
            <a:xfrm>
              <a:off x="3741819" y="2810549"/>
              <a:ext cx="111095" cy="65913"/>
            </a:xfrm>
            <a:prstGeom prst="rect">
              <a:avLst/>
            </a:prstGeom>
          </p:spPr>
        </p:pic>
        <p:sp>
          <p:nvSpPr>
            <p:cNvPr id="20" name="object 20"/>
            <p:cNvSpPr/>
            <p:nvPr/>
          </p:nvSpPr>
          <p:spPr>
            <a:xfrm>
              <a:off x="2180250" y="2157223"/>
              <a:ext cx="1073785" cy="422909"/>
            </a:xfrm>
            <a:custGeom>
              <a:avLst/>
              <a:gdLst/>
              <a:ahLst/>
              <a:cxnLst/>
              <a:rect l="l" t="t" r="r" b="b"/>
              <a:pathLst>
                <a:path w="1073785" h="422910">
                  <a:moveTo>
                    <a:pt x="912800" y="422845"/>
                  </a:moveTo>
                  <a:lnTo>
                    <a:pt x="943838" y="414290"/>
                  </a:lnTo>
                  <a:lnTo>
                    <a:pt x="1008984" y="378563"/>
                  </a:lnTo>
                  <a:lnTo>
                    <a:pt x="1066284" y="300566"/>
                  </a:lnTo>
                  <a:lnTo>
                    <a:pt x="1073785" y="165204"/>
                  </a:lnTo>
                  <a:lnTo>
                    <a:pt x="1063343" y="130339"/>
                  </a:lnTo>
                  <a:lnTo>
                    <a:pt x="1024777" y="75671"/>
                  </a:lnTo>
                  <a:lnTo>
                    <a:pt x="965960" y="38457"/>
                  </a:lnTo>
                  <a:lnTo>
                    <a:pt x="890879" y="15543"/>
                  </a:lnTo>
                  <a:lnTo>
                    <a:pt x="848486" y="8463"/>
                  </a:lnTo>
                  <a:lnTo>
                    <a:pt x="803523" y="3776"/>
                  </a:lnTo>
                  <a:lnTo>
                    <a:pt x="756488" y="1086"/>
                  </a:lnTo>
                  <a:lnTo>
                    <a:pt x="707879" y="0"/>
                  </a:lnTo>
                  <a:lnTo>
                    <a:pt x="658196" y="123"/>
                  </a:lnTo>
                  <a:lnTo>
                    <a:pt x="607937" y="1061"/>
                  </a:lnTo>
                  <a:lnTo>
                    <a:pt x="557600" y="2420"/>
                  </a:lnTo>
                  <a:lnTo>
                    <a:pt x="507684" y="3805"/>
                  </a:lnTo>
                  <a:lnTo>
                    <a:pt x="458687" y="4823"/>
                  </a:lnTo>
                  <a:lnTo>
                    <a:pt x="411108" y="5079"/>
                  </a:lnTo>
                  <a:lnTo>
                    <a:pt x="365446" y="4178"/>
                  </a:lnTo>
                  <a:lnTo>
                    <a:pt x="194920" y="41144"/>
                  </a:lnTo>
                  <a:lnTo>
                    <a:pt x="81900" y="133562"/>
                  </a:lnTo>
                  <a:lnTo>
                    <a:pt x="19292" y="228114"/>
                  </a:lnTo>
                  <a:lnTo>
                    <a:pt x="0" y="271481"/>
                  </a:lnTo>
                </a:path>
              </a:pathLst>
            </a:custGeom>
            <a:ln w="3221">
              <a:solidFill>
                <a:srgbClr val="000000"/>
              </a:solidFill>
            </a:ln>
          </p:spPr>
          <p:txBody>
            <a:bodyPr wrap="square" lIns="0" tIns="0" rIns="0" bIns="0" rtlCol="0"/>
            <a:lstStyle/>
            <a:p>
              <a:endParaRPr/>
            </a:p>
          </p:txBody>
        </p:sp>
        <p:pic>
          <p:nvPicPr>
            <p:cNvPr id="21" name="object 21"/>
            <p:cNvPicPr/>
            <p:nvPr/>
          </p:nvPicPr>
          <p:blipFill>
            <a:blip r:embed="rId12" cstate="print"/>
            <a:stretch>
              <a:fillRect/>
            </a:stretch>
          </p:blipFill>
          <p:spPr>
            <a:xfrm>
              <a:off x="2160937" y="2362684"/>
              <a:ext cx="69206" cy="115938"/>
            </a:xfrm>
            <a:prstGeom prst="rect">
              <a:avLst/>
            </a:prstGeom>
          </p:spPr>
        </p:pic>
        <p:sp>
          <p:nvSpPr>
            <p:cNvPr id="22" name="object 22"/>
            <p:cNvSpPr/>
            <p:nvPr/>
          </p:nvSpPr>
          <p:spPr>
            <a:xfrm>
              <a:off x="6367518" y="2148310"/>
              <a:ext cx="1074420" cy="422275"/>
            </a:xfrm>
            <a:custGeom>
              <a:avLst/>
              <a:gdLst/>
              <a:ahLst/>
              <a:cxnLst/>
              <a:rect l="l" t="t" r="r" b="b"/>
              <a:pathLst>
                <a:path w="1074420" h="422275">
                  <a:moveTo>
                    <a:pt x="912864" y="422096"/>
                  </a:moveTo>
                  <a:lnTo>
                    <a:pt x="944137" y="413542"/>
                  </a:lnTo>
                  <a:lnTo>
                    <a:pt x="1009671" y="377814"/>
                  </a:lnTo>
                  <a:lnTo>
                    <a:pt x="1067037" y="299818"/>
                  </a:lnTo>
                  <a:lnTo>
                    <a:pt x="1073807" y="164455"/>
                  </a:lnTo>
                  <a:lnTo>
                    <a:pt x="1063366" y="129605"/>
                  </a:lnTo>
                  <a:lnTo>
                    <a:pt x="1024882" y="75041"/>
                  </a:lnTo>
                  <a:lnTo>
                    <a:pt x="966216" y="37996"/>
                  </a:lnTo>
                  <a:lnTo>
                    <a:pt x="891314" y="15271"/>
                  </a:lnTo>
                  <a:lnTo>
                    <a:pt x="849007" y="8280"/>
                  </a:lnTo>
                  <a:lnTo>
                    <a:pt x="804121" y="3671"/>
                  </a:lnTo>
                  <a:lnTo>
                    <a:pt x="757148" y="1044"/>
                  </a:lnTo>
                  <a:lnTo>
                    <a:pt x="708583" y="0"/>
                  </a:lnTo>
                  <a:lnTo>
                    <a:pt x="658917" y="138"/>
                  </a:lnTo>
                  <a:lnTo>
                    <a:pt x="608645" y="1059"/>
                  </a:lnTo>
                  <a:lnTo>
                    <a:pt x="558259" y="2364"/>
                  </a:lnTo>
                  <a:lnTo>
                    <a:pt x="508253" y="3653"/>
                  </a:lnTo>
                  <a:lnTo>
                    <a:pt x="459120" y="4527"/>
                  </a:lnTo>
                  <a:lnTo>
                    <a:pt x="411353" y="4586"/>
                  </a:lnTo>
                  <a:lnTo>
                    <a:pt x="365446" y="3430"/>
                  </a:lnTo>
                  <a:lnTo>
                    <a:pt x="194911" y="41388"/>
                  </a:lnTo>
                  <a:lnTo>
                    <a:pt x="81892" y="134317"/>
                  </a:lnTo>
                  <a:lnTo>
                    <a:pt x="19289" y="229057"/>
                  </a:lnTo>
                  <a:lnTo>
                    <a:pt x="0" y="272450"/>
                  </a:lnTo>
                </a:path>
              </a:pathLst>
            </a:custGeom>
            <a:ln w="3221">
              <a:solidFill>
                <a:srgbClr val="000000"/>
              </a:solidFill>
            </a:ln>
          </p:spPr>
          <p:txBody>
            <a:bodyPr wrap="square" lIns="0" tIns="0" rIns="0" bIns="0" rtlCol="0"/>
            <a:lstStyle/>
            <a:p>
              <a:endParaRPr/>
            </a:p>
          </p:txBody>
        </p:sp>
        <p:pic>
          <p:nvPicPr>
            <p:cNvPr id="23" name="object 23"/>
            <p:cNvPicPr/>
            <p:nvPr/>
          </p:nvPicPr>
          <p:blipFill>
            <a:blip r:embed="rId13" cstate="print"/>
            <a:stretch>
              <a:fillRect/>
            </a:stretch>
          </p:blipFill>
          <p:spPr>
            <a:xfrm>
              <a:off x="6349814" y="2354740"/>
              <a:ext cx="67597" cy="115938"/>
            </a:xfrm>
            <a:prstGeom prst="rect">
              <a:avLst/>
            </a:prstGeom>
          </p:spPr>
        </p:pic>
      </p:grpSp>
      <p:pic>
        <p:nvPicPr>
          <p:cNvPr id="24" name="object 24"/>
          <p:cNvPicPr/>
          <p:nvPr/>
        </p:nvPicPr>
        <p:blipFill>
          <a:blip r:embed="rId14" cstate="print"/>
          <a:stretch>
            <a:fillRect/>
          </a:stretch>
        </p:blipFill>
        <p:spPr>
          <a:xfrm>
            <a:off x="4046087" y="3778529"/>
            <a:ext cx="1647693" cy="383262"/>
          </a:xfrm>
          <a:prstGeom prst="rect">
            <a:avLst/>
          </a:prstGeom>
        </p:spPr>
      </p:pic>
      <p:grpSp>
        <p:nvGrpSpPr>
          <p:cNvPr id="25" name="object 25"/>
          <p:cNvGrpSpPr/>
          <p:nvPr/>
        </p:nvGrpSpPr>
        <p:grpSpPr>
          <a:xfrm>
            <a:off x="1827684" y="1813586"/>
            <a:ext cx="822960" cy="139065"/>
            <a:chOff x="1827684" y="1813586"/>
            <a:chExt cx="822960" cy="139065"/>
          </a:xfrm>
        </p:grpSpPr>
        <p:pic>
          <p:nvPicPr>
            <p:cNvPr id="26" name="object 26"/>
            <p:cNvPicPr/>
            <p:nvPr/>
          </p:nvPicPr>
          <p:blipFill>
            <a:blip r:embed="rId15" cstate="print"/>
            <a:stretch>
              <a:fillRect/>
            </a:stretch>
          </p:blipFill>
          <p:spPr>
            <a:xfrm>
              <a:off x="1827684" y="1813586"/>
              <a:ext cx="209285" cy="138482"/>
            </a:xfrm>
            <a:prstGeom prst="rect">
              <a:avLst/>
            </a:prstGeom>
          </p:spPr>
        </p:pic>
        <p:sp>
          <p:nvSpPr>
            <p:cNvPr id="27" name="object 27"/>
            <p:cNvSpPr/>
            <p:nvPr/>
          </p:nvSpPr>
          <p:spPr>
            <a:xfrm>
              <a:off x="2057882" y="1813597"/>
              <a:ext cx="592455" cy="139065"/>
            </a:xfrm>
            <a:custGeom>
              <a:avLst/>
              <a:gdLst/>
              <a:ahLst/>
              <a:cxnLst/>
              <a:rect l="l" t="t" r="r" b="b"/>
              <a:pathLst>
                <a:path w="592455" h="139064">
                  <a:moveTo>
                    <a:pt x="78879" y="135255"/>
                  </a:moveTo>
                  <a:lnTo>
                    <a:pt x="77952" y="130200"/>
                  </a:lnTo>
                  <a:lnTo>
                    <a:pt x="77482" y="123774"/>
                  </a:lnTo>
                  <a:lnTo>
                    <a:pt x="77304" y="114604"/>
                  </a:lnTo>
                  <a:lnTo>
                    <a:pt x="77279" y="65913"/>
                  </a:lnTo>
                  <a:lnTo>
                    <a:pt x="74053" y="61188"/>
                  </a:lnTo>
                  <a:lnTo>
                    <a:pt x="72453" y="56248"/>
                  </a:lnTo>
                  <a:lnTo>
                    <a:pt x="69227" y="51523"/>
                  </a:lnTo>
                  <a:lnTo>
                    <a:pt x="64401" y="49809"/>
                  </a:lnTo>
                  <a:lnTo>
                    <a:pt x="59575" y="46583"/>
                  </a:lnTo>
                  <a:lnTo>
                    <a:pt x="49911" y="46583"/>
                  </a:lnTo>
                  <a:lnTo>
                    <a:pt x="39954" y="47879"/>
                  </a:lnTo>
                  <a:lnTo>
                    <a:pt x="31813" y="50850"/>
                  </a:lnTo>
                  <a:lnTo>
                    <a:pt x="25476" y="54102"/>
                  </a:lnTo>
                  <a:lnTo>
                    <a:pt x="20942" y="56248"/>
                  </a:lnTo>
                  <a:lnTo>
                    <a:pt x="20942" y="48298"/>
                  </a:lnTo>
                  <a:lnTo>
                    <a:pt x="19316" y="46583"/>
                  </a:lnTo>
                  <a:lnTo>
                    <a:pt x="11264" y="48298"/>
                  </a:lnTo>
                  <a:lnTo>
                    <a:pt x="9664" y="48298"/>
                  </a:lnTo>
                  <a:lnTo>
                    <a:pt x="1612" y="49809"/>
                  </a:lnTo>
                  <a:lnTo>
                    <a:pt x="0" y="51523"/>
                  </a:lnTo>
                  <a:lnTo>
                    <a:pt x="1181" y="60680"/>
                  </a:lnTo>
                  <a:lnTo>
                    <a:pt x="2209" y="71996"/>
                  </a:lnTo>
                  <a:lnTo>
                    <a:pt x="2946" y="86334"/>
                  </a:lnTo>
                  <a:lnTo>
                    <a:pt x="3175" y="101333"/>
                  </a:lnTo>
                  <a:lnTo>
                    <a:pt x="3175" y="106273"/>
                  </a:lnTo>
                  <a:lnTo>
                    <a:pt x="2971" y="113665"/>
                  </a:lnTo>
                  <a:lnTo>
                    <a:pt x="2413" y="121869"/>
                  </a:lnTo>
                  <a:lnTo>
                    <a:pt x="1866" y="129463"/>
                  </a:lnTo>
                  <a:lnTo>
                    <a:pt x="1612" y="136753"/>
                  </a:lnTo>
                  <a:lnTo>
                    <a:pt x="20942" y="136753"/>
                  </a:lnTo>
                  <a:lnTo>
                    <a:pt x="20942" y="70840"/>
                  </a:lnTo>
                  <a:lnTo>
                    <a:pt x="25781" y="67627"/>
                  </a:lnTo>
                  <a:lnTo>
                    <a:pt x="32207" y="61188"/>
                  </a:lnTo>
                  <a:lnTo>
                    <a:pt x="54749" y="61188"/>
                  </a:lnTo>
                  <a:lnTo>
                    <a:pt x="57962" y="74066"/>
                  </a:lnTo>
                  <a:lnTo>
                    <a:pt x="58889" y="76593"/>
                  </a:lnTo>
                  <a:lnTo>
                    <a:pt x="59372" y="81076"/>
                  </a:lnTo>
                  <a:lnTo>
                    <a:pt x="59474" y="86334"/>
                  </a:lnTo>
                  <a:lnTo>
                    <a:pt x="59575" y="136753"/>
                  </a:lnTo>
                  <a:lnTo>
                    <a:pt x="77279" y="136753"/>
                  </a:lnTo>
                  <a:lnTo>
                    <a:pt x="78879" y="135255"/>
                  </a:lnTo>
                  <a:close/>
                </a:path>
                <a:path w="592455" h="139064">
                  <a:moveTo>
                    <a:pt x="141681" y="82016"/>
                  </a:moveTo>
                  <a:lnTo>
                    <a:pt x="96608" y="82016"/>
                  </a:lnTo>
                  <a:lnTo>
                    <a:pt x="94983" y="88455"/>
                  </a:lnTo>
                  <a:lnTo>
                    <a:pt x="94983" y="94894"/>
                  </a:lnTo>
                  <a:lnTo>
                    <a:pt x="96608" y="96608"/>
                  </a:lnTo>
                  <a:lnTo>
                    <a:pt x="140068" y="96608"/>
                  </a:lnTo>
                  <a:lnTo>
                    <a:pt x="140068" y="94894"/>
                  </a:lnTo>
                  <a:lnTo>
                    <a:pt x="141681" y="90170"/>
                  </a:lnTo>
                  <a:lnTo>
                    <a:pt x="141681" y="82016"/>
                  </a:lnTo>
                  <a:close/>
                </a:path>
                <a:path w="592455" h="139064">
                  <a:moveTo>
                    <a:pt x="239864" y="88455"/>
                  </a:moveTo>
                  <a:lnTo>
                    <a:pt x="221297" y="53022"/>
                  </a:lnTo>
                  <a:lnTo>
                    <a:pt x="220560" y="52527"/>
                  </a:lnTo>
                  <a:lnTo>
                    <a:pt x="220560" y="77292"/>
                  </a:lnTo>
                  <a:lnTo>
                    <a:pt x="220560" y="88455"/>
                  </a:lnTo>
                  <a:lnTo>
                    <a:pt x="196011" y="122669"/>
                  </a:lnTo>
                  <a:lnTo>
                    <a:pt x="181927" y="123875"/>
                  </a:lnTo>
                  <a:lnTo>
                    <a:pt x="177101" y="123875"/>
                  </a:lnTo>
                  <a:lnTo>
                    <a:pt x="177101" y="65913"/>
                  </a:lnTo>
                  <a:lnTo>
                    <a:pt x="181927" y="64401"/>
                  </a:lnTo>
                  <a:lnTo>
                    <a:pt x="186766" y="59461"/>
                  </a:lnTo>
                  <a:lnTo>
                    <a:pt x="201244" y="59461"/>
                  </a:lnTo>
                  <a:lnTo>
                    <a:pt x="207683" y="62687"/>
                  </a:lnTo>
                  <a:lnTo>
                    <a:pt x="212509" y="67627"/>
                  </a:lnTo>
                  <a:lnTo>
                    <a:pt x="217335" y="72351"/>
                  </a:lnTo>
                  <a:lnTo>
                    <a:pt x="220560" y="77292"/>
                  </a:lnTo>
                  <a:lnTo>
                    <a:pt x="220560" y="52527"/>
                  </a:lnTo>
                  <a:lnTo>
                    <a:pt x="216103" y="49504"/>
                  </a:lnTo>
                  <a:lnTo>
                    <a:pt x="201244" y="46583"/>
                  </a:lnTo>
                  <a:lnTo>
                    <a:pt x="188366" y="46583"/>
                  </a:lnTo>
                  <a:lnTo>
                    <a:pt x="180327" y="51523"/>
                  </a:lnTo>
                  <a:lnTo>
                    <a:pt x="177101" y="53022"/>
                  </a:lnTo>
                  <a:lnTo>
                    <a:pt x="178714" y="1498"/>
                  </a:lnTo>
                  <a:lnTo>
                    <a:pt x="177101" y="0"/>
                  </a:lnTo>
                  <a:lnTo>
                    <a:pt x="159372" y="4724"/>
                  </a:lnTo>
                  <a:lnTo>
                    <a:pt x="157772" y="4724"/>
                  </a:lnTo>
                  <a:lnTo>
                    <a:pt x="158699" y="17487"/>
                  </a:lnTo>
                  <a:lnTo>
                    <a:pt x="159181" y="30378"/>
                  </a:lnTo>
                  <a:lnTo>
                    <a:pt x="159359" y="45351"/>
                  </a:lnTo>
                  <a:lnTo>
                    <a:pt x="159372" y="136753"/>
                  </a:lnTo>
                  <a:lnTo>
                    <a:pt x="189230" y="136753"/>
                  </a:lnTo>
                  <a:lnTo>
                    <a:pt x="202857" y="135394"/>
                  </a:lnTo>
                  <a:lnTo>
                    <a:pt x="216484" y="130695"/>
                  </a:lnTo>
                  <a:lnTo>
                    <a:pt x="224713" y="123875"/>
                  </a:lnTo>
                  <a:lnTo>
                    <a:pt x="228600" y="120662"/>
                  </a:lnTo>
                  <a:lnTo>
                    <a:pt x="234442" y="111823"/>
                  </a:lnTo>
                  <a:lnTo>
                    <a:pt x="237858" y="102781"/>
                  </a:lnTo>
                  <a:lnTo>
                    <a:pt x="239471" y="94627"/>
                  </a:lnTo>
                  <a:lnTo>
                    <a:pt x="239864" y="88455"/>
                  </a:lnTo>
                  <a:close/>
                </a:path>
                <a:path w="592455" h="139064">
                  <a:moveTo>
                    <a:pt x="325208" y="136753"/>
                  </a:moveTo>
                  <a:lnTo>
                    <a:pt x="325120" y="132956"/>
                  </a:lnTo>
                  <a:lnTo>
                    <a:pt x="325018" y="130314"/>
                  </a:lnTo>
                  <a:lnTo>
                    <a:pt x="324954" y="128841"/>
                  </a:lnTo>
                  <a:lnTo>
                    <a:pt x="324662" y="125590"/>
                  </a:lnTo>
                  <a:lnTo>
                    <a:pt x="324370" y="122085"/>
                  </a:lnTo>
                  <a:lnTo>
                    <a:pt x="323837" y="114147"/>
                  </a:lnTo>
                  <a:lnTo>
                    <a:pt x="323583" y="101333"/>
                  </a:lnTo>
                  <a:lnTo>
                    <a:pt x="323583" y="88455"/>
                  </a:lnTo>
                  <a:lnTo>
                    <a:pt x="323583" y="62687"/>
                  </a:lnTo>
                  <a:lnTo>
                    <a:pt x="321652" y="59461"/>
                  </a:lnTo>
                  <a:lnTo>
                    <a:pt x="318833" y="54737"/>
                  </a:lnTo>
                  <a:lnTo>
                    <a:pt x="312115" y="49809"/>
                  </a:lnTo>
                  <a:lnTo>
                    <a:pt x="307492" y="48399"/>
                  </a:lnTo>
                  <a:lnTo>
                    <a:pt x="307492" y="88455"/>
                  </a:lnTo>
                  <a:lnTo>
                    <a:pt x="307492" y="117436"/>
                  </a:lnTo>
                  <a:lnTo>
                    <a:pt x="304266" y="119151"/>
                  </a:lnTo>
                  <a:lnTo>
                    <a:pt x="299440" y="125590"/>
                  </a:lnTo>
                  <a:lnTo>
                    <a:pt x="272084" y="125590"/>
                  </a:lnTo>
                  <a:lnTo>
                    <a:pt x="272084" y="109486"/>
                  </a:lnTo>
                  <a:lnTo>
                    <a:pt x="274866" y="100495"/>
                  </a:lnTo>
                  <a:lnTo>
                    <a:pt x="282346" y="94703"/>
                  </a:lnTo>
                  <a:lnTo>
                    <a:pt x="293128" y="91046"/>
                  </a:lnTo>
                  <a:lnTo>
                    <a:pt x="305879" y="88455"/>
                  </a:lnTo>
                  <a:lnTo>
                    <a:pt x="307492" y="88455"/>
                  </a:lnTo>
                  <a:lnTo>
                    <a:pt x="307492" y="48399"/>
                  </a:lnTo>
                  <a:lnTo>
                    <a:pt x="303898" y="47294"/>
                  </a:lnTo>
                  <a:lnTo>
                    <a:pt x="294614" y="46583"/>
                  </a:lnTo>
                  <a:lnTo>
                    <a:pt x="287375" y="46901"/>
                  </a:lnTo>
                  <a:lnTo>
                    <a:pt x="280123" y="47840"/>
                  </a:lnTo>
                  <a:lnTo>
                    <a:pt x="272884" y="49390"/>
                  </a:lnTo>
                  <a:lnTo>
                    <a:pt x="265645" y="51523"/>
                  </a:lnTo>
                  <a:lnTo>
                    <a:pt x="264033" y="53022"/>
                  </a:lnTo>
                  <a:lnTo>
                    <a:pt x="264033" y="64401"/>
                  </a:lnTo>
                  <a:lnTo>
                    <a:pt x="265645" y="65913"/>
                  </a:lnTo>
                  <a:lnTo>
                    <a:pt x="270802" y="63538"/>
                  </a:lnTo>
                  <a:lnTo>
                    <a:pt x="276707" y="61480"/>
                  </a:lnTo>
                  <a:lnTo>
                    <a:pt x="283527" y="60020"/>
                  </a:lnTo>
                  <a:lnTo>
                    <a:pt x="291388" y="59461"/>
                  </a:lnTo>
                  <a:lnTo>
                    <a:pt x="299440" y="59461"/>
                  </a:lnTo>
                  <a:lnTo>
                    <a:pt x="302666" y="62687"/>
                  </a:lnTo>
                  <a:lnTo>
                    <a:pt x="305879" y="69126"/>
                  </a:lnTo>
                  <a:lnTo>
                    <a:pt x="305879" y="75565"/>
                  </a:lnTo>
                  <a:lnTo>
                    <a:pt x="304266" y="77292"/>
                  </a:lnTo>
                  <a:lnTo>
                    <a:pt x="283578" y="80530"/>
                  </a:lnTo>
                  <a:lnTo>
                    <a:pt x="267855" y="86334"/>
                  </a:lnTo>
                  <a:lnTo>
                    <a:pt x="257873" y="96037"/>
                  </a:lnTo>
                  <a:lnTo>
                    <a:pt x="254381" y="110998"/>
                  </a:lnTo>
                  <a:lnTo>
                    <a:pt x="256413" y="122085"/>
                  </a:lnTo>
                  <a:lnTo>
                    <a:pt x="262229" y="130771"/>
                  </a:lnTo>
                  <a:lnTo>
                    <a:pt x="271348" y="136448"/>
                  </a:lnTo>
                  <a:lnTo>
                    <a:pt x="283349" y="138480"/>
                  </a:lnTo>
                  <a:lnTo>
                    <a:pt x="292100" y="137655"/>
                  </a:lnTo>
                  <a:lnTo>
                    <a:pt x="299034" y="135610"/>
                  </a:lnTo>
                  <a:lnTo>
                    <a:pt x="304165" y="132956"/>
                  </a:lnTo>
                  <a:lnTo>
                    <a:pt x="307492" y="130314"/>
                  </a:lnTo>
                  <a:lnTo>
                    <a:pt x="305879" y="136753"/>
                  </a:lnTo>
                  <a:lnTo>
                    <a:pt x="325208" y="136753"/>
                  </a:lnTo>
                  <a:close/>
                </a:path>
                <a:path w="592455" h="139064">
                  <a:moveTo>
                    <a:pt x="407314" y="110998"/>
                  </a:moveTo>
                  <a:lnTo>
                    <a:pt x="378320" y="83731"/>
                  </a:lnTo>
                  <a:lnTo>
                    <a:pt x="368668" y="80505"/>
                  </a:lnTo>
                  <a:lnTo>
                    <a:pt x="360616" y="77292"/>
                  </a:lnTo>
                  <a:lnTo>
                    <a:pt x="360616" y="64401"/>
                  </a:lnTo>
                  <a:lnTo>
                    <a:pt x="365455" y="61188"/>
                  </a:lnTo>
                  <a:lnTo>
                    <a:pt x="370281" y="59461"/>
                  </a:lnTo>
                  <a:lnTo>
                    <a:pt x="387985" y="59461"/>
                  </a:lnTo>
                  <a:lnTo>
                    <a:pt x="396024" y="62687"/>
                  </a:lnTo>
                  <a:lnTo>
                    <a:pt x="399249" y="65913"/>
                  </a:lnTo>
                  <a:lnTo>
                    <a:pt x="400850" y="65913"/>
                  </a:lnTo>
                  <a:lnTo>
                    <a:pt x="402488" y="59461"/>
                  </a:lnTo>
                  <a:lnTo>
                    <a:pt x="402488" y="51523"/>
                  </a:lnTo>
                  <a:lnTo>
                    <a:pt x="398907" y="50025"/>
                  </a:lnTo>
                  <a:lnTo>
                    <a:pt x="393217" y="48412"/>
                  </a:lnTo>
                  <a:lnTo>
                    <a:pt x="385711" y="47117"/>
                  </a:lnTo>
                  <a:lnTo>
                    <a:pt x="376720" y="46583"/>
                  </a:lnTo>
                  <a:lnTo>
                    <a:pt x="363283" y="48133"/>
                  </a:lnTo>
                  <a:lnTo>
                    <a:pt x="352577" y="52870"/>
                  </a:lnTo>
                  <a:lnTo>
                    <a:pt x="345478" y="60896"/>
                  </a:lnTo>
                  <a:lnTo>
                    <a:pt x="342912" y="72351"/>
                  </a:lnTo>
                  <a:lnTo>
                    <a:pt x="345300" y="83413"/>
                  </a:lnTo>
                  <a:lnTo>
                    <a:pt x="351167" y="90512"/>
                  </a:lnTo>
                  <a:lnTo>
                    <a:pt x="358533" y="94602"/>
                  </a:lnTo>
                  <a:lnTo>
                    <a:pt x="365455" y="96608"/>
                  </a:lnTo>
                  <a:lnTo>
                    <a:pt x="370281" y="98107"/>
                  </a:lnTo>
                  <a:lnTo>
                    <a:pt x="381546" y="103047"/>
                  </a:lnTo>
                  <a:lnTo>
                    <a:pt x="387985" y="104559"/>
                  </a:lnTo>
                  <a:lnTo>
                    <a:pt x="387985" y="117436"/>
                  </a:lnTo>
                  <a:lnTo>
                    <a:pt x="383159" y="125590"/>
                  </a:lnTo>
                  <a:lnTo>
                    <a:pt x="370281" y="125590"/>
                  </a:lnTo>
                  <a:lnTo>
                    <a:pt x="361530" y="124561"/>
                  </a:lnTo>
                  <a:lnTo>
                    <a:pt x="354584" y="122161"/>
                  </a:lnTo>
                  <a:lnTo>
                    <a:pt x="349453" y="119430"/>
                  </a:lnTo>
                  <a:lnTo>
                    <a:pt x="346138" y="117436"/>
                  </a:lnTo>
                  <a:lnTo>
                    <a:pt x="344525" y="117436"/>
                  </a:lnTo>
                  <a:lnTo>
                    <a:pt x="344525" y="125590"/>
                  </a:lnTo>
                  <a:lnTo>
                    <a:pt x="342912" y="132041"/>
                  </a:lnTo>
                  <a:lnTo>
                    <a:pt x="344525" y="133540"/>
                  </a:lnTo>
                  <a:lnTo>
                    <a:pt x="346138" y="133540"/>
                  </a:lnTo>
                  <a:lnTo>
                    <a:pt x="346138" y="135255"/>
                  </a:lnTo>
                  <a:lnTo>
                    <a:pt x="352577" y="136753"/>
                  </a:lnTo>
                  <a:lnTo>
                    <a:pt x="360616" y="138480"/>
                  </a:lnTo>
                  <a:lnTo>
                    <a:pt x="370281" y="138480"/>
                  </a:lnTo>
                  <a:lnTo>
                    <a:pt x="407314" y="117436"/>
                  </a:lnTo>
                  <a:lnTo>
                    <a:pt x="407314" y="110998"/>
                  </a:lnTo>
                  <a:close/>
                </a:path>
                <a:path w="592455" h="139064">
                  <a:moveTo>
                    <a:pt x="497560" y="86702"/>
                  </a:moveTo>
                  <a:lnTo>
                    <a:pt x="497306" y="82016"/>
                  </a:lnTo>
                  <a:lnTo>
                    <a:pt x="497065" y="77444"/>
                  </a:lnTo>
                  <a:lnTo>
                    <a:pt x="494753" y="67310"/>
                  </a:lnTo>
                  <a:lnTo>
                    <a:pt x="489419" y="57962"/>
                  </a:lnTo>
                  <a:lnTo>
                    <a:pt x="484212" y="53467"/>
                  </a:lnTo>
                  <a:lnTo>
                    <a:pt x="479755" y="50914"/>
                  </a:lnTo>
                  <a:lnTo>
                    <a:pt x="479755" y="75565"/>
                  </a:lnTo>
                  <a:lnTo>
                    <a:pt x="479755" y="82016"/>
                  </a:lnTo>
                  <a:lnTo>
                    <a:pt x="437896" y="82016"/>
                  </a:lnTo>
                  <a:lnTo>
                    <a:pt x="440740" y="70827"/>
                  </a:lnTo>
                  <a:lnTo>
                    <a:pt x="446138" y="63385"/>
                  </a:lnTo>
                  <a:lnTo>
                    <a:pt x="453059" y="59245"/>
                  </a:lnTo>
                  <a:lnTo>
                    <a:pt x="460425" y="57962"/>
                  </a:lnTo>
                  <a:lnTo>
                    <a:pt x="468477" y="57962"/>
                  </a:lnTo>
                  <a:lnTo>
                    <a:pt x="474916" y="62687"/>
                  </a:lnTo>
                  <a:lnTo>
                    <a:pt x="478155" y="70840"/>
                  </a:lnTo>
                  <a:lnTo>
                    <a:pt x="479755" y="75565"/>
                  </a:lnTo>
                  <a:lnTo>
                    <a:pt x="479755" y="50914"/>
                  </a:lnTo>
                  <a:lnTo>
                    <a:pt x="477939" y="49860"/>
                  </a:lnTo>
                  <a:lnTo>
                    <a:pt x="470166" y="47459"/>
                  </a:lnTo>
                  <a:lnTo>
                    <a:pt x="460425" y="46583"/>
                  </a:lnTo>
                  <a:lnTo>
                    <a:pt x="444385" y="49364"/>
                  </a:lnTo>
                  <a:lnTo>
                    <a:pt x="431050" y="57912"/>
                  </a:lnTo>
                  <a:lnTo>
                    <a:pt x="421957" y="72491"/>
                  </a:lnTo>
                  <a:lnTo>
                    <a:pt x="418579" y="93395"/>
                  </a:lnTo>
                  <a:lnTo>
                    <a:pt x="421805" y="112661"/>
                  </a:lnTo>
                  <a:lnTo>
                    <a:pt x="431050" y="126796"/>
                  </a:lnTo>
                  <a:lnTo>
                    <a:pt x="445744" y="135509"/>
                  </a:lnTo>
                  <a:lnTo>
                    <a:pt x="465251" y="138480"/>
                  </a:lnTo>
                  <a:lnTo>
                    <a:pt x="475195" y="137680"/>
                  </a:lnTo>
                  <a:lnTo>
                    <a:pt x="483184" y="135813"/>
                  </a:lnTo>
                  <a:lnTo>
                    <a:pt x="489038" y="133680"/>
                  </a:lnTo>
                  <a:lnTo>
                    <a:pt x="492633" y="132041"/>
                  </a:lnTo>
                  <a:lnTo>
                    <a:pt x="493903" y="125590"/>
                  </a:lnTo>
                  <a:lnTo>
                    <a:pt x="494245" y="123875"/>
                  </a:lnTo>
                  <a:lnTo>
                    <a:pt x="494245" y="115938"/>
                  </a:lnTo>
                  <a:lnTo>
                    <a:pt x="492633" y="115938"/>
                  </a:lnTo>
                  <a:lnTo>
                    <a:pt x="491032" y="117436"/>
                  </a:lnTo>
                  <a:lnTo>
                    <a:pt x="487807" y="120662"/>
                  </a:lnTo>
                  <a:lnTo>
                    <a:pt x="481368" y="122377"/>
                  </a:lnTo>
                  <a:lnTo>
                    <a:pt x="476516" y="123875"/>
                  </a:lnTo>
                  <a:lnTo>
                    <a:pt x="471690" y="125590"/>
                  </a:lnTo>
                  <a:lnTo>
                    <a:pt x="460425" y="125590"/>
                  </a:lnTo>
                  <a:lnTo>
                    <a:pt x="450773" y="123875"/>
                  </a:lnTo>
                  <a:lnTo>
                    <a:pt x="444334" y="115938"/>
                  </a:lnTo>
                  <a:lnTo>
                    <a:pt x="437896" y="109486"/>
                  </a:lnTo>
                  <a:lnTo>
                    <a:pt x="437896" y="94894"/>
                  </a:lnTo>
                  <a:lnTo>
                    <a:pt x="497459" y="94894"/>
                  </a:lnTo>
                  <a:lnTo>
                    <a:pt x="497560" y="86702"/>
                  </a:lnTo>
                  <a:close/>
                </a:path>
                <a:path w="592455" h="139064">
                  <a:moveTo>
                    <a:pt x="592442" y="0"/>
                  </a:moveTo>
                  <a:lnTo>
                    <a:pt x="584390" y="3213"/>
                  </a:lnTo>
                  <a:lnTo>
                    <a:pt x="582790" y="3213"/>
                  </a:lnTo>
                  <a:lnTo>
                    <a:pt x="573125" y="4724"/>
                  </a:lnTo>
                  <a:lnTo>
                    <a:pt x="573379" y="12407"/>
                  </a:lnTo>
                  <a:lnTo>
                    <a:pt x="573938" y="21463"/>
                  </a:lnTo>
                  <a:lnTo>
                    <a:pt x="574484" y="32613"/>
                  </a:lnTo>
                  <a:lnTo>
                    <a:pt x="574738" y="46583"/>
                  </a:lnTo>
                  <a:lnTo>
                    <a:pt x="574738" y="61188"/>
                  </a:lnTo>
                  <a:lnTo>
                    <a:pt x="574065" y="101701"/>
                  </a:lnTo>
                  <a:lnTo>
                    <a:pt x="571525" y="117436"/>
                  </a:lnTo>
                  <a:lnTo>
                    <a:pt x="565086" y="123875"/>
                  </a:lnTo>
                  <a:lnTo>
                    <a:pt x="545744" y="123875"/>
                  </a:lnTo>
                  <a:lnTo>
                    <a:pt x="540918" y="119151"/>
                  </a:lnTo>
                  <a:lnTo>
                    <a:pt x="537705" y="115938"/>
                  </a:lnTo>
                  <a:lnTo>
                    <a:pt x="532866" y="110998"/>
                  </a:lnTo>
                  <a:lnTo>
                    <a:pt x="531266" y="104559"/>
                  </a:lnTo>
                  <a:lnTo>
                    <a:pt x="531266" y="94894"/>
                  </a:lnTo>
                  <a:lnTo>
                    <a:pt x="554202" y="60490"/>
                  </a:lnTo>
                  <a:lnTo>
                    <a:pt x="565086" y="59461"/>
                  </a:lnTo>
                  <a:lnTo>
                    <a:pt x="571525" y="59461"/>
                  </a:lnTo>
                  <a:lnTo>
                    <a:pt x="574738" y="61188"/>
                  </a:lnTo>
                  <a:lnTo>
                    <a:pt x="574738" y="46583"/>
                  </a:lnTo>
                  <a:lnTo>
                    <a:pt x="565086" y="46583"/>
                  </a:lnTo>
                  <a:lnTo>
                    <a:pt x="556780" y="46761"/>
                  </a:lnTo>
                  <a:lnTo>
                    <a:pt x="521449" y="63728"/>
                  </a:lnTo>
                  <a:lnTo>
                    <a:pt x="511949" y="94894"/>
                  </a:lnTo>
                  <a:lnTo>
                    <a:pt x="514819" y="112572"/>
                  </a:lnTo>
                  <a:lnTo>
                    <a:pt x="522808" y="126352"/>
                  </a:lnTo>
                  <a:lnTo>
                    <a:pt x="535038" y="135293"/>
                  </a:lnTo>
                  <a:lnTo>
                    <a:pt x="550570" y="138480"/>
                  </a:lnTo>
                  <a:lnTo>
                    <a:pt x="559117" y="137655"/>
                  </a:lnTo>
                  <a:lnTo>
                    <a:pt x="565683" y="135610"/>
                  </a:lnTo>
                  <a:lnTo>
                    <a:pt x="570738" y="132956"/>
                  </a:lnTo>
                  <a:lnTo>
                    <a:pt x="574738" y="130314"/>
                  </a:lnTo>
                  <a:lnTo>
                    <a:pt x="573125" y="136753"/>
                  </a:lnTo>
                  <a:lnTo>
                    <a:pt x="592442" y="136753"/>
                  </a:lnTo>
                  <a:lnTo>
                    <a:pt x="592442" y="130314"/>
                  </a:lnTo>
                  <a:lnTo>
                    <a:pt x="592442" y="123875"/>
                  </a:lnTo>
                  <a:lnTo>
                    <a:pt x="592442" y="59461"/>
                  </a:lnTo>
                  <a:lnTo>
                    <a:pt x="592442" y="0"/>
                  </a:lnTo>
                  <a:close/>
                </a:path>
              </a:pathLst>
            </a:custGeom>
            <a:solidFill>
              <a:srgbClr val="000000"/>
            </a:solidFill>
          </p:spPr>
          <p:txBody>
            <a:bodyPr wrap="square" lIns="0" tIns="0" rIns="0" bIns="0" rtlCol="0"/>
            <a:lstStyle/>
            <a:p>
              <a:endParaRPr/>
            </a:p>
          </p:txBody>
        </p:sp>
      </p:grpSp>
      <p:grpSp>
        <p:nvGrpSpPr>
          <p:cNvPr id="28" name="object 28"/>
          <p:cNvGrpSpPr/>
          <p:nvPr/>
        </p:nvGrpSpPr>
        <p:grpSpPr>
          <a:xfrm>
            <a:off x="2719557" y="1813586"/>
            <a:ext cx="1000125" cy="179070"/>
            <a:chOff x="2719557" y="1813586"/>
            <a:chExt cx="1000125" cy="179070"/>
          </a:xfrm>
        </p:grpSpPr>
        <p:pic>
          <p:nvPicPr>
            <p:cNvPr id="29" name="object 29"/>
            <p:cNvPicPr/>
            <p:nvPr/>
          </p:nvPicPr>
          <p:blipFill>
            <a:blip r:embed="rId16" cstate="print"/>
            <a:stretch>
              <a:fillRect/>
            </a:stretch>
          </p:blipFill>
          <p:spPr>
            <a:xfrm>
              <a:off x="2719557" y="1813586"/>
              <a:ext cx="82102" cy="138482"/>
            </a:xfrm>
            <a:prstGeom prst="rect">
              <a:avLst/>
            </a:prstGeom>
          </p:spPr>
        </p:pic>
        <p:pic>
          <p:nvPicPr>
            <p:cNvPr id="30" name="object 30"/>
            <p:cNvPicPr/>
            <p:nvPr/>
          </p:nvPicPr>
          <p:blipFill>
            <a:blip r:embed="rId17" cstate="print"/>
            <a:stretch>
              <a:fillRect/>
            </a:stretch>
          </p:blipFill>
          <p:spPr>
            <a:xfrm>
              <a:off x="2820972" y="1813586"/>
              <a:ext cx="288172" cy="138482"/>
            </a:xfrm>
            <a:prstGeom prst="rect">
              <a:avLst/>
            </a:prstGeom>
          </p:spPr>
        </p:pic>
        <p:pic>
          <p:nvPicPr>
            <p:cNvPr id="31" name="object 31"/>
            <p:cNvPicPr/>
            <p:nvPr/>
          </p:nvPicPr>
          <p:blipFill>
            <a:blip r:embed="rId18" cstate="print"/>
            <a:stretch>
              <a:fillRect/>
            </a:stretch>
          </p:blipFill>
          <p:spPr>
            <a:xfrm>
              <a:off x="3128458" y="1860176"/>
              <a:ext cx="83711" cy="91891"/>
            </a:xfrm>
            <a:prstGeom prst="rect">
              <a:avLst/>
            </a:prstGeom>
          </p:spPr>
        </p:pic>
        <p:pic>
          <p:nvPicPr>
            <p:cNvPr id="32" name="object 32"/>
            <p:cNvPicPr/>
            <p:nvPr/>
          </p:nvPicPr>
          <p:blipFill>
            <a:blip r:embed="rId19" cstate="print"/>
            <a:stretch>
              <a:fillRect/>
            </a:stretch>
          </p:blipFill>
          <p:spPr>
            <a:xfrm>
              <a:off x="3231504" y="1860176"/>
              <a:ext cx="231821" cy="132041"/>
            </a:xfrm>
            <a:prstGeom prst="rect">
              <a:avLst/>
            </a:prstGeom>
          </p:spPr>
        </p:pic>
        <p:pic>
          <p:nvPicPr>
            <p:cNvPr id="33" name="object 33"/>
            <p:cNvPicPr/>
            <p:nvPr/>
          </p:nvPicPr>
          <p:blipFill>
            <a:blip r:embed="rId20" cstate="print"/>
            <a:stretch>
              <a:fillRect/>
            </a:stretch>
          </p:blipFill>
          <p:spPr>
            <a:xfrm>
              <a:off x="3482638" y="1834412"/>
              <a:ext cx="236649" cy="117656"/>
            </a:xfrm>
            <a:prstGeom prst="rect">
              <a:avLst/>
            </a:prstGeom>
          </p:spPr>
        </p:pic>
      </p:grpSp>
      <p:grpSp>
        <p:nvGrpSpPr>
          <p:cNvPr id="34" name="object 34"/>
          <p:cNvGrpSpPr/>
          <p:nvPr/>
        </p:nvGrpSpPr>
        <p:grpSpPr>
          <a:xfrm>
            <a:off x="1917837" y="4572492"/>
            <a:ext cx="370840" cy="179070"/>
            <a:chOff x="1917837" y="4572492"/>
            <a:chExt cx="370840" cy="179070"/>
          </a:xfrm>
        </p:grpSpPr>
        <p:pic>
          <p:nvPicPr>
            <p:cNvPr id="35" name="object 35"/>
            <p:cNvPicPr/>
            <p:nvPr/>
          </p:nvPicPr>
          <p:blipFill>
            <a:blip r:embed="rId21" cstate="print"/>
            <a:stretch>
              <a:fillRect/>
            </a:stretch>
          </p:blipFill>
          <p:spPr>
            <a:xfrm>
              <a:off x="1917837" y="4577323"/>
              <a:ext cx="230203" cy="173950"/>
            </a:xfrm>
            <a:prstGeom prst="rect">
              <a:avLst/>
            </a:prstGeom>
          </p:spPr>
        </p:pic>
        <p:sp>
          <p:nvSpPr>
            <p:cNvPr id="36" name="object 36"/>
            <p:cNvSpPr/>
            <p:nvPr/>
          </p:nvSpPr>
          <p:spPr>
            <a:xfrm>
              <a:off x="2168984" y="4572492"/>
              <a:ext cx="20955" cy="137160"/>
            </a:xfrm>
            <a:custGeom>
              <a:avLst/>
              <a:gdLst/>
              <a:ahLst/>
              <a:cxnLst/>
              <a:rect l="l" t="t" r="r" b="b"/>
              <a:pathLst>
                <a:path w="20955" h="137160">
                  <a:moveTo>
                    <a:pt x="19313" y="0"/>
                  </a:moveTo>
                  <a:lnTo>
                    <a:pt x="11265" y="1610"/>
                  </a:lnTo>
                  <a:lnTo>
                    <a:pt x="9656" y="3220"/>
                  </a:lnTo>
                  <a:lnTo>
                    <a:pt x="1609" y="3220"/>
                  </a:lnTo>
                  <a:lnTo>
                    <a:pt x="0" y="4830"/>
                  </a:lnTo>
                  <a:lnTo>
                    <a:pt x="930" y="22018"/>
                  </a:lnTo>
                  <a:lnTo>
                    <a:pt x="1408" y="39663"/>
                  </a:lnTo>
                  <a:lnTo>
                    <a:pt x="1609" y="136893"/>
                  </a:lnTo>
                  <a:lnTo>
                    <a:pt x="19313" y="136893"/>
                  </a:lnTo>
                  <a:lnTo>
                    <a:pt x="20922" y="135283"/>
                  </a:lnTo>
                  <a:lnTo>
                    <a:pt x="19992" y="123382"/>
                  </a:lnTo>
                  <a:lnTo>
                    <a:pt x="19514" y="110122"/>
                  </a:lnTo>
                  <a:lnTo>
                    <a:pt x="19338" y="52342"/>
                  </a:lnTo>
                  <a:lnTo>
                    <a:pt x="19514" y="35428"/>
                  </a:lnTo>
                  <a:lnTo>
                    <a:pt x="19992" y="18518"/>
                  </a:lnTo>
                  <a:lnTo>
                    <a:pt x="20922" y="1610"/>
                  </a:lnTo>
                  <a:lnTo>
                    <a:pt x="19313" y="0"/>
                  </a:lnTo>
                  <a:close/>
                </a:path>
              </a:pathLst>
            </a:custGeom>
            <a:solidFill>
              <a:srgbClr val="000000"/>
            </a:solidFill>
          </p:spPr>
          <p:txBody>
            <a:bodyPr wrap="square" lIns="0" tIns="0" rIns="0" bIns="0" rtlCol="0"/>
            <a:lstStyle/>
            <a:p>
              <a:endParaRPr/>
            </a:p>
          </p:txBody>
        </p:sp>
        <p:pic>
          <p:nvPicPr>
            <p:cNvPr id="37" name="object 37"/>
            <p:cNvPicPr/>
            <p:nvPr/>
          </p:nvPicPr>
          <p:blipFill>
            <a:blip r:embed="rId22" cstate="print"/>
            <a:stretch>
              <a:fillRect/>
            </a:stretch>
          </p:blipFill>
          <p:spPr>
            <a:xfrm>
              <a:off x="2209220" y="4617579"/>
              <a:ext cx="78883" cy="93416"/>
            </a:xfrm>
            <a:prstGeom prst="rect">
              <a:avLst/>
            </a:prstGeom>
          </p:spPr>
        </p:pic>
      </p:grpSp>
      <p:pic>
        <p:nvPicPr>
          <p:cNvPr id="38" name="object 38"/>
          <p:cNvPicPr/>
          <p:nvPr/>
        </p:nvPicPr>
        <p:blipFill>
          <a:blip r:embed="rId23" cstate="print"/>
          <a:stretch>
            <a:fillRect/>
          </a:stretch>
        </p:blipFill>
        <p:spPr>
          <a:xfrm>
            <a:off x="2352501" y="4572492"/>
            <a:ext cx="999730" cy="178781"/>
          </a:xfrm>
          <a:prstGeom prst="rect">
            <a:avLst/>
          </a:prstGeom>
        </p:spPr>
      </p:pic>
      <p:sp>
        <p:nvSpPr>
          <p:cNvPr id="39" name="object 39"/>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40" name="object 40"/>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41" name="object 4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6</a:t>
            </a:fld>
            <a:endParaRPr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5051425" cy="391160"/>
          </a:xfrm>
          <a:prstGeom prst="rect">
            <a:avLst/>
          </a:prstGeom>
        </p:spPr>
        <p:txBody>
          <a:bodyPr vert="horz" wrap="square" lIns="0" tIns="12700" rIns="0" bIns="0" rtlCol="0">
            <a:spAutoFit/>
          </a:bodyPr>
          <a:lstStyle/>
          <a:p>
            <a:pPr marL="12700">
              <a:lnSpc>
                <a:spcPct val="100000"/>
              </a:lnSpc>
              <a:spcBef>
                <a:spcPts val="100"/>
              </a:spcBef>
            </a:pPr>
            <a:r>
              <a:rPr spc="-5" dirty="0"/>
              <a:t>Plan-driven</a:t>
            </a:r>
            <a:r>
              <a:rPr spc="-10" dirty="0"/>
              <a:t> </a:t>
            </a:r>
            <a:r>
              <a:rPr dirty="0"/>
              <a:t>and</a:t>
            </a:r>
            <a:r>
              <a:rPr spc="-10" dirty="0"/>
              <a:t> </a:t>
            </a:r>
            <a:r>
              <a:rPr spc="-5" dirty="0"/>
              <a:t>agile</a:t>
            </a:r>
            <a:r>
              <a:rPr dirty="0"/>
              <a:t> </a:t>
            </a:r>
            <a:r>
              <a:rPr spc="-5" dirty="0"/>
              <a:t>development</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7</a:t>
            </a:fld>
            <a:endParaRPr dirty="0"/>
          </a:p>
        </p:txBody>
      </p:sp>
      <p:sp>
        <p:nvSpPr>
          <p:cNvPr id="3" name="object 3"/>
          <p:cNvSpPr txBox="1"/>
          <p:nvPr/>
        </p:nvSpPr>
        <p:spPr>
          <a:xfrm>
            <a:off x="535940" y="1489348"/>
            <a:ext cx="7987665" cy="5082802"/>
          </a:xfrm>
          <a:prstGeom prst="rect">
            <a:avLst/>
          </a:prstGeom>
        </p:spPr>
        <p:txBody>
          <a:bodyPr vert="horz" wrap="square" lIns="0" tIns="149225" rIns="0" bIns="0" rtlCol="0">
            <a:spAutoFit/>
          </a:bodyPr>
          <a:lstStyle/>
          <a:p>
            <a:pPr marL="355600" indent="-342900" algn="just">
              <a:lnSpc>
                <a:spcPct val="100000"/>
              </a:lnSpc>
              <a:spcBef>
                <a:spcPts val="1175"/>
              </a:spcBef>
              <a:buFont typeface="Wingdings"/>
              <a:buChar char=""/>
              <a:tabLst>
                <a:tab pos="355600" algn="l"/>
              </a:tabLst>
            </a:pPr>
            <a:r>
              <a:rPr sz="2400" spc="-5" dirty="0">
                <a:solidFill>
                  <a:srgbClr val="46424D"/>
                </a:solidFill>
                <a:latin typeface="Arial MT"/>
                <a:cs typeface="Arial MT"/>
              </a:rPr>
              <a:t>Plan-driven</a:t>
            </a:r>
            <a:r>
              <a:rPr sz="2400" spc="10" dirty="0">
                <a:solidFill>
                  <a:srgbClr val="46424D"/>
                </a:solidFill>
                <a:latin typeface="Arial MT"/>
                <a:cs typeface="Arial MT"/>
              </a:rPr>
              <a:t> </a:t>
            </a:r>
            <a:r>
              <a:rPr sz="2400" spc="-5" dirty="0">
                <a:solidFill>
                  <a:srgbClr val="46424D"/>
                </a:solidFill>
                <a:latin typeface="Arial MT"/>
                <a:cs typeface="Arial MT"/>
              </a:rPr>
              <a:t>development</a:t>
            </a:r>
            <a:endParaRPr sz="2400" dirty="0">
              <a:latin typeface="Arial MT"/>
              <a:cs typeface="Arial MT"/>
            </a:endParaRPr>
          </a:p>
          <a:p>
            <a:pPr marL="756285" marR="5080" lvl="1" indent="-287020" algn="just">
              <a:lnSpc>
                <a:spcPct val="100000"/>
              </a:lnSpc>
              <a:spcBef>
                <a:spcPts val="905"/>
              </a:spcBef>
              <a:buFont typeface="Wingdings"/>
              <a:buChar char=""/>
              <a:tabLst>
                <a:tab pos="756920" algn="l"/>
              </a:tabLst>
            </a:pPr>
            <a:r>
              <a:rPr sz="2000" dirty="0">
                <a:solidFill>
                  <a:srgbClr val="46424D"/>
                </a:solidFill>
                <a:latin typeface="Arial MT"/>
                <a:cs typeface="Arial MT"/>
              </a:rPr>
              <a:t>A</a:t>
            </a:r>
            <a:r>
              <a:rPr sz="2000" spc="-120" dirty="0">
                <a:solidFill>
                  <a:srgbClr val="46424D"/>
                </a:solidFill>
                <a:latin typeface="Arial MT"/>
                <a:cs typeface="Arial MT"/>
              </a:rPr>
              <a:t> </a:t>
            </a:r>
            <a:r>
              <a:rPr sz="2000" dirty="0">
                <a:solidFill>
                  <a:srgbClr val="46424D"/>
                </a:solidFill>
                <a:latin typeface="Arial MT"/>
                <a:cs typeface="Arial MT"/>
              </a:rPr>
              <a:t>plan-driven</a:t>
            </a:r>
            <a:r>
              <a:rPr sz="2000" spc="-25" dirty="0">
                <a:solidFill>
                  <a:srgbClr val="46424D"/>
                </a:solidFill>
                <a:latin typeface="Arial MT"/>
                <a:cs typeface="Arial MT"/>
              </a:rPr>
              <a:t> </a:t>
            </a:r>
            <a:r>
              <a:rPr sz="2000" dirty="0">
                <a:solidFill>
                  <a:srgbClr val="46424D"/>
                </a:solidFill>
                <a:latin typeface="Arial MT"/>
                <a:cs typeface="Arial MT"/>
              </a:rPr>
              <a:t>approach</a:t>
            </a:r>
            <a:r>
              <a:rPr sz="2000" spc="-40" dirty="0">
                <a:solidFill>
                  <a:srgbClr val="46424D"/>
                </a:solidFill>
                <a:latin typeface="Arial MT"/>
                <a:cs typeface="Arial MT"/>
              </a:rPr>
              <a:t> </a:t>
            </a:r>
            <a:r>
              <a:rPr sz="2000" dirty="0">
                <a:solidFill>
                  <a:srgbClr val="46424D"/>
                </a:solidFill>
                <a:latin typeface="Arial MT"/>
                <a:cs typeface="Arial MT"/>
              </a:rPr>
              <a:t>to</a:t>
            </a:r>
            <a:r>
              <a:rPr sz="2000" spc="-20" dirty="0">
                <a:solidFill>
                  <a:srgbClr val="46424D"/>
                </a:solidFill>
                <a:latin typeface="Arial MT"/>
                <a:cs typeface="Arial MT"/>
              </a:rPr>
              <a:t> </a:t>
            </a:r>
            <a:r>
              <a:rPr sz="2000" dirty="0">
                <a:solidFill>
                  <a:srgbClr val="46424D"/>
                </a:solidFill>
                <a:latin typeface="Arial MT"/>
                <a:cs typeface="Arial MT"/>
              </a:rPr>
              <a:t>software</a:t>
            </a:r>
            <a:r>
              <a:rPr sz="2000" spc="-40" dirty="0">
                <a:solidFill>
                  <a:srgbClr val="46424D"/>
                </a:solidFill>
                <a:latin typeface="Arial MT"/>
                <a:cs typeface="Arial MT"/>
              </a:rPr>
              <a:t> </a:t>
            </a:r>
            <a:r>
              <a:rPr sz="2000" dirty="0">
                <a:solidFill>
                  <a:srgbClr val="46424D"/>
                </a:solidFill>
                <a:latin typeface="Arial MT"/>
                <a:cs typeface="Arial MT"/>
              </a:rPr>
              <a:t>engineering</a:t>
            </a:r>
            <a:r>
              <a:rPr sz="2000" spc="-25" dirty="0">
                <a:solidFill>
                  <a:srgbClr val="46424D"/>
                </a:solidFill>
                <a:latin typeface="Arial MT"/>
                <a:cs typeface="Arial MT"/>
              </a:rPr>
              <a:t> </a:t>
            </a:r>
            <a:r>
              <a:rPr sz="2000" dirty="0">
                <a:solidFill>
                  <a:srgbClr val="46424D"/>
                </a:solidFill>
                <a:latin typeface="Arial MT"/>
                <a:cs typeface="Arial MT"/>
              </a:rPr>
              <a:t>is</a:t>
            </a:r>
            <a:r>
              <a:rPr sz="2000" spc="-15" dirty="0">
                <a:solidFill>
                  <a:srgbClr val="46424D"/>
                </a:solidFill>
                <a:latin typeface="Arial MT"/>
                <a:cs typeface="Arial MT"/>
              </a:rPr>
              <a:t> </a:t>
            </a:r>
            <a:r>
              <a:rPr sz="2000" dirty="0">
                <a:solidFill>
                  <a:srgbClr val="46424D"/>
                </a:solidFill>
                <a:latin typeface="Arial MT"/>
                <a:cs typeface="Arial MT"/>
              </a:rPr>
              <a:t>based</a:t>
            </a:r>
            <a:r>
              <a:rPr sz="2000" spc="-30" dirty="0">
                <a:solidFill>
                  <a:srgbClr val="46424D"/>
                </a:solidFill>
                <a:latin typeface="Arial MT"/>
                <a:cs typeface="Arial MT"/>
              </a:rPr>
              <a:t> </a:t>
            </a:r>
            <a:r>
              <a:rPr sz="2000" dirty="0">
                <a:solidFill>
                  <a:srgbClr val="46424D"/>
                </a:solidFill>
                <a:latin typeface="Arial MT"/>
                <a:cs typeface="Arial MT"/>
              </a:rPr>
              <a:t>around </a:t>
            </a:r>
            <a:r>
              <a:rPr sz="2000" spc="-540" dirty="0">
                <a:solidFill>
                  <a:srgbClr val="46424D"/>
                </a:solidFill>
                <a:latin typeface="Arial MT"/>
                <a:cs typeface="Arial MT"/>
              </a:rPr>
              <a:t> </a:t>
            </a:r>
            <a:r>
              <a:rPr sz="2000" dirty="0">
                <a:solidFill>
                  <a:srgbClr val="46424D"/>
                </a:solidFill>
                <a:latin typeface="Arial MT"/>
                <a:cs typeface="Arial MT"/>
              </a:rPr>
              <a:t>separate</a:t>
            </a:r>
            <a:r>
              <a:rPr sz="2000" spc="-45" dirty="0">
                <a:solidFill>
                  <a:srgbClr val="46424D"/>
                </a:solidFill>
                <a:latin typeface="Arial MT"/>
                <a:cs typeface="Arial MT"/>
              </a:rPr>
              <a:t> </a:t>
            </a:r>
            <a:r>
              <a:rPr sz="2000" dirty="0">
                <a:solidFill>
                  <a:srgbClr val="46424D"/>
                </a:solidFill>
                <a:latin typeface="Arial MT"/>
                <a:cs typeface="Arial MT"/>
              </a:rPr>
              <a:t>development</a:t>
            </a:r>
            <a:r>
              <a:rPr sz="2000" spc="-30" dirty="0">
                <a:solidFill>
                  <a:srgbClr val="46424D"/>
                </a:solidFill>
                <a:latin typeface="Arial MT"/>
                <a:cs typeface="Arial MT"/>
              </a:rPr>
              <a:t> </a:t>
            </a:r>
            <a:r>
              <a:rPr sz="2000" dirty="0">
                <a:solidFill>
                  <a:srgbClr val="46424D"/>
                </a:solidFill>
                <a:latin typeface="Arial MT"/>
                <a:cs typeface="Arial MT"/>
              </a:rPr>
              <a:t>stages</a:t>
            </a:r>
            <a:r>
              <a:rPr sz="2000" spc="-30" dirty="0">
                <a:solidFill>
                  <a:srgbClr val="46424D"/>
                </a:solidFill>
                <a:latin typeface="Arial MT"/>
                <a:cs typeface="Arial MT"/>
              </a:rPr>
              <a:t> </a:t>
            </a:r>
            <a:r>
              <a:rPr sz="2000" dirty="0">
                <a:solidFill>
                  <a:srgbClr val="46424D"/>
                </a:solidFill>
                <a:latin typeface="Arial MT"/>
                <a:cs typeface="Arial MT"/>
              </a:rPr>
              <a:t>with </a:t>
            </a:r>
            <a:r>
              <a:rPr sz="2000" spc="-5" dirty="0">
                <a:solidFill>
                  <a:srgbClr val="46424D"/>
                </a:solidFill>
                <a:latin typeface="Arial MT"/>
                <a:cs typeface="Arial MT"/>
              </a:rPr>
              <a:t>the</a:t>
            </a:r>
            <a:r>
              <a:rPr sz="2000" spc="-10" dirty="0">
                <a:solidFill>
                  <a:srgbClr val="46424D"/>
                </a:solidFill>
                <a:latin typeface="Arial MT"/>
                <a:cs typeface="Arial MT"/>
              </a:rPr>
              <a:t> </a:t>
            </a:r>
            <a:r>
              <a:rPr sz="2000" dirty="0">
                <a:solidFill>
                  <a:srgbClr val="46424D"/>
                </a:solidFill>
                <a:latin typeface="Arial MT"/>
                <a:cs typeface="Arial MT"/>
              </a:rPr>
              <a:t>outputs</a:t>
            </a:r>
            <a:r>
              <a:rPr sz="2000" spc="-25" dirty="0">
                <a:solidFill>
                  <a:srgbClr val="46424D"/>
                </a:solidFill>
                <a:latin typeface="Arial MT"/>
                <a:cs typeface="Arial MT"/>
              </a:rPr>
              <a:t> </a:t>
            </a:r>
            <a:r>
              <a:rPr sz="2000" dirty="0">
                <a:solidFill>
                  <a:srgbClr val="46424D"/>
                </a:solidFill>
                <a:latin typeface="Arial MT"/>
                <a:cs typeface="Arial MT"/>
              </a:rPr>
              <a:t>to</a:t>
            </a:r>
            <a:r>
              <a:rPr sz="2000" spc="-15" dirty="0">
                <a:solidFill>
                  <a:srgbClr val="46424D"/>
                </a:solidFill>
                <a:latin typeface="Arial MT"/>
                <a:cs typeface="Arial MT"/>
              </a:rPr>
              <a:t> </a:t>
            </a:r>
            <a:r>
              <a:rPr sz="2000" dirty="0">
                <a:solidFill>
                  <a:srgbClr val="46424D"/>
                </a:solidFill>
                <a:latin typeface="Arial MT"/>
                <a:cs typeface="Arial MT"/>
              </a:rPr>
              <a:t>be</a:t>
            </a:r>
            <a:r>
              <a:rPr sz="2000" spc="-15" dirty="0">
                <a:solidFill>
                  <a:srgbClr val="46424D"/>
                </a:solidFill>
                <a:latin typeface="Arial MT"/>
                <a:cs typeface="Arial MT"/>
              </a:rPr>
              <a:t> </a:t>
            </a:r>
            <a:r>
              <a:rPr sz="2000" dirty="0">
                <a:solidFill>
                  <a:srgbClr val="46424D"/>
                </a:solidFill>
                <a:latin typeface="Arial MT"/>
                <a:cs typeface="Arial MT"/>
              </a:rPr>
              <a:t>produced</a:t>
            </a:r>
            <a:r>
              <a:rPr sz="2000" spc="-35" dirty="0">
                <a:solidFill>
                  <a:srgbClr val="46424D"/>
                </a:solidFill>
                <a:latin typeface="Arial MT"/>
                <a:cs typeface="Arial MT"/>
              </a:rPr>
              <a:t> </a:t>
            </a:r>
            <a:r>
              <a:rPr sz="2000" dirty="0">
                <a:solidFill>
                  <a:srgbClr val="46424D"/>
                </a:solidFill>
                <a:latin typeface="Arial MT"/>
                <a:cs typeface="Arial MT"/>
              </a:rPr>
              <a:t>at </a:t>
            </a:r>
            <a:r>
              <a:rPr sz="2000" spc="-545" dirty="0">
                <a:solidFill>
                  <a:srgbClr val="46424D"/>
                </a:solidFill>
                <a:latin typeface="Arial MT"/>
                <a:cs typeface="Arial MT"/>
              </a:rPr>
              <a:t> </a:t>
            </a:r>
            <a:r>
              <a:rPr sz="2000" dirty="0">
                <a:solidFill>
                  <a:srgbClr val="46424D"/>
                </a:solidFill>
                <a:latin typeface="Arial MT"/>
                <a:cs typeface="Arial MT"/>
              </a:rPr>
              <a:t>each</a:t>
            </a:r>
            <a:r>
              <a:rPr sz="2000" spc="-30" dirty="0">
                <a:solidFill>
                  <a:srgbClr val="46424D"/>
                </a:solidFill>
                <a:latin typeface="Arial MT"/>
                <a:cs typeface="Arial MT"/>
              </a:rPr>
              <a:t> </a:t>
            </a:r>
            <a:r>
              <a:rPr sz="2000" dirty="0">
                <a:solidFill>
                  <a:srgbClr val="46424D"/>
                </a:solidFill>
                <a:latin typeface="Arial MT"/>
                <a:cs typeface="Arial MT"/>
              </a:rPr>
              <a:t>of</a:t>
            </a:r>
            <a:r>
              <a:rPr sz="2000" spc="-10" dirty="0">
                <a:solidFill>
                  <a:srgbClr val="46424D"/>
                </a:solidFill>
                <a:latin typeface="Arial MT"/>
                <a:cs typeface="Arial MT"/>
              </a:rPr>
              <a:t> </a:t>
            </a:r>
            <a:r>
              <a:rPr sz="2000" dirty="0">
                <a:solidFill>
                  <a:srgbClr val="46424D"/>
                </a:solidFill>
                <a:latin typeface="Arial MT"/>
                <a:cs typeface="Arial MT"/>
              </a:rPr>
              <a:t>these</a:t>
            </a:r>
            <a:r>
              <a:rPr sz="2000" spc="-30" dirty="0">
                <a:solidFill>
                  <a:srgbClr val="46424D"/>
                </a:solidFill>
                <a:latin typeface="Arial MT"/>
                <a:cs typeface="Arial MT"/>
              </a:rPr>
              <a:t> </a:t>
            </a:r>
            <a:r>
              <a:rPr sz="2000" dirty="0">
                <a:solidFill>
                  <a:srgbClr val="46424D"/>
                </a:solidFill>
                <a:latin typeface="Arial MT"/>
                <a:cs typeface="Arial MT"/>
              </a:rPr>
              <a:t>stages</a:t>
            </a:r>
            <a:r>
              <a:rPr sz="2000" spc="-35" dirty="0">
                <a:solidFill>
                  <a:srgbClr val="46424D"/>
                </a:solidFill>
                <a:latin typeface="Arial MT"/>
                <a:cs typeface="Arial MT"/>
              </a:rPr>
              <a:t> </a:t>
            </a:r>
            <a:r>
              <a:rPr sz="2000" dirty="0">
                <a:solidFill>
                  <a:srgbClr val="46424D"/>
                </a:solidFill>
                <a:latin typeface="Arial MT"/>
                <a:cs typeface="Arial MT"/>
              </a:rPr>
              <a:t>planned</a:t>
            </a:r>
            <a:r>
              <a:rPr sz="2000" spc="-15" dirty="0">
                <a:solidFill>
                  <a:srgbClr val="46424D"/>
                </a:solidFill>
                <a:latin typeface="Arial MT"/>
                <a:cs typeface="Arial MT"/>
              </a:rPr>
              <a:t> </a:t>
            </a:r>
            <a:r>
              <a:rPr sz="2000" dirty="0">
                <a:solidFill>
                  <a:srgbClr val="46424D"/>
                </a:solidFill>
                <a:latin typeface="Arial MT"/>
                <a:cs typeface="Arial MT"/>
              </a:rPr>
              <a:t>in</a:t>
            </a:r>
            <a:r>
              <a:rPr sz="2000" spc="-5" dirty="0">
                <a:solidFill>
                  <a:srgbClr val="46424D"/>
                </a:solidFill>
                <a:latin typeface="Arial MT"/>
                <a:cs typeface="Arial MT"/>
              </a:rPr>
              <a:t> </a:t>
            </a:r>
            <a:r>
              <a:rPr sz="2000" dirty="0">
                <a:solidFill>
                  <a:srgbClr val="46424D"/>
                </a:solidFill>
                <a:latin typeface="Arial MT"/>
                <a:cs typeface="Arial MT"/>
              </a:rPr>
              <a:t>advance.</a:t>
            </a:r>
            <a:endParaRPr sz="2000" dirty="0">
              <a:latin typeface="Arial MT"/>
              <a:cs typeface="Arial MT"/>
            </a:endParaRPr>
          </a:p>
          <a:p>
            <a:pPr marL="756285" marR="713740" lvl="1" indent="-287020" algn="just">
              <a:lnSpc>
                <a:spcPct val="100000"/>
              </a:lnSpc>
              <a:spcBef>
                <a:spcPts val="600"/>
              </a:spcBef>
              <a:buFont typeface="Wingdings"/>
              <a:buChar char=""/>
              <a:tabLst>
                <a:tab pos="756920" algn="l"/>
              </a:tabLst>
            </a:pPr>
            <a:r>
              <a:rPr sz="2000" dirty="0">
                <a:solidFill>
                  <a:srgbClr val="46424D"/>
                </a:solidFill>
                <a:latin typeface="Arial MT"/>
                <a:cs typeface="Arial MT"/>
              </a:rPr>
              <a:t>Not</a:t>
            </a:r>
            <a:r>
              <a:rPr sz="2000" spc="-30" dirty="0">
                <a:solidFill>
                  <a:srgbClr val="46424D"/>
                </a:solidFill>
                <a:latin typeface="Arial MT"/>
                <a:cs typeface="Arial MT"/>
              </a:rPr>
              <a:t> </a:t>
            </a:r>
            <a:r>
              <a:rPr sz="2000" dirty="0">
                <a:solidFill>
                  <a:srgbClr val="46424D"/>
                </a:solidFill>
                <a:latin typeface="Arial MT"/>
                <a:cs typeface="Arial MT"/>
              </a:rPr>
              <a:t>necessarily</a:t>
            </a:r>
            <a:r>
              <a:rPr sz="2000" spc="-45" dirty="0">
                <a:solidFill>
                  <a:srgbClr val="46424D"/>
                </a:solidFill>
                <a:latin typeface="Arial MT"/>
                <a:cs typeface="Arial MT"/>
              </a:rPr>
              <a:t> </a:t>
            </a:r>
            <a:r>
              <a:rPr sz="2000" dirty="0">
                <a:solidFill>
                  <a:srgbClr val="46424D"/>
                </a:solidFill>
                <a:latin typeface="Arial MT"/>
                <a:cs typeface="Arial MT"/>
              </a:rPr>
              <a:t>waterfall</a:t>
            </a:r>
            <a:r>
              <a:rPr sz="2000" spc="-20" dirty="0">
                <a:solidFill>
                  <a:srgbClr val="46424D"/>
                </a:solidFill>
                <a:latin typeface="Arial MT"/>
                <a:cs typeface="Arial MT"/>
              </a:rPr>
              <a:t> </a:t>
            </a:r>
            <a:r>
              <a:rPr sz="2000" dirty="0">
                <a:solidFill>
                  <a:srgbClr val="46424D"/>
                </a:solidFill>
                <a:latin typeface="Arial MT"/>
                <a:cs typeface="Arial MT"/>
              </a:rPr>
              <a:t>model</a:t>
            </a:r>
            <a:r>
              <a:rPr sz="2000" spc="-5" dirty="0">
                <a:solidFill>
                  <a:srgbClr val="46424D"/>
                </a:solidFill>
                <a:latin typeface="Arial MT"/>
                <a:cs typeface="Arial MT"/>
              </a:rPr>
              <a:t> </a:t>
            </a:r>
            <a:r>
              <a:rPr sz="2000" dirty="0">
                <a:solidFill>
                  <a:srgbClr val="46424D"/>
                </a:solidFill>
                <a:latin typeface="Arial MT"/>
                <a:cs typeface="Arial MT"/>
              </a:rPr>
              <a:t>–</a:t>
            </a:r>
            <a:r>
              <a:rPr sz="2000" spc="-10" dirty="0">
                <a:solidFill>
                  <a:srgbClr val="46424D"/>
                </a:solidFill>
                <a:latin typeface="Arial MT"/>
                <a:cs typeface="Arial MT"/>
              </a:rPr>
              <a:t> </a:t>
            </a:r>
            <a:r>
              <a:rPr sz="2000" dirty="0">
                <a:solidFill>
                  <a:srgbClr val="46424D"/>
                </a:solidFill>
                <a:latin typeface="Arial MT"/>
                <a:cs typeface="Arial MT"/>
              </a:rPr>
              <a:t>plan-driven,</a:t>
            </a:r>
            <a:r>
              <a:rPr sz="2000" spc="-45" dirty="0">
                <a:solidFill>
                  <a:srgbClr val="46424D"/>
                </a:solidFill>
                <a:latin typeface="Arial MT"/>
                <a:cs typeface="Arial MT"/>
              </a:rPr>
              <a:t> </a:t>
            </a:r>
            <a:r>
              <a:rPr sz="2000" dirty="0">
                <a:solidFill>
                  <a:srgbClr val="46424D"/>
                </a:solidFill>
                <a:latin typeface="Arial MT"/>
                <a:cs typeface="Arial MT"/>
              </a:rPr>
              <a:t>incremental </a:t>
            </a:r>
            <a:r>
              <a:rPr sz="2000" spc="-545" dirty="0">
                <a:solidFill>
                  <a:srgbClr val="46424D"/>
                </a:solidFill>
                <a:latin typeface="Arial MT"/>
                <a:cs typeface="Arial MT"/>
              </a:rPr>
              <a:t> </a:t>
            </a:r>
            <a:r>
              <a:rPr sz="2000" dirty="0">
                <a:solidFill>
                  <a:srgbClr val="46424D"/>
                </a:solidFill>
                <a:latin typeface="Arial MT"/>
                <a:cs typeface="Arial MT"/>
              </a:rPr>
              <a:t>development</a:t>
            </a:r>
            <a:r>
              <a:rPr sz="2000" spc="-35" dirty="0">
                <a:solidFill>
                  <a:srgbClr val="46424D"/>
                </a:solidFill>
                <a:latin typeface="Arial MT"/>
                <a:cs typeface="Arial MT"/>
              </a:rPr>
              <a:t> </a:t>
            </a:r>
            <a:r>
              <a:rPr sz="2000" dirty="0">
                <a:solidFill>
                  <a:srgbClr val="46424D"/>
                </a:solidFill>
                <a:latin typeface="Arial MT"/>
                <a:cs typeface="Arial MT"/>
              </a:rPr>
              <a:t>is possible</a:t>
            </a:r>
            <a:endParaRPr sz="2000" dirty="0">
              <a:latin typeface="Arial MT"/>
              <a:cs typeface="Arial MT"/>
            </a:endParaRPr>
          </a:p>
          <a:p>
            <a:pPr marL="756285" lvl="1" indent="-287020" algn="just">
              <a:lnSpc>
                <a:spcPct val="100000"/>
              </a:lnSpc>
              <a:spcBef>
                <a:spcPts val="600"/>
              </a:spcBef>
              <a:buFont typeface="Wingdings"/>
              <a:buChar char=""/>
              <a:tabLst>
                <a:tab pos="756920" algn="l"/>
              </a:tabLst>
            </a:pPr>
            <a:r>
              <a:rPr sz="2000" dirty="0">
                <a:solidFill>
                  <a:srgbClr val="46424D"/>
                </a:solidFill>
                <a:latin typeface="Arial MT"/>
                <a:cs typeface="Arial MT"/>
              </a:rPr>
              <a:t>Iteration</a:t>
            </a:r>
            <a:r>
              <a:rPr sz="2000" spc="-50" dirty="0">
                <a:solidFill>
                  <a:srgbClr val="46424D"/>
                </a:solidFill>
                <a:latin typeface="Arial MT"/>
                <a:cs typeface="Arial MT"/>
              </a:rPr>
              <a:t> </a:t>
            </a:r>
            <a:r>
              <a:rPr sz="2000" dirty="0">
                <a:solidFill>
                  <a:srgbClr val="46424D"/>
                </a:solidFill>
                <a:latin typeface="Arial MT"/>
                <a:cs typeface="Arial MT"/>
              </a:rPr>
              <a:t>occurs</a:t>
            </a:r>
            <a:r>
              <a:rPr sz="2000" spc="-55" dirty="0">
                <a:solidFill>
                  <a:srgbClr val="46424D"/>
                </a:solidFill>
                <a:latin typeface="Arial MT"/>
                <a:cs typeface="Arial MT"/>
              </a:rPr>
              <a:t> </a:t>
            </a:r>
            <a:r>
              <a:rPr sz="2000" dirty="0">
                <a:solidFill>
                  <a:srgbClr val="46424D"/>
                </a:solidFill>
                <a:latin typeface="Arial MT"/>
                <a:cs typeface="Arial MT"/>
              </a:rPr>
              <a:t>within</a:t>
            </a:r>
            <a:r>
              <a:rPr sz="2000" spc="-20" dirty="0">
                <a:solidFill>
                  <a:srgbClr val="46424D"/>
                </a:solidFill>
                <a:latin typeface="Arial MT"/>
                <a:cs typeface="Arial MT"/>
              </a:rPr>
              <a:t> </a:t>
            </a:r>
            <a:r>
              <a:rPr sz="2000" dirty="0" smtClean="0">
                <a:solidFill>
                  <a:srgbClr val="46424D"/>
                </a:solidFill>
                <a:latin typeface="Arial MT"/>
                <a:cs typeface="Arial MT"/>
              </a:rPr>
              <a:t>activities</a:t>
            </a:r>
            <a:r>
              <a:rPr lang="en-US" sz="2000" dirty="0">
                <a:solidFill>
                  <a:srgbClr val="46424D"/>
                </a:solidFill>
                <a:latin typeface="Arial MT"/>
                <a:cs typeface="Arial MT"/>
              </a:rPr>
              <a:t> (going through several cycles of refinement or improvement within a single phase, but without stepping back to earlier phases in the overall process)</a:t>
            </a:r>
            <a:endParaRPr sz="2000" dirty="0">
              <a:latin typeface="Arial MT"/>
              <a:cs typeface="Arial MT"/>
            </a:endParaRPr>
          </a:p>
          <a:p>
            <a:pPr marL="355600" indent="-342900" algn="just">
              <a:lnSpc>
                <a:spcPct val="100000"/>
              </a:lnSpc>
              <a:spcBef>
                <a:spcPts val="900"/>
              </a:spcBef>
              <a:buFont typeface="Wingdings"/>
              <a:buChar char=""/>
              <a:tabLst>
                <a:tab pos="355600" algn="l"/>
              </a:tabLst>
            </a:pPr>
            <a:r>
              <a:rPr sz="2400" spc="-5" dirty="0">
                <a:solidFill>
                  <a:srgbClr val="46424D"/>
                </a:solidFill>
                <a:latin typeface="Arial MT"/>
                <a:cs typeface="Arial MT"/>
              </a:rPr>
              <a:t>Agile</a:t>
            </a:r>
            <a:r>
              <a:rPr sz="2400" dirty="0">
                <a:solidFill>
                  <a:srgbClr val="46424D"/>
                </a:solidFill>
                <a:latin typeface="Arial MT"/>
                <a:cs typeface="Arial MT"/>
              </a:rPr>
              <a:t> </a:t>
            </a:r>
            <a:r>
              <a:rPr sz="2400" spc="-5" dirty="0">
                <a:solidFill>
                  <a:srgbClr val="46424D"/>
                </a:solidFill>
                <a:latin typeface="Arial MT"/>
                <a:cs typeface="Arial MT"/>
              </a:rPr>
              <a:t>development</a:t>
            </a:r>
            <a:endParaRPr sz="2400" dirty="0">
              <a:latin typeface="Arial MT"/>
              <a:cs typeface="Arial MT"/>
            </a:endParaRPr>
          </a:p>
          <a:p>
            <a:pPr marL="756285" marR="408940" lvl="1" indent="-287020">
              <a:lnSpc>
                <a:spcPct val="100000"/>
              </a:lnSpc>
              <a:spcBef>
                <a:spcPts val="905"/>
              </a:spcBef>
              <a:buFont typeface="Wingdings"/>
              <a:buChar char=""/>
              <a:tabLst>
                <a:tab pos="756285" algn="l"/>
                <a:tab pos="756920" algn="l"/>
              </a:tabLst>
            </a:pPr>
            <a:r>
              <a:rPr sz="2000" dirty="0">
                <a:solidFill>
                  <a:srgbClr val="46424D"/>
                </a:solidFill>
                <a:latin typeface="Arial MT"/>
                <a:cs typeface="Arial MT"/>
              </a:rPr>
              <a:t>Specification, design, implementation and testing are inter- </a:t>
            </a:r>
            <a:r>
              <a:rPr sz="2000" spc="5" dirty="0">
                <a:solidFill>
                  <a:srgbClr val="46424D"/>
                </a:solidFill>
                <a:latin typeface="Arial MT"/>
                <a:cs typeface="Arial MT"/>
              </a:rPr>
              <a:t> </a:t>
            </a:r>
            <a:r>
              <a:rPr sz="2000" dirty="0">
                <a:solidFill>
                  <a:srgbClr val="46424D"/>
                </a:solidFill>
                <a:latin typeface="Arial MT"/>
                <a:cs typeface="Arial MT"/>
              </a:rPr>
              <a:t>leaved and the outputs from the development process are </a:t>
            </a:r>
            <a:r>
              <a:rPr sz="2000" spc="5" dirty="0">
                <a:solidFill>
                  <a:srgbClr val="46424D"/>
                </a:solidFill>
                <a:latin typeface="Arial MT"/>
                <a:cs typeface="Arial MT"/>
              </a:rPr>
              <a:t> </a:t>
            </a:r>
            <a:r>
              <a:rPr sz="2000" dirty="0">
                <a:solidFill>
                  <a:srgbClr val="46424D"/>
                </a:solidFill>
                <a:latin typeface="Arial MT"/>
                <a:cs typeface="Arial MT"/>
              </a:rPr>
              <a:t>decided</a:t>
            </a:r>
            <a:r>
              <a:rPr sz="2000" spc="-30" dirty="0">
                <a:solidFill>
                  <a:srgbClr val="46424D"/>
                </a:solidFill>
                <a:latin typeface="Arial MT"/>
                <a:cs typeface="Arial MT"/>
              </a:rPr>
              <a:t> </a:t>
            </a:r>
            <a:r>
              <a:rPr sz="2000" dirty="0">
                <a:solidFill>
                  <a:srgbClr val="46424D"/>
                </a:solidFill>
                <a:latin typeface="Arial MT"/>
                <a:cs typeface="Arial MT"/>
              </a:rPr>
              <a:t>through</a:t>
            </a:r>
            <a:r>
              <a:rPr sz="2000" spc="-30" dirty="0">
                <a:solidFill>
                  <a:srgbClr val="46424D"/>
                </a:solidFill>
                <a:latin typeface="Arial MT"/>
                <a:cs typeface="Arial MT"/>
              </a:rPr>
              <a:t> </a:t>
            </a:r>
            <a:r>
              <a:rPr sz="2000" dirty="0">
                <a:solidFill>
                  <a:srgbClr val="46424D"/>
                </a:solidFill>
                <a:latin typeface="Arial MT"/>
                <a:cs typeface="Arial MT"/>
              </a:rPr>
              <a:t>a</a:t>
            </a:r>
            <a:r>
              <a:rPr sz="2000" spc="-15" dirty="0">
                <a:solidFill>
                  <a:srgbClr val="46424D"/>
                </a:solidFill>
                <a:latin typeface="Arial MT"/>
                <a:cs typeface="Arial MT"/>
              </a:rPr>
              <a:t> </a:t>
            </a:r>
            <a:r>
              <a:rPr sz="2000" dirty="0">
                <a:solidFill>
                  <a:srgbClr val="46424D"/>
                </a:solidFill>
                <a:latin typeface="Arial MT"/>
                <a:cs typeface="Arial MT"/>
              </a:rPr>
              <a:t>process</a:t>
            </a:r>
            <a:r>
              <a:rPr sz="2000" spc="-50" dirty="0">
                <a:solidFill>
                  <a:srgbClr val="46424D"/>
                </a:solidFill>
                <a:latin typeface="Arial MT"/>
                <a:cs typeface="Arial MT"/>
              </a:rPr>
              <a:t> </a:t>
            </a:r>
            <a:r>
              <a:rPr sz="2000" dirty="0">
                <a:solidFill>
                  <a:srgbClr val="46424D"/>
                </a:solidFill>
                <a:latin typeface="Arial MT"/>
                <a:cs typeface="Arial MT"/>
              </a:rPr>
              <a:t>of</a:t>
            </a:r>
            <a:r>
              <a:rPr sz="2000" spc="-10" dirty="0">
                <a:solidFill>
                  <a:srgbClr val="46424D"/>
                </a:solidFill>
                <a:latin typeface="Arial MT"/>
                <a:cs typeface="Arial MT"/>
              </a:rPr>
              <a:t> </a:t>
            </a:r>
            <a:r>
              <a:rPr sz="2000" dirty="0">
                <a:solidFill>
                  <a:srgbClr val="46424D"/>
                </a:solidFill>
                <a:latin typeface="Arial MT"/>
                <a:cs typeface="Arial MT"/>
              </a:rPr>
              <a:t>negotiation</a:t>
            </a:r>
            <a:r>
              <a:rPr sz="2000" spc="-25" dirty="0">
                <a:solidFill>
                  <a:srgbClr val="46424D"/>
                </a:solidFill>
                <a:latin typeface="Arial MT"/>
                <a:cs typeface="Arial MT"/>
              </a:rPr>
              <a:t> </a:t>
            </a:r>
            <a:r>
              <a:rPr sz="2000" dirty="0">
                <a:solidFill>
                  <a:srgbClr val="46424D"/>
                </a:solidFill>
                <a:latin typeface="Arial MT"/>
                <a:cs typeface="Arial MT"/>
              </a:rPr>
              <a:t>during</a:t>
            </a:r>
            <a:r>
              <a:rPr sz="2000" spc="-15" dirty="0">
                <a:solidFill>
                  <a:srgbClr val="46424D"/>
                </a:solidFill>
                <a:latin typeface="Arial MT"/>
                <a:cs typeface="Arial MT"/>
              </a:rPr>
              <a:t> </a:t>
            </a:r>
            <a:r>
              <a:rPr sz="2000" dirty="0">
                <a:solidFill>
                  <a:srgbClr val="46424D"/>
                </a:solidFill>
                <a:latin typeface="Arial MT"/>
                <a:cs typeface="Arial MT"/>
              </a:rPr>
              <a:t>the</a:t>
            </a:r>
            <a:r>
              <a:rPr sz="2000" spc="-20" dirty="0">
                <a:solidFill>
                  <a:srgbClr val="46424D"/>
                </a:solidFill>
                <a:latin typeface="Arial MT"/>
                <a:cs typeface="Arial MT"/>
              </a:rPr>
              <a:t> </a:t>
            </a:r>
            <a:r>
              <a:rPr sz="2000" dirty="0">
                <a:solidFill>
                  <a:srgbClr val="46424D"/>
                </a:solidFill>
                <a:latin typeface="Arial MT"/>
                <a:cs typeface="Arial MT"/>
              </a:rPr>
              <a:t>software </a:t>
            </a:r>
            <a:r>
              <a:rPr sz="2000" spc="-540" dirty="0">
                <a:solidFill>
                  <a:srgbClr val="46424D"/>
                </a:solidFill>
                <a:latin typeface="Arial MT"/>
                <a:cs typeface="Arial MT"/>
              </a:rPr>
              <a:t> </a:t>
            </a:r>
            <a:r>
              <a:rPr sz="2000" dirty="0">
                <a:solidFill>
                  <a:srgbClr val="46424D"/>
                </a:solidFill>
                <a:latin typeface="Arial MT"/>
                <a:cs typeface="Arial MT"/>
              </a:rPr>
              <a:t>development</a:t>
            </a:r>
            <a:r>
              <a:rPr sz="2000" spc="-35" dirty="0">
                <a:solidFill>
                  <a:srgbClr val="46424D"/>
                </a:solidFill>
                <a:latin typeface="Arial MT"/>
                <a:cs typeface="Arial MT"/>
              </a:rPr>
              <a:t> </a:t>
            </a:r>
            <a:r>
              <a:rPr sz="2000" dirty="0">
                <a:solidFill>
                  <a:srgbClr val="46424D"/>
                </a:solidFill>
                <a:latin typeface="Arial MT"/>
                <a:cs typeface="Arial MT"/>
              </a:rPr>
              <a:t>process.</a:t>
            </a:r>
            <a:endParaRPr sz="2000" dirty="0">
              <a:latin typeface="Arial MT"/>
              <a:cs typeface="Arial MT"/>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10534" y="2624404"/>
            <a:ext cx="2124075" cy="391795"/>
          </a:xfrm>
          <a:prstGeom prst="rect">
            <a:avLst/>
          </a:prstGeom>
        </p:spPr>
        <p:txBody>
          <a:bodyPr vert="horz" wrap="square" lIns="0" tIns="12700" rIns="0" bIns="0" rtlCol="0">
            <a:spAutoFit/>
          </a:bodyPr>
          <a:lstStyle/>
          <a:p>
            <a:pPr marL="12700">
              <a:lnSpc>
                <a:spcPct val="100000"/>
              </a:lnSpc>
              <a:spcBef>
                <a:spcPts val="100"/>
              </a:spcBef>
            </a:pPr>
            <a:r>
              <a:rPr spc="-5" dirty="0"/>
              <a:t>Agile</a:t>
            </a:r>
            <a:r>
              <a:rPr spc="-60" dirty="0"/>
              <a:t> </a:t>
            </a:r>
            <a:r>
              <a:rPr spc="-5" dirty="0"/>
              <a:t>methods</a:t>
            </a:r>
          </a:p>
        </p:txBody>
      </p:sp>
      <p:sp>
        <p:nvSpPr>
          <p:cNvPr id="3" name="object 3"/>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8</a:t>
            </a:fld>
            <a:endParaRPr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2124710" cy="391160"/>
          </a:xfrm>
          <a:prstGeom prst="rect">
            <a:avLst/>
          </a:prstGeom>
        </p:spPr>
        <p:txBody>
          <a:bodyPr vert="horz" wrap="square" lIns="0" tIns="12700" rIns="0" bIns="0" rtlCol="0">
            <a:spAutoFit/>
          </a:bodyPr>
          <a:lstStyle/>
          <a:p>
            <a:pPr marL="12700">
              <a:lnSpc>
                <a:spcPct val="100000"/>
              </a:lnSpc>
              <a:spcBef>
                <a:spcPts val="100"/>
              </a:spcBef>
            </a:pPr>
            <a:r>
              <a:rPr spc="-5" dirty="0"/>
              <a:t>Agile</a:t>
            </a:r>
            <a:r>
              <a:rPr spc="-80" dirty="0"/>
              <a:t> </a:t>
            </a:r>
            <a:r>
              <a:rPr dirty="0"/>
              <a:t>methods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9</a:t>
            </a:fld>
            <a:endParaRPr dirty="0"/>
          </a:p>
        </p:txBody>
      </p:sp>
      <p:sp>
        <p:nvSpPr>
          <p:cNvPr id="3" name="object 3"/>
          <p:cNvSpPr txBox="1"/>
          <p:nvPr/>
        </p:nvSpPr>
        <p:spPr>
          <a:xfrm>
            <a:off x="535940" y="1626234"/>
            <a:ext cx="7935595" cy="4187190"/>
          </a:xfrm>
          <a:prstGeom prst="rect">
            <a:avLst/>
          </a:prstGeom>
        </p:spPr>
        <p:txBody>
          <a:bodyPr vert="horz" wrap="square" lIns="0" tIns="12700" rIns="0" bIns="0" rtlCol="0">
            <a:spAutoFit/>
          </a:bodyPr>
          <a:lstStyle/>
          <a:p>
            <a:pPr marL="355600" marR="196215" indent="-342900">
              <a:lnSpc>
                <a:spcPct val="100000"/>
              </a:lnSpc>
              <a:spcBef>
                <a:spcPts val="100"/>
              </a:spcBef>
              <a:buFont typeface="Wingdings"/>
              <a:buChar char=""/>
              <a:tabLst>
                <a:tab pos="355600" algn="l"/>
              </a:tabLst>
            </a:pPr>
            <a:r>
              <a:rPr sz="2400" spc="-5" dirty="0">
                <a:solidFill>
                  <a:srgbClr val="46424D"/>
                </a:solidFill>
                <a:latin typeface="Arial MT"/>
                <a:cs typeface="Arial MT"/>
              </a:rPr>
              <a:t>Dissatisfaction</a:t>
            </a:r>
            <a:r>
              <a:rPr sz="2400" spc="35" dirty="0">
                <a:solidFill>
                  <a:srgbClr val="46424D"/>
                </a:solidFill>
                <a:latin typeface="Arial MT"/>
                <a:cs typeface="Arial MT"/>
              </a:rPr>
              <a:t> </a:t>
            </a:r>
            <a:r>
              <a:rPr sz="2400" spc="-5" dirty="0">
                <a:solidFill>
                  <a:srgbClr val="46424D"/>
                </a:solidFill>
                <a:latin typeface="Arial MT"/>
                <a:cs typeface="Arial MT"/>
              </a:rPr>
              <a:t>with</a:t>
            </a:r>
            <a:r>
              <a:rPr sz="2400" spc="25" dirty="0">
                <a:solidFill>
                  <a:srgbClr val="46424D"/>
                </a:solidFill>
                <a:latin typeface="Arial MT"/>
                <a:cs typeface="Arial MT"/>
              </a:rPr>
              <a:t> </a:t>
            </a:r>
            <a:r>
              <a:rPr sz="2400" spc="-5" dirty="0">
                <a:solidFill>
                  <a:srgbClr val="46424D"/>
                </a:solidFill>
                <a:latin typeface="Arial MT"/>
                <a:cs typeface="Arial MT"/>
              </a:rPr>
              <a:t>the</a:t>
            </a:r>
            <a:r>
              <a:rPr sz="2400" spc="20" dirty="0">
                <a:solidFill>
                  <a:srgbClr val="46424D"/>
                </a:solidFill>
                <a:latin typeface="Arial MT"/>
                <a:cs typeface="Arial MT"/>
              </a:rPr>
              <a:t> </a:t>
            </a:r>
            <a:r>
              <a:rPr sz="2400" spc="-5" dirty="0">
                <a:solidFill>
                  <a:srgbClr val="46424D"/>
                </a:solidFill>
                <a:latin typeface="Arial MT"/>
                <a:cs typeface="Arial MT"/>
              </a:rPr>
              <a:t>overheads</a:t>
            </a:r>
            <a:r>
              <a:rPr sz="2400" spc="35" dirty="0">
                <a:solidFill>
                  <a:srgbClr val="46424D"/>
                </a:solidFill>
                <a:latin typeface="Arial MT"/>
                <a:cs typeface="Arial MT"/>
              </a:rPr>
              <a:t> </a:t>
            </a:r>
            <a:r>
              <a:rPr sz="2400" spc="-5" dirty="0">
                <a:solidFill>
                  <a:srgbClr val="46424D"/>
                </a:solidFill>
                <a:latin typeface="Arial MT"/>
                <a:cs typeface="Arial MT"/>
              </a:rPr>
              <a:t>involved</a:t>
            </a:r>
            <a:r>
              <a:rPr sz="2400" spc="55" dirty="0">
                <a:solidFill>
                  <a:srgbClr val="46424D"/>
                </a:solidFill>
                <a:latin typeface="Arial MT"/>
                <a:cs typeface="Arial MT"/>
              </a:rPr>
              <a:t> </a:t>
            </a:r>
            <a:r>
              <a:rPr sz="2400" spc="-5" dirty="0">
                <a:solidFill>
                  <a:srgbClr val="46424D"/>
                </a:solidFill>
                <a:latin typeface="Arial MT"/>
                <a:cs typeface="Arial MT"/>
              </a:rPr>
              <a:t>in</a:t>
            </a:r>
            <a:r>
              <a:rPr sz="2400" spc="-25" dirty="0">
                <a:solidFill>
                  <a:srgbClr val="46424D"/>
                </a:solidFill>
                <a:latin typeface="Arial MT"/>
                <a:cs typeface="Arial MT"/>
              </a:rPr>
              <a:t> </a:t>
            </a:r>
            <a:r>
              <a:rPr sz="2400" spc="-5" dirty="0">
                <a:solidFill>
                  <a:srgbClr val="46424D"/>
                </a:solidFill>
                <a:latin typeface="Arial MT"/>
                <a:cs typeface="Arial MT"/>
              </a:rPr>
              <a:t>software </a:t>
            </a:r>
            <a:r>
              <a:rPr sz="2400" spc="-650" dirty="0">
                <a:solidFill>
                  <a:srgbClr val="46424D"/>
                </a:solidFill>
                <a:latin typeface="Arial MT"/>
                <a:cs typeface="Arial MT"/>
              </a:rPr>
              <a:t> </a:t>
            </a:r>
            <a:r>
              <a:rPr sz="2400" spc="-5" dirty="0">
                <a:solidFill>
                  <a:srgbClr val="46424D"/>
                </a:solidFill>
                <a:latin typeface="Arial MT"/>
                <a:cs typeface="Arial MT"/>
              </a:rPr>
              <a:t>design</a:t>
            </a:r>
            <a:r>
              <a:rPr sz="2400" spc="10" dirty="0">
                <a:solidFill>
                  <a:srgbClr val="46424D"/>
                </a:solidFill>
                <a:latin typeface="Arial MT"/>
                <a:cs typeface="Arial MT"/>
              </a:rPr>
              <a:t> </a:t>
            </a:r>
            <a:r>
              <a:rPr sz="2400" spc="-5" dirty="0">
                <a:solidFill>
                  <a:srgbClr val="46424D"/>
                </a:solidFill>
                <a:latin typeface="Arial MT"/>
                <a:cs typeface="Arial MT"/>
              </a:rPr>
              <a:t>methods</a:t>
            </a:r>
            <a:r>
              <a:rPr sz="2400" spc="10" dirty="0">
                <a:solidFill>
                  <a:srgbClr val="46424D"/>
                </a:solidFill>
                <a:latin typeface="Arial MT"/>
                <a:cs typeface="Arial MT"/>
              </a:rPr>
              <a:t> </a:t>
            </a:r>
            <a:r>
              <a:rPr sz="2400" dirty="0">
                <a:solidFill>
                  <a:srgbClr val="46424D"/>
                </a:solidFill>
                <a:latin typeface="Arial MT"/>
                <a:cs typeface="Arial MT"/>
              </a:rPr>
              <a:t>of the</a:t>
            </a:r>
            <a:r>
              <a:rPr sz="2400" spc="-15" dirty="0">
                <a:solidFill>
                  <a:srgbClr val="46424D"/>
                </a:solidFill>
                <a:latin typeface="Arial MT"/>
                <a:cs typeface="Arial MT"/>
              </a:rPr>
              <a:t> </a:t>
            </a:r>
            <a:r>
              <a:rPr sz="2400" spc="-5" dirty="0">
                <a:solidFill>
                  <a:srgbClr val="46424D"/>
                </a:solidFill>
                <a:latin typeface="Arial MT"/>
                <a:cs typeface="Arial MT"/>
              </a:rPr>
              <a:t>1980s</a:t>
            </a:r>
            <a:r>
              <a:rPr sz="2400" spc="10" dirty="0">
                <a:solidFill>
                  <a:srgbClr val="46424D"/>
                </a:solidFill>
                <a:latin typeface="Arial MT"/>
                <a:cs typeface="Arial MT"/>
              </a:rPr>
              <a:t> </a:t>
            </a:r>
            <a:r>
              <a:rPr sz="2400" spc="-5" dirty="0">
                <a:solidFill>
                  <a:srgbClr val="46424D"/>
                </a:solidFill>
                <a:latin typeface="Arial MT"/>
                <a:cs typeface="Arial MT"/>
              </a:rPr>
              <a:t>and</a:t>
            </a:r>
            <a:r>
              <a:rPr sz="2400" spc="5" dirty="0">
                <a:solidFill>
                  <a:srgbClr val="46424D"/>
                </a:solidFill>
                <a:latin typeface="Arial MT"/>
                <a:cs typeface="Arial MT"/>
              </a:rPr>
              <a:t> </a:t>
            </a:r>
            <a:r>
              <a:rPr sz="2400" spc="-5" dirty="0">
                <a:solidFill>
                  <a:srgbClr val="46424D"/>
                </a:solidFill>
                <a:latin typeface="Arial MT"/>
                <a:cs typeface="Arial MT"/>
              </a:rPr>
              <a:t>1990s</a:t>
            </a:r>
            <a:r>
              <a:rPr sz="2400" spc="10" dirty="0">
                <a:solidFill>
                  <a:srgbClr val="46424D"/>
                </a:solidFill>
                <a:latin typeface="Arial MT"/>
                <a:cs typeface="Arial MT"/>
              </a:rPr>
              <a:t> </a:t>
            </a:r>
            <a:r>
              <a:rPr sz="2400" spc="-5" dirty="0">
                <a:solidFill>
                  <a:srgbClr val="46424D"/>
                </a:solidFill>
                <a:latin typeface="Arial MT"/>
                <a:cs typeface="Arial MT"/>
              </a:rPr>
              <a:t>led</a:t>
            </a:r>
            <a:r>
              <a:rPr sz="2400" spc="25" dirty="0">
                <a:solidFill>
                  <a:srgbClr val="46424D"/>
                </a:solidFill>
                <a:latin typeface="Arial MT"/>
                <a:cs typeface="Arial MT"/>
              </a:rPr>
              <a:t> </a:t>
            </a:r>
            <a:r>
              <a:rPr sz="2400" dirty="0">
                <a:solidFill>
                  <a:srgbClr val="46424D"/>
                </a:solidFill>
                <a:latin typeface="Arial MT"/>
                <a:cs typeface="Arial MT"/>
              </a:rPr>
              <a:t>to</a:t>
            </a:r>
            <a:r>
              <a:rPr sz="2400" spc="-20" dirty="0">
                <a:solidFill>
                  <a:srgbClr val="46424D"/>
                </a:solidFill>
                <a:latin typeface="Arial MT"/>
                <a:cs typeface="Arial MT"/>
              </a:rPr>
              <a:t> </a:t>
            </a:r>
            <a:r>
              <a:rPr sz="2400" dirty="0">
                <a:solidFill>
                  <a:srgbClr val="46424D"/>
                </a:solidFill>
                <a:latin typeface="Arial MT"/>
                <a:cs typeface="Arial MT"/>
              </a:rPr>
              <a:t>the </a:t>
            </a:r>
            <a:r>
              <a:rPr sz="2400" spc="5" dirty="0">
                <a:solidFill>
                  <a:srgbClr val="46424D"/>
                </a:solidFill>
                <a:latin typeface="Arial MT"/>
                <a:cs typeface="Arial MT"/>
              </a:rPr>
              <a:t> </a:t>
            </a:r>
            <a:r>
              <a:rPr sz="2400" spc="-5" dirty="0">
                <a:solidFill>
                  <a:srgbClr val="46424D"/>
                </a:solidFill>
                <a:latin typeface="Arial MT"/>
                <a:cs typeface="Arial MT"/>
              </a:rPr>
              <a:t>creation</a:t>
            </a:r>
            <a:r>
              <a:rPr sz="2400" spc="10" dirty="0">
                <a:solidFill>
                  <a:srgbClr val="46424D"/>
                </a:solidFill>
                <a:latin typeface="Arial MT"/>
                <a:cs typeface="Arial MT"/>
              </a:rPr>
              <a:t> </a:t>
            </a:r>
            <a:r>
              <a:rPr sz="2400" dirty="0">
                <a:solidFill>
                  <a:srgbClr val="46424D"/>
                </a:solidFill>
                <a:latin typeface="Arial MT"/>
                <a:cs typeface="Arial MT"/>
              </a:rPr>
              <a:t>of </a:t>
            </a:r>
            <a:r>
              <a:rPr sz="2400" spc="-5" dirty="0">
                <a:solidFill>
                  <a:srgbClr val="46424D"/>
                </a:solidFill>
                <a:latin typeface="Arial MT"/>
                <a:cs typeface="Arial MT"/>
              </a:rPr>
              <a:t>agile</a:t>
            </a:r>
            <a:r>
              <a:rPr sz="2400" spc="25" dirty="0">
                <a:solidFill>
                  <a:srgbClr val="46424D"/>
                </a:solidFill>
                <a:latin typeface="Arial MT"/>
                <a:cs typeface="Arial MT"/>
              </a:rPr>
              <a:t> </a:t>
            </a:r>
            <a:r>
              <a:rPr sz="2400" spc="-5" dirty="0">
                <a:solidFill>
                  <a:srgbClr val="46424D"/>
                </a:solidFill>
                <a:latin typeface="Arial MT"/>
                <a:cs typeface="Arial MT"/>
              </a:rPr>
              <a:t>methods.</a:t>
            </a:r>
            <a:r>
              <a:rPr sz="2400" spc="-50" dirty="0">
                <a:solidFill>
                  <a:srgbClr val="46424D"/>
                </a:solidFill>
                <a:latin typeface="Arial MT"/>
                <a:cs typeface="Arial MT"/>
              </a:rPr>
              <a:t> </a:t>
            </a:r>
            <a:r>
              <a:rPr sz="2400" spc="-5" dirty="0">
                <a:solidFill>
                  <a:srgbClr val="46424D"/>
                </a:solidFill>
                <a:latin typeface="Arial MT"/>
                <a:cs typeface="Arial MT"/>
              </a:rPr>
              <a:t>These</a:t>
            </a:r>
            <a:r>
              <a:rPr sz="2400" spc="20" dirty="0">
                <a:solidFill>
                  <a:srgbClr val="46424D"/>
                </a:solidFill>
                <a:latin typeface="Arial MT"/>
                <a:cs typeface="Arial MT"/>
              </a:rPr>
              <a:t> </a:t>
            </a:r>
            <a:r>
              <a:rPr sz="2400" spc="-5" dirty="0">
                <a:solidFill>
                  <a:srgbClr val="46424D"/>
                </a:solidFill>
                <a:latin typeface="Arial MT"/>
                <a:cs typeface="Arial MT"/>
              </a:rPr>
              <a:t>methods:</a:t>
            </a:r>
            <a:endParaRPr sz="2400">
              <a:latin typeface="Arial MT"/>
              <a:cs typeface="Arial MT"/>
            </a:endParaRPr>
          </a:p>
          <a:p>
            <a:pPr marL="756285" lvl="1" indent="-287020">
              <a:lnSpc>
                <a:spcPct val="100000"/>
              </a:lnSpc>
              <a:spcBef>
                <a:spcPts val="905"/>
              </a:spcBef>
              <a:buFont typeface="Wingdings"/>
              <a:buChar char=""/>
              <a:tabLst>
                <a:tab pos="756285" algn="l"/>
                <a:tab pos="756920" algn="l"/>
              </a:tabLst>
            </a:pPr>
            <a:r>
              <a:rPr sz="2000" dirty="0">
                <a:solidFill>
                  <a:srgbClr val="46424D"/>
                </a:solidFill>
                <a:latin typeface="Arial MT"/>
                <a:cs typeface="Arial MT"/>
              </a:rPr>
              <a:t>Focus</a:t>
            </a:r>
            <a:r>
              <a:rPr sz="2000" spc="-30" dirty="0">
                <a:solidFill>
                  <a:srgbClr val="46424D"/>
                </a:solidFill>
                <a:latin typeface="Arial MT"/>
                <a:cs typeface="Arial MT"/>
              </a:rPr>
              <a:t> </a:t>
            </a:r>
            <a:r>
              <a:rPr sz="2000" dirty="0">
                <a:solidFill>
                  <a:srgbClr val="46424D"/>
                </a:solidFill>
                <a:latin typeface="Arial MT"/>
                <a:cs typeface="Arial MT"/>
              </a:rPr>
              <a:t>on</a:t>
            </a:r>
            <a:r>
              <a:rPr sz="2000" spc="-20" dirty="0">
                <a:solidFill>
                  <a:srgbClr val="46424D"/>
                </a:solidFill>
                <a:latin typeface="Arial MT"/>
                <a:cs typeface="Arial MT"/>
              </a:rPr>
              <a:t> </a:t>
            </a:r>
            <a:r>
              <a:rPr sz="2000" dirty="0">
                <a:solidFill>
                  <a:srgbClr val="46424D"/>
                </a:solidFill>
                <a:latin typeface="Arial MT"/>
                <a:cs typeface="Arial MT"/>
              </a:rPr>
              <a:t>the</a:t>
            </a:r>
            <a:r>
              <a:rPr sz="2000" spc="-20" dirty="0">
                <a:solidFill>
                  <a:srgbClr val="46424D"/>
                </a:solidFill>
                <a:latin typeface="Arial MT"/>
                <a:cs typeface="Arial MT"/>
              </a:rPr>
              <a:t> </a:t>
            </a:r>
            <a:r>
              <a:rPr sz="2000" dirty="0">
                <a:solidFill>
                  <a:srgbClr val="46424D"/>
                </a:solidFill>
                <a:latin typeface="Arial MT"/>
                <a:cs typeface="Arial MT"/>
              </a:rPr>
              <a:t>code</a:t>
            </a:r>
            <a:r>
              <a:rPr sz="2000" spc="-20" dirty="0">
                <a:solidFill>
                  <a:srgbClr val="46424D"/>
                </a:solidFill>
                <a:latin typeface="Arial MT"/>
                <a:cs typeface="Arial MT"/>
              </a:rPr>
              <a:t> </a:t>
            </a:r>
            <a:r>
              <a:rPr sz="2000" dirty="0">
                <a:solidFill>
                  <a:srgbClr val="46424D"/>
                </a:solidFill>
                <a:latin typeface="Arial MT"/>
                <a:cs typeface="Arial MT"/>
              </a:rPr>
              <a:t>rather</a:t>
            </a:r>
            <a:r>
              <a:rPr sz="2000" spc="-45" dirty="0">
                <a:solidFill>
                  <a:srgbClr val="46424D"/>
                </a:solidFill>
                <a:latin typeface="Arial MT"/>
                <a:cs typeface="Arial MT"/>
              </a:rPr>
              <a:t> </a:t>
            </a:r>
            <a:r>
              <a:rPr sz="2000" dirty="0">
                <a:solidFill>
                  <a:srgbClr val="46424D"/>
                </a:solidFill>
                <a:latin typeface="Arial MT"/>
                <a:cs typeface="Arial MT"/>
              </a:rPr>
              <a:t>than</a:t>
            </a:r>
            <a:r>
              <a:rPr sz="2000" spc="-15" dirty="0">
                <a:solidFill>
                  <a:srgbClr val="46424D"/>
                </a:solidFill>
                <a:latin typeface="Arial MT"/>
                <a:cs typeface="Arial MT"/>
              </a:rPr>
              <a:t> </a:t>
            </a:r>
            <a:r>
              <a:rPr sz="2000" dirty="0">
                <a:solidFill>
                  <a:srgbClr val="46424D"/>
                </a:solidFill>
                <a:latin typeface="Arial MT"/>
                <a:cs typeface="Arial MT"/>
              </a:rPr>
              <a:t>the</a:t>
            </a:r>
            <a:r>
              <a:rPr sz="2000" spc="-10" dirty="0">
                <a:solidFill>
                  <a:srgbClr val="46424D"/>
                </a:solidFill>
                <a:latin typeface="Arial MT"/>
                <a:cs typeface="Arial MT"/>
              </a:rPr>
              <a:t> </a:t>
            </a:r>
            <a:r>
              <a:rPr sz="2000" dirty="0">
                <a:solidFill>
                  <a:srgbClr val="46424D"/>
                </a:solidFill>
                <a:latin typeface="Arial MT"/>
                <a:cs typeface="Arial MT"/>
              </a:rPr>
              <a:t>design</a:t>
            </a:r>
            <a:endParaRPr sz="2000">
              <a:latin typeface="Arial MT"/>
              <a:cs typeface="Arial MT"/>
            </a:endParaRPr>
          </a:p>
          <a:p>
            <a:pPr marL="756285" lvl="1" indent="-287020">
              <a:lnSpc>
                <a:spcPct val="100000"/>
              </a:lnSpc>
              <a:spcBef>
                <a:spcPts val="600"/>
              </a:spcBef>
              <a:buFont typeface="Wingdings"/>
              <a:buChar char=""/>
              <a:tabLst>
                <a:tab pos="756285" algn="l"/>
                <a:tab pos="756920" algn="l"/>
              </a:tabLst>
            </a:pPr>
            <a:r>
              <a:rPr sz="2000" dirty="0">
                <a:solidFill>
                  <a:srgbClr val="46424D"/>
                </a:solidFill>
                <a:latin typeface="Arial MT"/>
                <a:cs typeface="Arial MT"/>
              </a:rPr>
              <a:t>Are</a:t>
            </a:r>
            <a:r>
              <a:rPr sz="2000" spc="-15" dirty="0">
                <a:solidFill>
                  <a:srgbClr val="46424D"/>
                </a:solidFill>
                <a:latin typeface="Arial MT"/>
                <a:cs typeface="Arial MT"/>
              </a:rPr>
              <a:t> </a:t>
            </a:r>
            <a:r>
              <a:rPr sz="2000" dirty="0">
                <a:solidFill>
                  <a:srgbClr val="46424D"/>
                </a:solidFill>
                <a:latin typeface="Arial MT"/>
                <a:cs typeface="Arial MT"/>
              </a:rPr>
              <a:t>based</a:t>
            </a:r>
            <a:r>
              <a:rPr sz="2000" spc="-20" dirty="0">
                <a:solidFill>
                  <a:srgbClr val="46424D"/>
                </a:solidFill>
                <a:latin typeface="Arial MT"/>
                <a:cs typeface="Arial MT"/>
              </a:rPr>
              <a:t> </a:t>
            </a:r>
            <a:r>
              <a:rPr sz="2000" dirty="0">
                <a:solidFill>
                  <a:srgbClr val="46424D"/>
                </a:solidFill>
                <a:latin typeface="Arial MT"/>
                <a:cs typeface="Arial MT"/>
              </a:rPr>
              <a:t>on</a:t>
            </a:r>
            <a:r>
              <a:rPr sz="2000" spc="-15" dirty="0">
                <a:solidFill>
                  <a:srgbClr val="46424D"/>
                </a:solidFill>
                <a:latin typeface="Arial MT"/>
                <a:cs typeface="Arial MT"/>
              </a:rPr>
              <a:t> </a:t>
            </a:r>
            <a:r>
              <a:rPr sz="2000" dirty="0">
                <a:solidFill>
                  <a:srgbClr val="46424D"/>
                </a:solidFill>
                <a:latin typeface="Arial MT"/>
                <a:cs typeface="Arial MT"/>
              </a:rPr>
              <a:t>an</a:t>
            </a:r>
            <a:r>
              <a:rPr sz="2000" spc="5" dirty="0">
                <a:solidFill>
                  <a:srgbClr val="46424D"/>
                </a:solidFill>
                <a:latin typeface="Arial MT"/>
                <a:cs typeface="Arial MT"/>
              </a:rPr>
              <a:t> </a:t>
            </a:r>
            <a:r>
              <a:rPr sz="2000" spc="-5" dirty="0">
                <a:solidFill>
                  <a:srgbClr val="46424D"/>
                </a:solidFill>
                <a:latin typeface="Arial MT"/>
                <a:cs typeface="Arial MT"/>
              </a:rPr>
              <a:t>iterative</a:t>
            </a:r>
            <a:r>
              <a:rPr sz="2000" spc="-15" dirty="0">
                <a:solidFill>
                  <a:srgbClr val="46424D"/>
                </a:solidFill>
                <a:latin typeface="Arial MT"/>
                <a:cs typeface="Arial MT"/>
              </a:rPr>
              <a:t> </a:t>
            </a:r>
            <a:r>
              <a:rPr sz="2000" dirty="0">
                <a:solidFill>
                  <a:srgbClr val="46424D"/>
                </a:solidFill>
                <a:latin typeface="Arial MT"/>
                <a:cs typeface="Arial MT"/>
              </a:rPr>
              <a:t>approach</a:t>
            </a:r>
            <a:r>
              <a:rPr sz="2000" spc="-35" dirty="0">
                <a:solidFill>
                  <a:srgbClr val="46424D"/>
                </a:solidFill>
                <a:latin typeface="Arial MT"/>
                <a:cs typeface="Arial MT"/>
              </a:rPr>
              <a:t> </a:t>
            </a:r>
            <a:r>
              <a:rPr sz="2000" dirty="0">
                <a:solidFill>
                  <a:srgbClr val="46424D"/>
                </a:solidFill>
                <a:latin typeface="Arial MT"/>
                <a:cs typeface="Arial MT"/>
              </a:rPr>
              <a:t>to</a:t>
            </a:r>
            <a:r>
              <a:rPr sz="2000" spc="-20" dirty="0">
                <a:solidFill>
                  <a:srgbClr val="46424D"/>
                </a:solidFill>
                <a:latin typeface="Arial MT"/>
                <a:cs typeface="Arial MT"/>
              </a:rPr>
              <a:t> </a:t>
            </a:r>
            <a:r>
              <a:rPr sz="2000" dirty="0">
                <a:solidFill>
                  <a:srgbClr val="46424D"/>
                </a:solidFill>
                <a:latin typeface="Arial MT"/>
                <a:cs typeface="Arial MT"/>
              </a:rPr>
              <a:t>software</a:t>
            </a:r>
            <a:r>
              <a:rPr sz="2000" spc="-10" dirty="0">
                <a:solidFill>
                  <a:srgbClr val="46424D"/>
                </a:solidFill>
                <a:latin typeface="Arial MT"/>
                <a:cs typeface="Arial MT"/>
              </a:rPr>
              <a:t> </a:t>
            </a:r>
            <a:r>
              <a:rPr sz="2000" dirty="0">
                <a:solidFill>
                  <a:srgbClr val="46424D"/>
                </a:solidFill>
                <a:latin typeface="Arial MT"/>
                <a:cs typeface="Arial MT"/>
              </a:rPr>
              <a:t>development</a:t>
            </a:r>
            <a:endParaRPr sz="2000">
              <a:latin typeface="Arial MT"/>
              <a:cs typeface="Arial MT"/>
            </a:endParaRPr>
          </a:p>
          <a:p>
            <a:pPr marL="756285" lvl="1" indent="-287020">
              <a:lnSpc>
                <a:spcPct val="100000"/>
              </a:lnSpc>
              <a:spcBef>
                <a:spcPts val="600"/>
              </a:spcBef>
              <a:buFont typeface="Wingdings"/>
              <a:buChar char=""/>
              <a:tabLst>
                <a:tab pos="756285" algn="l"/>
                <a:tab pos="756920" algn="l"/>
              </a:tabLst>
            </a:pPr>
            <a:r>
              <a:rPr sz="2000" dirty="0">
                <a:solidFill>
                  <a:srgbClr val="46424D"/>
                </a:solidFill>
                <a:latin typeface="Arial MT"/>
                <a:cs typeface="Arial MT"/>
              </a:rPr>
              <a:t>Are</a:t>
            </a:r>
            <a:r>
              <a:rPr sz="2000" spc="-20" dirty="0">
                <a:solidFill>
                  <a:srgbClr val="46424D"/>
                </a:solidFill>
                <a:latin typeface="Arial MT"/>
                <a:cs typeface="Arial MT"/>
              </a:rPr>
              <a:t> </a:t>
            </a:r>
            <a:r>
              <a:rPr sz="2000" dirty="0">
                <a:solidFill>
                  <a:srgbClr val="46424D"/>
                </a:solidFill>
                <a:latin typeface="Arial MT"/>
                <a:cs typeface="Arial MT"/>
              </a:rPr>
              <a:t>intended</a:t>
            </a:r>
            <a:r>
              <a:rPr sz="2000" spc="-15" dirty="0">
                <a:solidFill>
                  <a:srgbClr val="46424D"/>
                </a:solidFill>
                <a:latin typeface="Arial MT"/>
                <a:cs typeface="Arial MT"/>
              </a:rPr>
              <a:t> </a:t>
            </a:r>
            <a:r>
              <a:rPr sz="2000" dirty="0">
                <a:solidFill>
                  <a:srgbClr val="46424D"/>
                </a:solidFill>
                <a:latin typeface="Arial MT"/>
                <a:cs typeface="Arial MT"/>
              </a:rPr>
              <a:t>to</a:t>
            </a:r>
            <a:r>
              <a:rPr sz="2000" spc="-20" dirty="0">
                <a:solidFill>
                  <a:srgbClr val="46424D"/>
                </a:solidFill>
                <a:latin typeface="Arial MT"/>
                <a:cs typeface="Arial MT"/>
              </a:rPr>
              <a:t> </a:t>
            </a:r>
            <a:r>
              <a:rPr sz="2000" dirty="0">
                <a:solidFill>
                  <a:srgbClr val="46424D"/>
                </a:solidFill>
                <a:latin typeface="Arial MT"/>
                <a:cs typeface="Arial MT"/>
              </a:rPr>
              <a:t>deliver working</a:t>
            </a:r>
            <a:r>
              <a:rPr sz="2000" spc="-40" dirty="0">
                <a:solidFill>
                  <a:srgbClr val="46424D"/>
                </a:solidFill>
                <a:latin typeface="Arial MT"/>
                <a:cs typeface="Arial MT"/>
              </a:rPr>
              <a:t> </a:t>
            </a:r>
            <a:r>
              <a:rPr sz="2000" dirty="0">
                <a:solidFill>
                  <a:srgbClr val="46424D"/>
                </a:solidFill>
                <a:latin typeface="Arial MT"/>
                <a:cs typeface="Arial MT"/>
              </a:rPr>
              <a:t>software</a:t>
            </a:r>
            <a:r>
              <a:rPr sz="2000" spc="-40" dirty="0">
                <a:solidFill>
                  <a:srgbClr val="46424D"/>
                </a:solidFill>
                <a:latin typeface="Arial MT"/>
                <a:cs typeface="Arial MT"/>
              </a:rPr>
              <a:t> </a:t>
            </a:r>
            <a:r>
              <a:rPr sz="2000" dirty="0">
                <a:solidFill>
                  <a:srgbClr val="46424D"/>
                </a:solidFill>
                <a:latin typeface="Arial MT"/>
                <a:cs typeface="Arial MT"/>
              </a:rPr>
              <a:t>quickly and</a:t>
            </a:r>
            <a:r>
              <a:rPr sz="2000" spc="-20" dirty="0">
                <a:solidFill>
                  <a:srgbClr val="46424D"/>
                </a:solidFill>
                <a:latin typeface="Arial MT"/>
                <a:cs typeface="Arial MT"/>
              </a:rPr>
              <a:t> </a:t>
            </a:r>
            <a:r>
              <a:rPr sz="2000" dirty="0">
                <a:solidFill>
                  <a:srgbClr val="46424D"/>
                </a:solidFill>
                <a:latin typeface="Arial MT"/>
                <a:cs typeface="Arial MT"/>
              </a:rPr>
              <a:t>evolve </a:t>
            </a:r>
            <a:r>
              <a:rPr sz="2000" spc="-5" dirty="0">
                <a:solidFill>
                  <a:srgbClr val="46424D"/>
                </a:solidFill>
                <a:latin typeface="Arial MT"/>
                <a:cs typeface="Arial MT"/>
              </a:rPr>
              <a:t>this</a:t>
            </a:r>
            <a:endParaRPr sz="2000">
              <a:latin typeface="Arial MT"/>
              <a:cs typeface="Arial MT"/>
            </a:endParaRPr>
          </a:p>
          <a:p>
            <a:pPr marL="756285">
              <a:lnSpc>
                <a:spcPct val="100000"/>
              </a:lnSpc>
            </a:pPr>
            <a:r>
              <a:rPr sz="2000" dirty="0">
                <a:solidFill>
                  <a:srgbClr val="46424D"/>
                </a:solidFill>
                <a:latin typeface="Arial MT"/>
                <a:cs typeface="Arial MT"/>
              </a:rPr>
              <a:t>quickly</a:t>
            </a:r>
            <a:r>
              <a:rPr sz="2000" spc="-30" dirty="0">
                <a:solidFill>
                  <a:srgbClr val="46424D"/>
                </a:solidFill>
                <a:latin typeface="Arial MT"/>
                <a:cs typeface="Arial MT"/>
              </a:rPr>
              <a:t> </a:t>
            </a:r>
            <a:r>
              <a:rPr sz="2000" dirty="0">
                <a:solidFill>
                  <a:srgbClr val="46424D"/>
                </a:solidFill>
                <a:latin typeface="Arial MT"/>
                <a:cs typeface="Arial MT"/>
              </a:rPr>
              <a:t>to</a:t>
            </a:r>
            <a:r>
              <a:rPr sz="2000" spc="-10" dirty="0">
                <a:solidFill>
                  <a:srgbClr val="46424D"/>
                </a:solidFill>
                <a:latin typeface="Arial MT"/>
                <a:cs typeface="Arial MT"/>
              </a:rPr>
              <a:t> </a:t>
            </a:r>
            <a:r>
              <a:rPr sz="2000" dirty="0">
                <a:solidFill>
                  <a:srgbClr val="46424D"/>
                </a:solidFill>
                <a:latin typeface="Arial MT"/>
                <a:cs typeface="Arial MT"/>
              </a:rPr>
              <a:t>meet</a:t>
            </a:r>
            <a:r>
              <a:rPr sz="2000" spc="-40" dirty="0">
                <a:solidFill>
                  <a:srgbClr val="46424D"/>
                </a:solidFill>
                <a:latin typeface="Arial MT"/>
                <a:cs typeface="Arial MT"/>
              </a:rPr>
              <a:t> </a:t>
            </a:r>
            <a:r>
              <a:rPr sz="2000" dirty="0">
                <a:solidFill>
                  <a:srgbClr val="46424D"/>
                </a:solidFill>
                <a:latin typeface="Arial MT"/>
                <a:cs typeface="Arial MT"/>
              </a:rPr>
              <a:t>changing</a:t>
            </a:r>
            <a:r>
              <a:rPr sz="2000" spc="-30" dirty="0">
                <a:solidFill>
                  <a:srgbClr val="46424D"/>
                </a:solidFill>
                <a:latin typeface="Arial MT"/>
                <a:cs typeface="Arial MT"/>
              </a:rPr>
              <a:t> </a:t>
            </a:r>
            <a:r>
              <a:rPr sz="2000" dirty="0">
                <a:solidFill>
                  <a:srgbClr val="46424D"/>
                </a:solidFill>
                <a:latin typeface="Arial MT"/>
                <a:cs typeface="Arial MT"/>
              </a:rPr>
              <a:t>requirements.</a:t>
            </a:r>
            <a:endParaRPr sz="2000">
              <a:latin typeface="Arial MT"/>
              <a:cs typeface="Arial MT"/>
            </a:endParaRPr>
          </a:p>
          <a:p>
            <a:pPr marL="355600" marR="5080" indent="-342900">
              <a:lnSpc>
                <a:spcPct val="100000"/>
              </a:lnSpc>
              <a:spcBef>
                <a:spcPts val="900"/>
              </a:spcBef>
              <a:buFont typeface="Wingdings"/>
              <a:buChar char=""/>
              <a:tabLst>
                <a:tab pos="355600" algn="l"/>
              </a:tabLst>
            </a:pPr>
            <a:r>
              <a:rPr sz="2400" dirty="0">
                <a:solidFill>
                  <a:srgbClr val="46424D"/>
                </a:solidFill>
                <a:latin typeface="Arial MT"/>
                <a:cs typeface="Arial MT"/>
              </a:rPr>
              <a:t>The </a:t>
            </a:r>
            <a:r>
              <a:rPr sz="2400" spc="-5" dirty="0">
                <a:solidFill>
                  <a:srgbClr val="46424D"/>
                </a:solidFill>
                <a:latin typeface="Arial MT"/>
                <a:cs typeface="Arial MT"/>
              </a:rPr>
              <a:t>aim</a:t>
            </a:r>
            <a:r>
              <a:rPr sz="2400" spc="10" dirty="0">
                <a:solidFill>
                  <a:srgbClr val="46424D"/>
                </a:solidFill>
                <a:latin typeface="Arial MT"/>
                <a:cs typeface="Arial MT"/>
              </a:rPr>
              <a:t> </a:t>
            </a:r>
            <a:r>
              <a:rPr sz="2400" dirty="0">
                <a:solidFill>
                  <a:srgbClr val="46424D"/>
                </a:solidFill>
                <a:latin typeface="Arial MT"/>
                <a:cs typeface="Arial MT"/>
              </a:rPr>
              <a:t>of</a:t>
            </a:r>
            <a:r>
              <a:rPr sz="2400" spc="10" dirty="0">
                <a:solidFill>
                  <a:srgbClr val="46424D"/>
                </a:solidFill>
                <a:latin typeface="Arial MT"/>
                <a:cs typeface="Arial MT"/>
              </a:rPr>
              <a:t> </a:t>
            </a:r>
            <a:r>
              <a:rPr sz="2400" spc="-5" dirty="0">
                <a:solidFill>
                  <a:srgbClr val="46424D"/>
                </a:solidFill>
                <a:latin typeface="Arial MT"/>
                <a:cs typeface="Arial MT"/>
              </a:rPr>
              <a:t>agile</a:t>
            </a:r>
            <a:r>
              <a:rPr sz="2400" spc="30" dirty="0">
                <a:solidFill>
                  <a:srgbClr val="46424D"/>
                </a:solidFill>
                <a:latin typeface="Arial MT"/>
                <a:cs typeface="Arial MT"/>
              </a:rPr>
              <a:t> </a:t>
            </a:r>
            <a:r>
              <a:rPr sz="2400" spc="-5" dirty="0">
                <a:solidFill>
                  <a:srgbClr val="46424D"/>
                </a:solidFill>
                <a:latin typeface="Arial MT"/>
                <a:cs typeface="Arial MT"/>
              </a:rPr>
              <a:t>methods</a:t>
            </a:r>
            <a:r>
              <a:rPr sz="2400" spc="10" dirty="0">
                <a:solidFill>
                  <a:srgbClr val="46424D"/>
                </a:solidFill>
                <a:latin typeface="Arial MT"/>
                <a:cs typeface="Arial MT"/>
              </a:rPr>
              <a:t> </a:t>
            </a:r>
            <a:r>
              <a:rPr sz="2400" spc="-5" dirty="0">
                <a:solidFill>
                  <a:srgbClr val="46424D"/>
                </a:solidFill>
                <a:latin typeface="Arial MT"/>
                <a:cs typeface="Arial MT"/>
              </a:rPr>
              <a:t>is</a:t>
            </a:r>
            <a:r>
              <a:rPr sz="2400" dirty="0">
                <a:solidFill>
                  <a:srgbClr val="46424D"/>
                </a:solidFill>
                <a:latin typeface="Arial MT"/>
                <a:cs typeface="Arial MT"/>
              </a:rPr>
              <a:t> to</a:t>
            </a:r>
            <a:r>
              <a:rPr sz="2400" spc="-5" dirty="0">
                <a:solidFill>
                  <a:srgbClr val="46424D"/>
                </a:solidFill>
                <a:latin typeface="Arial MT"/>
                <a:cs typeface="Arial MT"/>
              </a:rPr>
              <a:t> reduce</a:t>
            </a:r>
            <a:r>
              <a:rPr sz="2400" spc="15" dirty="0">
                <a:solidFill>
                  <a:srgbClr val="46424D"/>
                </a:solidFill>
                <a:latin typeface="Arial MT"/>
                <a:cs typeface="Arial MT"/>
              </a:rPr>
              <a:t> </a:t>
            </a:r>
            <a:r>
              <a:rPr sz="2400" spc="-5" dirty="0">
                <a:solidFill>
                  <a:srgbClr val="46424D"/>
                </a:solidFill>
                <a:latin typeface="Arial MT"/>
                <a:cs typeface="Arial MT"/>
              </a:rPr>
              <a:t>overheads</a:t>
            </a:r>
            <a:r>
              <a:rPr sz="2400" spc="20" dirty="0">
                <a:solidFill>
                  <a:srgbClr val="46424D"/>
                </a:solidFill>
                <a:latin typeface="Arial MT"/>
                <a:cs typeface="Arial MT"/>
              </a:rPr>
              <a:t> </a:t>
            </a:r>
            <a:r>
              <a:rPr sz="2400" spc="-5" dirty="0">
                <a:solidFill>
                  <a:srgbClr val="46424D"/>
                </a:solidFill>
                <a:latin typeface="Arial MT"/>
                <a:cs typeface="Arial MT"/>
              </a:rPr>
              <a:t>in</a:t>
            </a:r>
            <a:r>
              <a:rPr sz="2400" spc="15" dirty="0">
                <a:solidFill>
                  <a:srgbClr val="46424D"/>
                </a:solidFill>
                <a:latin typeface="Arial MT"/>
                <a:cs typeface="Arial MT"/>
              </a:rPr>
              <a:t> </a:t>
            </a:r>
            <a:r>
              <a:rPr sz="2400" dirty="0">
                <a:solidFill>
                  <a:srgbClr val="46424D"/>
                </a:solidFill>
                <a:latin typeface="Arial MT"/>
                <a:cs typeface="Arial MT"/>
              </a:rPr>
              <a:t>the </a:t>
            </a:r>
            <a:r>
              <a:rPr sz="2400" spc="5" dirty="0">
                <a:solidFill>
                  <a:srgbClr val="46424D"/>
                </a:solidFill>
                <a:latin typeface="Arial MT"/>
                <a:cs typeface="Arial MT"/>
              </a:rPr>
              <a:t> </a:t>
            </a:r>
            <a:r>
              <a:rPr sz="2400" dirty="0">
                <a:solidFill>
                  <a:srgbClr val="46424D"/>
                </a:solidFill>
                <a:latin typeface="Arial MT"/>
                <a:cs typeface="Arial MT"/>
              </a:rPr>
              <a:t>software </a:t>
            </a:r>
            <a:r>
              <a:rPr sz="2400" spc="-5" dirty="0">
                <a:solidFill>
                  <a:srgbClr val="46424D"/>
                </a:solidFill>
                <a:latin typeface="Arial MT"/>
                <a:cs typeface="Arial MT"/>
              </a:rPr>
              <a:t>process</a:t>
            </a:r>
            <a:r>
              <a:rPr sz="2400" spc="15" dirty="0">
                <a:solidFill>
                  <a:srgbClr val="46424D"/>
                </a:solidFill>
                <a:latin typeface="Arial MT"/>
                <a:cs typeface="Arial MT"/>
              </a:rPr>
              <a:t> </a:t>
            </a:r>
            <a:r>
              <a:rPr sz="2400" dirty="0">
                <a:solidFill>
                  <a:srgbClr val="46424D"/>
                </a:solidFill>
                <a:latin typeface="Arial MT"/>
                <a:cs typeface="Arial MT"/>
              </a:rPr>
              <a:t>(e.g.</a:t>
            </a:r>
            <a:r>
              <a:rPr sz="2400" spc="-10" dirty="0">
                <a:solidFill>
                  <a:srgbClr val="46424D"/>
                </a:solidFill>
                <a:latin typeface="Arial MT"/>
                <a:cs typeface="Arial MT"/>
              </a:rPr>
              <a:t> </a:t>
            </a:r>
            <a:r>
              <a:rPr sz="2400" spc="-5" dirty="0">
                <a:solidFill>
                  <a:srgbClr val="46424D"/>
                </a:solidFill>
                <a:latin typeface="Arial MT"/>
                <a:cs typeface="Arial MT"/>
              </a:rPr>
              <a:t>by</a:t>
            </a:r>
            <a:r>
              <a:rPr sz="2400" dirty="0">
                <a:solidFill>
                  <a:srgbClr val="46424D"/>
                </a:solidFill>
                <a:latin typeface="Arial MT"/>
                <a:cs typeface="Arial MT"/>
              </a:rPr>
              <a:t> </a:t>
            </a:r>
            <a:r>
              <a:rPr sz="2400" spc="-5" dirty="0">
                <a:solidFill>
                  <a:srgbClr val="46424D"/>
                </a:solidFill>
                <a:latin typeface="Arial MT"/>
                <a:cs typeface="Arial MT"/>
              </a:rPr>
              <a:t>limiting</a:t>
            </a:r>
            <a:r>
              <a:rPr sz="2400" spc="25" dirty="0">
                <a:solidFill>
                  <a:srgbClr val="46424D"/>
                </a:solidFill>
                <a:latin typeface="Arial MT"/>
                <a:cs typeface="Arial MT"/>
              </a:rPr>
              <a:t> </a:t>
            </a:r>
            <a:r>
              <a:rPr sz="2400" dirty="0">
                <a:solidFill>
                  <a:srgbClr val="46424D"/>
                </a:solidFill>
                <a:latin typeface="Arial MT"/>
                <a:cs typeface="Arial MT"/>
              </a:rPr>
              <a:t>documentation)</a:t>
            </a:r>
            <a:r>
              <a:rPr sz="2400" spc="15" dirty="0">
                <a:solidFill>
                  <a:srgbClr val="46424D"/>
                </a:solidFill>
                <a:latin typeface="Arial MT"/>
                <a:cs typeface="Arial MT"/>
              </a:rPr>
              <a:t> </a:t>
            </a:r>
            <a:r>
              <a:rPr sz="2400" spc="-5" dirty="0">
                <a:solidFill>
                  <a:srgbClr val="46424D"/>
                </a:solidFill>
                <a:latin typeface="Arial MT"/>
                <a:cs typeface="Arial MT"/>
              </a:rPr>
              <a:t>and</a:t>
            </a:r>
            <a:r>
              <a:rPr sz="2400" spc="10" dirty="0">
                <a:solidFill>
                  <a:srgbClr val="46424D"/>
                </a:solidFill>
                <a:latin typeface="Arial MT"/>
                <a:cs typeface="Arial MT"/>
              </a:rPr>
              <a:t> </a:t>
            </a:r>
            <a:r>
              <a:rPr sz="2400" dirty="0">
                <a:solidFill>
                  <a:srgbClr val="46424D"/>
                </a:solidFill>
                <a:latin typeface="Arial MT"/>
                <a:cs typeface="Arial MT"/>
              </a:rPr>
              <a:t>to </a:t>
            </a:r>
            <a:r>
              <a:rPr sz="2400" spc="-655" dirty="0">
                <a:solidFill>
                  <a:srgbClr val="46424D"/>
                </a:solidFill>
                <a:latin typeface="Arial MT"/>
                <a:cs typeface="Arial MT"/>
              </a:rPr>
              <a:t> </a:t>
            </a:r>
            <a:r>
              <a:rPr sz="2400" dirty="0">
                <a:solidFill>
                  <a:srgbClr val="46424D"/>
                </a:solidFill>
                <a:latin typeface="Arial MT"/>
                <a:cs typeface="Arial MT"/>
              </a:rPr>
              <a:t>be</a:t>
            </a:r>
            <a:r>
              <a:rPr sz="2400" spc="-5" dirty="0">
                <a:solidFill>
                  <a:srgbClr val="46424D"/>
                </a:solidFill>
                <a:latin typeface="Arial MT"/>
                <a:cs typeface="Arial MT"/>
              </a:rPr>
              <a:t> </a:t>
            </a:r>
            <a:r>
              <a:rPr sz="2400" dirty="0">
                <a:solidFill>
                  <a:srgbClr val="46424D"/>
                </a:solidFill>
                <a:latin typeface="Arial MT"/>
                <a:cs typeface="Arial MT"/>
              </a:rPr>
              <a:t>able</a:t>
            </a:r>
            <a:r>
              <a:rPr sz="2400" spc="5" dirty="0">
                <a:solidFill>
                  <a:srgbClr val="46424D"/>
                </a:solidFill>
                <a:latin typeface="Arial MT"/>
                <a:cs typeface="Arial MT"/>
              </a:rPr>
              <a:t> </a:t>
            </a:r>
            <a:r>
              <a:rPr sz="2400" dirty="0">
                <a:solidFill>
                  <a:srgbClr val="46424D"/>
                </a:solidFill>
                <a:latin typeface="Arial MT"/>
                <a:cs typeface="Arial MT"/>
              </a:rPr>
              <a:t>to respond</a:t>
            </a:r>
            <a:r>
              <a:rPr sz="2400" spc="20" dirty="0">
                <a:solidFill>
                  <a:srgbClr val="46424D"/>
                </a:solidFill>
                <a:latin typeface="Arial MT"/>
                <a:cs typeface="Arial MT"/>
              </a:rPr>
              <a:t> </a:t>
            </a:r>
            <a:r>
              <a:rPr sz="2400" spc="-5" dirty="0">
                <a:solidFill>
                  <a:srgbClr val="46424D"/>
                </a:solidFill>
                <a:latin typeface="Arial MT"/>
                <a:cs typeface="Arial MT"/>
              </a:rPr>
              <a:t>quickly</a:t>
            </a:r>
            <a:r>
              <a:rPr sz="2400" spc="5" dirty="0">
                <a:solidFill>
                  <a:srgbClr val="46424D"/>
                </a:solidFill>
                <a:latin typeface="Arial MT"/>
                <a:cs typeface="Arial MT"/>
              </a:rPr>
              <a:t> </a:t>
            </a:r>
            <a:r>
              <a:rPr sz="2400" dirty="0">
                <a:solidFill>
                  <a:srgbClr val="46424D"/>
                </a:solidFill>
                <a:latin typeface="Arial MT"/>
                <a:cs typeface="Arial MT"/>
              </a:rPr>
              <a:t>to </a:t>
            </a:r>
            <a:r>
              <a:rPr sz="2400" spc="-5" dirty="0">
                <a:solidFill>
                  <a:srgbClr val="46424D"/>
                </a:solidFill>
                <a:latin typeface="Arial MT"/>
                <a:cs typeface="Arial MT"/>
              </a:rPr>
              <a:t>changing</a:t>
            </a:r>
            <a:r>
              <a:rPr sz="2400" spc="35" dirty="0">
                <a:solidFill>
                  <a:srgbClr val="46424D"/>
                </a:solidFill>
                <a:latin typeface="Arial MT"/>
                <a:cs typeface="Arial MT"/>
              </a:rPr>
              <a:t> </a:t>
            </a:r>
            <a:r>
              <a:rPr sz="2400" dirty="0">
                <a:solidFill>
                  <a:srgbClr val="46424D"/>
                </a:solidFill>
                <a:latin typeface="Arial MT"/>
                <a:cs typeface="Arial MT"/>
              </a:rPr>
              <a:t>requirements </a:t>
            </a:r>
            <a:r>
              <a:rPr sz="2400" spc="5" dirty="0">
                <a:solidFill>
                  <a:srgbClr val="46424D"/>
                </a:solidFill>
                <a:latin typeface="Arial MT"/>
                <a:cs typeface="Arial MT"/>
              </a:rPr>
              <a:t> </a:t>
            </a:r>
            <a:r>
              <a:rPr sz="2400" spc="-5" dirty="0">
                <a:solidFill>
                  <a:srgbClr val="46424D"/>
                </a:solidFill>
                <a:latin typeface="Arial MT"/>
                <a:cs typeface="Arial MT"/>
              </a:rPr>
              <a:t>without</a:t>
            </a:r>
            <a:r>
              <a:rPr sz="2400" spc="15" dirty="0">
                <a:solidFill>
                  <a:srgbClr val="46424D"/>
                </a:solidFill>
                <a:latin typeface="Arial MT"/>
                <a:cs typeface="Arial MT"/>
              </a:rPr>
              <a:t> </a:t>
            </a:r>
            <a:r>
              <a:rPr sz="2400" spc="-5" dirty="0">
                <a:solidFill>
                  <a:srgbClr val="46424D"/>
                </a:solidFill>
                <a:latin typeface="Arial MT"/>
                <a:cs typeface="Arial MT"/>
              </a:rPr>
              <a:t>excessive</a:t>
            </a:r>
            <a:r>
              <a:rPr sz="2400" spc="30" dirty="0">
                <a:solidFill>
                  <a:srgbClr val="46424D"/>
                </a:solidFill>
                <a:latin typeface="Arial MT"/>
                <a:cs typeface="Arial MT"/>
              </a:rPr>
              <a:t> </a:t>
            </a:r>
            <a:r>
              <a:rPr sz="2400" spc="-5" dirty="0">
                <a:solidFill>
                  <a:srgbClr val="46424D"/>
                </a:solidFill>
                <a:latin typeface="Arial MT"/>
                <a:cs typeface="Arial MT"/>
              </a:rPr>
              <a:t>rework.</a:t>
            </a:r>
            <a:endParaRPr sz="2400">
              <a:latin typeface="Arial MT"/>
              <a:cs typeface="Arial MT"/>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2294255" cy="391160"/>
          </a:xfrm>
          <a:prstGeom prst="rect">
            <a:avLst/>
          </a:prstGeom>
        </p:spPr>
        <p:txBody>
          <a:bodyPr vert="horz" wrap="square" lIns="0" tIns="12700" rIns="0" bIns="0" rtlCol="0">
            <a:spAutoFit/>
          </a:bodyPr>
          <a:lstStyle/>
          <a:p>
            <a:pPr marL="12700">
              <a:lnSpc>
                <a:spcPct val="100000"/>
              </a:lnSpc>
              <a:spcBef>
                <a:spcPts val="100"/>
              </a:spcBef>
            </a:pPr>
            <a:r>
              <a:rPr spc="-5" dirty="0"/>
              <a:t>Agile</a:t>
            </a:r>
            <a:r>
              <a:rPr spc="-80" dirty="0"/>
              <a:t> </a:t>
            </a:r>
            <a:r>
              <a:rPr dirty="0"/>
              <a:t>manifesto</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10</a:t>
            </a:fld>
            <a:endParaRPr dirty="0"/>
          </a:p>
        </p:txBody>
      </p:sp>
      <p:sp>
        <p:nvSpPr>
          <p:cNvPr id="3" name="object 3"/>
          <p:cNvSpPr txBox="1"/>
          <p:nvPr/>
        </p:nvSpPr>
        <p:spPr>
          <a:xfrm>
            <a:off x="535940" y="1629283"/>
            <a:ext cx="8009890" cy="3994683"/>
          </a:xfrm>
          <a:prstGeom prst="rect">
            <a:avLst/>
          </a:prstGeom>
        </p:spPr>
        <p:txBody>
          <a:bodyPr vert="horz" wrap="square" lIns="0" tIns="13970" rIns="0" bIns="0" rtlCol="0">
            <a:spAutoFit/>
          </a:bodyPr>
          <a:lstStyle/>
          <a:p>
            <a:pPr marL="355600" marR="158115" indent="-342900">
              <a:lnSpc>
                <a:spcPct val="99600"/>
              </a:lnSpc>
              <a:spcBef>
                <a:spcPts val="110"/>
              </a:spcBef>
              <a:buFont typeface="Wingdings"/>
              <a:buChar char=""/>
              <a:tabLst>
                <a:tab pos="355600" algn="l"/>
                <a:tab pos="5322570" algn="l"/>
                <a:tab pos="6691630" algn="l"/>
              </a:tabLst>
            </a:pPr>
            <a:r>
              <a:rPr sz="2400" i="1" spc="-45" dirty="0">
                <a:solidFill>
                  <a:srgbClr val="46424D"/>
                </a:solidFill>
                <a:latin typeface="Arial"/>
                <a:cs typeface="Arial"/>
              </a:rPr>
              <a:t>W</a:t>
            </a:r>
            <a:r>
              <a:rPr sz="2400" i="1" spc="-5" dirty="0">
                <a:solidFill>
                  <a:srgbClr val="46424D"/>
                </a:solidFill>
                <a:latin typeface="Arial"/>
                <a:cs typeface="Arial"/>
              </a:rPr>
              <a:t>e</a:t>
            </a:r>
            <a:r>
              <a:rPr sz="2400" i="1" dirty="0">
                <a:solidFill>
                  <a:srgbClr val="46424D"/>
                </a:solidFill>
                <a:latin typeface="Arial"/>
                <a:cs typeface="Arial"/>
              </a:rPr>
              <a:t> </a:t>
            </a:r>
            <a:r>
              <a:rPr sz="2400" i="1" spc="-5" dirty="0">
                <a:solidFill>
                  <a:srgbClr val="46424D"/>
                </a:solidFill>
                <a:latin typeface="Arial"/>
                <a:cs typeface="Arial"/>
              </a:rPr>
              <a:t>a</a:t>
            </a:r>
            <a:r>
              <a:rPr sz="2400" i="1" dirty="0">
                <a:solidFill>
                  <a:srgbClr val="46424D"/>
                </a:solidFill>
                <a:latin typeface="Arial"/>
                <a:cs typeface="Arial"/>
              </a:rPr>
              <a:t>r</a:t>
            </a:r>
            <a:r>
              <a:rPr sz="2400" i="1" spc="-5" dirty="0">
                <a:solidFill>
                  <a:srgbClr val="46424D"/>
                </a:solidFill>
                <a:latin typeface="Arial"/>
                <a:cs typeface="Arial"/>
              </a:rPr>
              <a:t>e</a:t>
            </a:r>
            <a:r>
              <a:rPr sz="2400" i="1" spc="-10" dirty="0">
                <a:solidFill>
                  <a:srgbClr val="46424D"/>
                </a:solidFill>
                <a:latin typeface="Arial"/>
                <a:cs typeface="Arial"/>
              </a:rPr>
              <a:t> </a:t>
            </a:r>
            <a:r>
              <a:rPr sz="2400" i="1" spc="-5" dirty="0">
                <a:solidFill>
                  <a:srgbClr val="46424D"/>
                </a:solidFill>
                <a:latin typeface="Arial"/>
                <a:cs typeface="Arial"/>
              </a:rPr>
              <a:t>uncove</a:t>
            </a:r>
            <a:r>
              <a:rPr sz="2400" i="1" dirty="0">
                <a:solidFill>
                  <a:srgbClr val="46424D"/>
                </a:solidFill>
                <a:latin typeface="Arial"/>
                <a:cs typeface="Arial"/>
              </a:rPr>
              <a:t>r</a:t>
            </a:r>
            <a:r>
              <a:rPr sz="2400" i="1" spc="-5" dirty="0">
                <a:solidFill>
                  <a:srgbClr val="46424D"/>
                </a:solidFill>
                <a:latin typeface="Arial"/>
                <a:cs typeface="Arial"/>
              </a:rPr>
              <a:t>ing</a:t>
            </a:r>
            <a:r>
              <a:rPr sz="2400" i="1" spc="30" dirty="0">
                <a:solidFill>
                  <a:srgbClr val="46424D"/>
                </a:solidFill>
                <a:latin typeface="Arial"/>
                <a:cs typeface="Arial"/>
              </a:rPr>
              <a:t> </a:t>
            </a:r>
            <a:r>
              <a:rPr sz="2400" i="1" dirty="0">
                <a:solidFill>
                  <a:srgbClr val="46424D"/>
                </a:solidFill>
                <a:latin typeface="Arial"/>
                <a:cs typeface="Arial"/>
              </a:rPr>
              <a:t>bet</a:t>
            </a:r>
            <a:r>
              <a:rPr sz="2400" i="1" spc="5" dirty="0">
                <a:solidFill>
                  <a:srgbClr val="46424D"/>
                </a:solidFill>
                <a:latin typeface="Arial"/>
                <a:cs typeface="Arial"/>
              </a:rPr>
              <a:t>t</a:t>
            </a:r>
            <a:r>
              <a:rPr sz="2400" i="1" spc="-5" dirty="0">
                <a:solidFill>
                  <a:srgbClr val="46424D"/>
                </a:solidFill>
                <a:latin typeface="Arial"/>
                <a:cs typeface="Arial"/>
              </a:rPr>
              <a:t>er</a:t>
            </a:r>
            <a:r>
              <a:rPr sz="2400" i="1" spc="-15" dirty="0">
                <a:solidFill>
                  <a:srgbClr val="46424D"/>
                </a:solidFill>
                <a:latin typeface="Arial"/>
                <a:cs typeface="Arial"/>
              </a:rPr>
              <a:t> </a:t>
            </a:r>
            <a:r>
              <a:rPr sz="2400" i="1" spc="-5" dirty="0">
                <a:solidFill>
                  <a:srgbClr val="46424D"/>
                </a:solidFill>
                <a:latin typeface="Arial"/>
                <a:cs typeface="Arial"/>
              </a:rPr>
              <a:t>ways</a:t>
            </a:r>
            <a:r>
              <a:rPr sz="2400" i="1" spc="15" dirty="0">
                <a:solidFill>
                  <a:srgbClr val="46424D"/>
                </a:solidFill>
                <a:latin typeface="Arial"/>
                <a:cs typeface="Arial"/>
              </a:rPr>
              <a:t> </a:t>
            </a:r>
            <a:r>
              <a:rPr sz="2400" i="1" dirty="0">
                <a:solidFill>
                  <a:srgbClr val="46424D"/>
                </a:solidFill>
                <a:latin typeface="Arial"/>
                <a:cs typeface="Arial"/>
              </a:rPr>
              <a:t>of </a:t>
            </a:r>
            <a:r>
              <a:rPr sz="2400" i="1" spc="-5" dirty="0">
                <a:solidFill>
                  <a:srgbClr val="46424D"/>
                </a:solidFill>
                <a:latin typeface="Arial"/>
                <a:cs typeface="Arial"/>
              </a:rPr>
              <a:t>develop</a:t>
            </a:r>
            <a:r>
              <a:rPr sz="2400" i="1" spc="-15" dirty="0">
                <a:solidFill>
                  <a:srgbClr val="46424D"/>
                </a:solidFill>
                <a:latin typeface="Arial"/>
                <a:cs typeface="Arial"/>
              </a:rPr>
              <a:t>i</a:t>
            </a:r>
            <a:r>
              <a:rPr sz="2400" i="1" spc="-5" dirty="0">
                <a:solidFill>
                  <a:srgbClr val="46424D"/>
                </a:solidFill>
                <a:latin typeface="Arial"/>
                <a:cs typeface="Arial"/>
              </a:rPr>
              <a:t>ng</a:t>
            </a:r>
            <a:r>
              <a:rPr sz="2400" i="1" dirty="0">
                <a:solidFill>
                  <a:srgbClr val="46424D"/>
                </a:solidFill>
                <a:latin typeface="Arial"/>
                <a:cs typeface="Arial"/>
              </a:rPr>
              <a:t>	soft</a:t>
            </a:r>
            <a:r>
              <a:rPr sz="2400" i="1" spc="-5" dirty="0">
                <a:solidFill>
                  <a:srgbClr val="46424D"/>
                </a:solidFill>
                <a:latin typeface="Arial"/>
                <a:cs typeface="Arial"/>
              </a:rPr>
              <a:t>w</a:t>
            </a:r>
            <a:r>
              <a:rPr sz="2400" i="1" spc="-15" dirty="0">
                <a:solidFill>
                  <a:srgbClr val="46424D"/>
                </a:solidFill>
                <a:latin typeface="Arial"/>
                <a:cs typeface="Arial"/>
              </a:rPr>
              <a:t>a</a:t>
            </a:r>
            <a:r>
              <a:rPr sz="2400" i="1" spc="-5" dirty="0">
                <a:solidFill>
                  <a:srgbClr val="46424D"/>
                </a:solidFill>
                <a:latin typeface="Arial"/>
                <a:cs typeface="Arial"/>
              </a:rPr>
              <a:t>re  by</a:t>
            </a:r>
            <a:r>
              <a:rPr sz="2400" i="1" spc="5" dirty="0">
                <a:solidFill>
                  <a:srgbClr val="46424D"/>
                </a:solidFill>
                <a:latin typeface="Arial"/>
                <a:cs typeface="Arial"/>
              </a:rPr>
              <a:t> </a:t>
            </a:r>
            <a:r>
              <a:rPr sz="2400" i="1" spc="-5" dirty="0">
                <a:solidFill>
                  <a:srgbClr val="46424D"/>
                </a:solidFill>
                <a:latin typeface="Arial"/>
                <a:cs typeface="Arial"/>
              </a:rPr>
              <a:t>doing</a:t>
            </a:r>
            <a:r>
              <a:rPr sz="2400" i="1" spc="25" dirty="0">
                <a:solidFill>
                  <a:srgbClr val="46424D"/>
                </a:solidFill>
                <a:latin typeface="Arial"/>
                <a:cs typeface="Arial"/>
              </a:rPr>
              <a:t> </a:t>
            </a:r>
            <a:r>
              <a:rPr sz="2400" i="1" dirty="0">
                <a:solidFill>
                  <a:srgbClr val="46424D"/>
                </a:solidFill>
                <a:latin typeface="Arial"/>
                <a:cs typeface="Arial"/>
              </a:rPr>
              <a:t>it</a:t>
            </a:r>
            <a:r>
              <a:rPr sz="2400" i="1" spc="10" dirty="0">
                <a:solidFill>
                  <a:srgbClr val="46424D"/>
                </a:solidFill>
                <a:latin typeface="Arial"/>
                <a:cs typeface="Arial"/>
              </a:rPr>
              <a:t> </a:t>
            </a:r>
            <a:r>
              <a:rPr sz="2400" i="1" spc="-5" dirty="0">
                <a:solidFill>
                  <a:srgbClr val="46424D"/>
                </a:solidFill>
                <a:latin typeface="Arial"/>
                <a:cs typeface="Arial"/>
              </a:rPr>
              <a:t>and</a:t>
            </a:r>
            <a:r>
              <a:rPr sz="2400" i="1" spc="15" dirty="0">
                <a:solidFill>
                  <a:srgbClr val="46424D"/>
                </a:solidFill>
                <a:latin typeface="Arial"/>
                <a:cs typeface="Arial"/>
              </a:rPr>
              <a:t> </a:t>
            </a:r>
            <a:r>
              <a:rPr sz="2400" i="1" spc="-5" dirty="0">
                <a:solidFill>
                  <a:srgbClr val="46424D"/>
                </a:solidFill>
                <a:latin typeface="Arial"/>
                <a:cs typeface="Arial"/>
              </a:rPr>
              <a:t>helping</a:t>
            </a:r>
            <a:r>
              <a:rPr sz="2400" i="1" spc="45" dirty="0">
                <a:solidFill>
                  <a:srgbClr val="46424D"/>
                </a:solidFill>
                <a:latin typeface="Arial"/>
                <a:cs typeface="Arial"/>
              </a:rPr>
              <a:t> </a:t>
            </a:r>
            <a:r>
              <a:rPr sz="2400" i="1" dirty="0">
                <a:solidFill>
                  <a:srgbClr val="46424D"/>
                </a:solidFill>
                <a:latin typeface="Arial"/>
                <a:cs typeface="Arial"/>
              </a:rPr>
              <a:t>others</a:t>
            </a:r>
            <a:r>
              <a:rPr sz="2400" i="1" spc="15" dirty="0">
                <a:solidFill>
                  <a:srgbClr val="46424D"/>
                </a:solidFill>
                <a:latin typeface="Arial"/>
                <a:cs typeface="Arial"/>
              </a:rPr>
              <a:t> </a:t>
            </a:r>
            <a:r>
              <a:rPr sz="2400" i="1" spc="-5" dirty="0">
                <a:solidFill>
                  <a:srgbClr val="46424D"/>
                </a:solidFill>
                <a:latin typeface="Arial"/>
                <a:cs typeface="Arial"/>
              </a:rPr>
              <a:t>do</a:t>
            </a:r>
            <a:r>
              <a:rPr sz="2400" i="1" spc="5" dirty="0">
                <a:solidFill>
                  <a:srgbClr val="46424D"/>
                </a:solidFill>
                <a:latin typeface="Arial"/>
                <a:cs typeface="Arial"/>
              </a:rPr>
              <a:t> </a:t>
            </a:r>
            <a:r>
              <a:rPr sz="2400" i="1" dirty="0">
                <a:solidFill>
                  <a:srgbClr val="46424D"/>
                </a:solidFill>
                <a:latin typeface="Arial"/>
                <a:cs typeface="Arial"/>
              </a:rPr>
              <a:t>it.	</a:t>
            </a:r>
            <a:r>
              <a:rPr sz="2400" i="1" spc="-5" dirty="0">
                <a:solidFill>
                  <a:srgbClr val="46424D"/>
                </a:solidFill>
                <a:latin typeface="Arial"/>
                <a:cs typeface="Arial"/>
              </a:rPr>
              <a:t>Through </a:t>
            </a:r>
            <a:r>
              <a:rPr sz="2400" i="1" dirty="0">
                <a:solidFill>
                  <a:srgbClr val="46424D"/>
                </a:solidFill>
                <a:latin typeface="Arial"/>
                <a:cs typeface="Arial"/>
              </a:rPr>
              <a:t>this </a:t>
            </a:r>
            <a:r>
              <a:rPr sz="2400" i="1" spc="-5" dirty="0">
                <a:solidFill>
                  <a:srgbClr val="46424D"/>
                </a:solidFill>
                <a:latin typeface="Arial"/>
                <a:cs typeface="Arial"/>
              </a:rPr>
              <a:t>work </a:t>
            </a:r>
            <a:r>
              <a:rPr sz="2400" i="1" dirty="0">
                <a:solidFill>
                  <a:srgbClr val="46424D"/>
                </a:solidFill>
                <a:latin typeface="Arial"/>
                <a:cs typeface="Arial"/>
              </a:rPr>
              <a:t> </a:t>
            </a:r>
            <a:r>
              <a:rPr sz="2400" i="1" spc="-5" dirty="0">
                <a:solidFill>
                  <a:srgbClr val="46424D"/>
                </a:solidFill>
                <a:latin typeface="Arial"/>
                <a:cs typeface="Arial"/>
              </a:rPr>
              <a:t>we have</a:t>
            </a:r>
            <a:r>
              <a:rPr sz="2400" i="1" spc="15" dirty="0">
                <a:solidFill>
                  <a:srgbClr val="46424D"/>
                </a:solidFill>
                <a:latin typeface="Arial"/>
                <a:cs typeface="Arial"/>
              </a:rPr>
              <a:t> </a:t>
            </a:r>
            <a:r>
              <a:rPr sz="2400" i="1" spc="-5" dirty="0">
                <a:solidFill>
                  <a:srgbClr val="46424D"/>
                </a:solidFill>
                <a:latin typeface="Arial"/>
                <a:cs typeface="Arial"/>
              </a:rPr>
              <a:t>come</a:t>
            </a:r>
            <a:r>
              <a:rPr sz="2400" i="1" spc="25" dirty="0">
                <a:solidFill>
                  <a:srgbClr val="46424D"/>
                </a:solidFill>
                <a:latin typeface="Arial"/>
                <a:cs typeface="Arial"/>
              </a:rPr>
              <a:t> </a:t>
            </a:r>
            <a:r>
              <a:rPr sz="2400" i="1" dirty="0">
                <a:solidFill>
                  <a:srgbClr val="46424D"/>
                </a:solidFill>
                <a:latin typeface="Arial"/>
                <a:cs typeface="Arial"/>
              </a:rPr>
              <a:t>to </a:t>
            </a:r>
            <a:r>
              <a:rPr sz="2400" i="1" spc="-5" dirty="0">
                <a:solidFill>
                  <a:srgbClr val="46424D"/>
                </a:solidFill>
                <a:latin typeface="Arial"/>
                <a:cs typeface="Arial"/>
              </a:rPr>
              <a:t>value:</a:t>
            </a:r>
            <a:endParaRPr sz="2400" dirty="0">
              <a:latin typeface="Arial"/>
              <a:cs typeface="Arial"/>
            </a:endParaRPr>
          </a:p>
          <a:p>
            <a:pPr marL="812165" marR="1193800" lvl="1" indent="-342900">
              <a:lnSpc>
                <a:spcPct val="100000"/>
              </a:lnSpc>
              <a:spcBef>
                <a:spcPts val="905"/>
              </a:spcBef>
              <a:buFont typeface="Arial" panose="020B0604020202020204" pitchFamily="34" charset="0"/>
              <a:buChar char="•"/>
              <a:tabLst>
                <a:tab pos="756285" algn="l"/>
                <a:tab pos="756920" algn="l"/>
              </a:tabLst>
            </a:pPr>
            <a:r>
              <a:rPr sz="2000" i="1" dirty="0" smtClean="0">
                <a:solidFill>
                  <a:srgbClr val="46424D"/>
                </a:solidFill>
                <a:latin typeface="Arial"/>
                <a:cs typeface="Arial"/>
              </a:rPr>
              <a:t>Individuals </a:t>
            </a:r>
            <a:r>
              <a:rPr sz="2000" i="1" dirty="0">
                <a:solidFill>
                  <a:srgbClr val="46424D"/>
                </a:solidFill>
                <a:latin typeface="Arial"/>
                <a:cs typeface="Arial"/>
              </a:rPr>
              <a:t>and interactions over processes and </a:t>
            </a:r>
            <a:r>
              <a:rPr sz="2000" i="1" dirty="0" smtClean="0">
                <a:solidFill>
                  <a:srgbClr val="46424D"/>
                </a:solidFill>
                <a:latin typeface="Arial"/>
                <a:cs typeface="Arial"/>
              </a:rPr>
              <a:t>tools</a:t>
            </a:r>
            <a:endParaRPr lang="en-US" sz="2000" i="1" dirty="0" smtClean="0">
              <a:solidFill>
                <a:srgbClr val="46424D"/>
              </a:solidFill>
              <a:latin typeface="Arial"/>
              <a:cs typeface="Arial"/>
            </a:endParaRPr>
          </a:p>
          <a:p>
            <a:pPr marL="812165" marR="1193800" lvl="1" indent="-342900">
              <a:lnSpc>
                <a:spcPct val="100000"/>
              </a:lnSpc>
              <a:spcBef>
                <a:spcPts val="905"/>
              </a:spcBef>
              <a:buFont typeface="Arial" panose="020B0604020202020204" pitchFamily="34" charset="0"/>
              <a:buChar char="•"/>
              <a:tabLst>
                <a:tab pos="756285" algn="l"/>
                <a:tab pos="756920" algn="l"/>
              </a:tabLst>
            </a:pPr>
            <a:r>
              <a:rPr sz="2000" i="1" dirty="0" smtClean="0">
                <a:solidFill>
                  <a:srgbClr val="46424D"/>
                </a:solidFill>
                <a:latin typeface="Arial"/>
                <a:cs typeface="Arial"/>
              </a:rPr>
              <a:t>Working</a:t>
            </a:r>
            <a:r>
              <a:rPr sz="2000" i="1" spc="-45" dirty="0" smtClean="0">
                <a:solidFill>
                  <a:srgbClr val="46424D"/>
                </a:solidFill>
                <a:latin typeface="Arial"/>
                <a:cs typeface="Arial"/>
              </a:rPr>
              <a:t> </a:t>
            </a:r>
            <a:r>
              <a:rPr sz="2000" i="1" dirty="0">
                <a:solidFill>
                  <a:srgbClr val="46424D"/>
                </a:solidFill>
                <a:latin typeface="Arial"/>
                <a:cs typeface="Arial"/>
              </a:rPr>
              <a:t>software</a:t>
            </a:r>
            <a:r>
              <a:rPr sz="2000" i="1" spc="-45" dirty="0">
                <a:solidFill>
                  <a:srgbClr val="46424D"/>
                </a:solidFill>
                <a:latin typeface="Arial"/>
                <a:cs typeface="Arial"/>
              </a:rPr>
              <a:t> </a:t>
            </a:r>
            <a:r>
              <a:rPr sz="2000" i="1" dirty="0">
                <a:solidFill>
                  <a:srgbClr val="46424D"/>
                </a:solidFill>
                <a:latin typeface="Arial"/>
                <a:cs typeface="Arial"/>
              </a:rPr>
              <a:t>over</a:t>
            </a:r>
            <a:r>
              <a:rPr sz="2000" i="1" spc="-30" dirty="0">
                <a:solidFill>
                  <a:srgbClr val="46424D"/>
                </a:solidFill>
                <a:latin typeface="Arial"/>
                <a:cs typeface="Arial"/>
              </a:rPr>
              <a:t> </a:t>
            </a:r>
            <a:r>
              <a:rPr sz="2000" i="1" dirty="0" smtClean="0">
                <a:solidFill>
                  <a:srgbClr val="46424D"/>
                </a:solidFill>
                <a:latin typeface="Arial"/>
                <a:cs typeface="Arial"/>
              </a:rPr>
              <a:t>comprehensive</a:t>
            </a:r>
            <a:r>
              <a:rPr lang="en-US" sz="2000" i="1" spc="-60" dirty="0">
                <a:solidFill>
                  <a:srgbClr val="46424D"/>
                </a:solidFill>
                <a:latin typeface="Arial"/>
                <a:cs typeface="Arial"/>
              </a:rPr>
              <a:t> </a:t>
            </a:r>
            <a:r>
              <a:rPr sz="2000" i="1" dirty="0" smtClean="0">
                <a:solidFill>
                  <a:srgbClr val="46424D"/>
                </a:solidFill>
                <a:latin typeface="Arial"/>
                <a:cs typeface="Arial"/>
              </a:rPr>
              <a:t>documentation</a:t>
            </a:r>
            <a:endParaRPr lang="en-US" sz="2000" i="1" dirty="0" smtClean="0">
              <a:solidFill>
                <a:srgbClr val="46424D"/>
              </a:solidFill>
              <a:latin typeface="Arial"/>
              <a:cs typeface="Arial"/>
            </a:endParaRPr>
          </a:p>
          <a:p>
            <a:pPr marL="812165" marR="1193800" lvl="1" indent="-342900">
              <a:lnSpc>
                <a:spcPct val="100000"/>
              </a:lnSpc>
              <a:spcBef>
                <a:spcPts val="905"/>
              </a:spcBef>
              <a:buFont typeface="Arial" panose="020B0604020202020204" pitchFamily="34" charset="0"/>
              <a:buChar char="•"/>
              <a:tabLst>
                <a:tab pos="756285" algn="l"/>
                <a:tab pos="756920" algn="l"/>
              </a:tabLst>
            </a:pPr>
            <a:r>
              <a:rPr sz="2000" i="1" spc="-540" dirty="0" smtClean="0">
                <a:solidFill>
                  <a:srgbClr val="46424D"/>
                </a:solidFill>
                <a:latin typeface="Arial"/>
                <a:cs typeface="Arial"/>
              </a:rPr>
              <a:t> </a:t>
            </a:r>
            <a:r>
              <a:rPr sz="2000" i="1" dirty="0">
                <a:solidFill>
                  <a:srgbClr val="46424D"/>
                </a:solidFill>
                <a:latin typeface="Arial"/>
                <a:cs typeface="Arial"/>
              </a:rPr>
              <a:t>Customer collaboration over contract </a:t>
            </a:r>
            <a:r>
              <a:rPr sz="2000" i="1" dirty="0" smtClean="0">
                <a:solidFill>
                  <a:srgbClr val="46424D"/>
                </a:solidFill>
                <a:latin typeface="Arial"/>
                <a:cs typeface="Arial"/>
              </a:rPr>
              <a:t>negotiation</a:t>
            </a:r>
            <a:endParaRPr lang="en-US" sz="2000" i="1" dirty="0" smtClean="0">
              <a:solidFill>
                <a:srgbClr val="46424D"/>
              </a:solidFill>
              <a:latin typeface="Arial"/>
              <a:cs typeface="Arial"/>
            </a:endParaRPr>
          </a:p>
          <a:p>
            <a:pPr marL="812165" marR="1193800" lvl="1" indent="-342900">
              <a:lnSpc>
                <a:spcPct val="100000"/>
              </a:lnSpc>
              <a:spcBef>
                <a:spcPts val="905"/>
              </a:spcBef>
              <a:buFont typeface="Arial" panose="020B0604020202020204" pitchFamily="34" charset="0"/>
              <a:buChar char="•"/>
              <a:tabLst>
                <a:tab pos="756285" algn="l"/>
                <a:tab pos="756920" algn="l"/>
              </a:tabLst>
            </a:pPr>
            <a:r>
              <a:rPr sz="2000" i="1" dirty="0" smtClean="0">
                <a:solidFill>
                  <a:srgbClr val="46424D"/>
                </a:solidFill>
                <a:latin typeface="Arial"/>
                <a:cs typeface="Arial"/>
              </a:rPr>
              <a:t>Responding</a:t>
            </a:r>
            <a:r>
              <a:rPr sz="2000" i="1" spc="-45" dirty="0" smtClean="0">
                <a:solidFill>
                  <a:srgbClr val="46424D"/>
                </a:solidFill>
                <a:latin typeface="Arial"/>
                <a:cs typeface="Arial"/>
              </a:rPr>
              <a:t> </a:t>
            </a:r>
            <a:r>
              <a:rPr sz="2000" i="1" dirty="0">
                <a:solidFill>
                  <a:srgbClr val="46424D"/>
                </a:solidFill>
                <a:latin typeface="Arial"/>
                <a:cs typeface="Arial"/>
              </a:rPr>
              <a:t>to</a:t>
            </a:r>
            <a:r>
              <a:rPr sz="2000" i="1" spc="-10" dirty="0">
                <a:solidFill>
                  <a:srgbClr val="46424D"/>
                </a:solidFill>
                <a:latin typeface="Arial"/>
                <a:cs typeface="Arial"/>
              </a:rPr>
              <a:t> </a:t>
            </a:r>
            <a:r>
              <a:rPr sz="2000" i="1" dirty="0">
                <a:solidFill>
                  <a:srgbClr val="46424D"/>
                </a:solidFill>
                <a:latin typeface="Arial"/>
                <a:cs typeface="Arial"/>
              </a:rPr>
              <a:t>change</a:t>
            </a:r>
            <a:r>
              <a:rPr sz="2000" i="1" spc="-25" dirty="0">
                <a:solidFill>
                  <a:srgbClr val="46424D"/>
                </a:solidFill>
                <a:latin typeface="Arial"/>
                <a:cs typeface="Arial"/>
              </a:rPr>
              <a:t> </a:t>
            </a:r>
            <a:r>
              <a:rPr sz="2000" i="1" dirty="0">
                <a:solidFill>
                  <a:srgbClr val="46424D"/>
                </a:solidFill>
                <a:latin typeface="Arial"/>
                <a:cs typeface="Arial"/>
              </a:rPr>
              <a:t>over</a:t>
            </a:r>
            <a:r>
              <a:rPr sz="2000" i="1" spc="-40" dirty="0">
                <a:solidFill>
                  <a:srgbClr val="46424D"/>
                </a:solidFill>
                <a:latin typeface="Arial"/>
                <a:cs typeface="Arial"/>
              </a:rPr>
              <a:t> </a:t>
            </a:r>
            <a:r>
              <a:rPr sz="2000" i="1" dirty="0">
                <a:solidFill>
                  <a:srgbClr val="46424D"/>
                </a:solidFill>
                <a:latin typeface="Arial"/>
                <a:cs typeface="Arial"/>
              </a:rPr>
              <a:t>following</a:t>
            </a:r>
            <a:r>
              <a:rPr sz="2000" i="1" spc="-5" dirty="0">
                <a:solidFill>
                  <a:srgbClr val="46424D"/>
                </a:solidFill>
                <a:latin typeface="Arial"/>
                <a:cs typeface="Arial"/>
              </a:rPr>
              <a:t> </a:t>
            </a:r>
            <a:r>
              <a:rPr sz="2000" i="1" dirty="0">
                <a:solidFill>
                  <a:srgbClr val="46424D"/>
                </a:solidFill>
                <a:latin typeface="Arial"/>
                <a:cs typeface="Arial"/>
              </a:rPr>
              <a:t>a plan</a:t>
            </a:r>
            <a:endParaRPr sz="2000" dirty="0">
              <a:latin typeface="Arial"/>
              <a:cs typeface="Arial"/>
            </a:endParaRPr>
          </a:p>
          <a:p>
            <a:pPr marL="355600" marR="5080" indent="-342900">
              <a:lnSpc>
                <a:spcPts val="2860"/>
              </a:lnSpc>
              <a:spcBef>
                <a:spcPts val="1035"/>
              </a:spcBef>
              <a:buFont typeface="Wingdings"/>
              <a:buChar char=""/>
              <a:tabLst>
                <a:tab pos="355600" algn="l"/>
                <a:tab pos="6337935" algn="l"/>
              </a:tabLst>
            </a:pPr>
            <a:r>
              <a:rPr sz="2400" i="1" dirty="0">
                <a:solidFill>
                  <a:srgbClr val="46424D"/>
                </a:solidFill>
                <a:latin typeface="Arial"/>
                <a:cs typeface="Arial"/>
              </a:rPr>
              <a:t>That</a:t>
            </a:r>
            <a:r>
              <a:rPr sz="2400" i="1" spc="5" dirty="0">
                <a:solidFill>
                  <a:srgbClr val="46424D"/>
                </a:solidFill>
                <a:latin typeface="Arial"/>
                <a:cs typeface="Arial"/>
              </a:rPr>
              <a:t> </a:t>
            </a:r>
            <a:r>
              <a:rPr sz="2400" i="1" dirty="0">
                <a:solidFill>
                  <a:srgbClr val="46424D"/>
                </a:solidFill>
                <a:latin typeface="Arial"/>
                <a:cs typeface="Arial"/>
              </a:rPr>
              <a:t>is,</a:t>
            </a:r>
            <a:r>
              <a:rPr sz="2400" i="1" spc="5" dirty="0">
                <a:solidFill>
                  <a:srgbClr val="46424D"/>
                </a:solidFill>
                <a:latin typeface="Arial"/>
                <a:cs typeface="Arial"/>
              </a:rPr>
              <a:t> </a:t>
            </a:r>
            <a:r>
              <a:rPr sz="2400" i="1" spc="-5" dirty="0">
                <a:solidFill>
                  <a:srgbClr val="46424D"/>
                </a:solidFill>
                <a:latin typeface="Arial"/>
                <a:cs typeface="Arial"/>
              </a:rPr>
              <a:t>while</a:t>
            </a:r>
            <a:r>
              <a:rPr sz="2400" i="1" spc="40" dirty="0">
                <a:solidFill>
                  <a:srgbClr val="46424D"/>
                </a:solidFill>
                <a:latin typeface="Arial"/>
                <a:cs typeface="Arial"/>
              </a:rPr>
              <a:t> </a:t>
            </a:r>
            <a:r>
              <a:rPr sz="2400" i="1" dirty="0">
                <a:solidFill>
                  <a:srgbClr val="46424D"/>
                </a:solidFill>
                <a:latin typeface="Arial"/>
                <a:cs typeface="Arial"/>
              </a:rPr>
              <a:t>there</a:t>
            </a:r>
            <a:r>
              <a:rPr sz="2400" i="1" spc="-5" dirty="0">
                <a:solidFill>
                  <a:srgbClr val="46424D"/>
                </a:solidFill>
                <a:latin typeface="Arial"/>
                <a:cs typeface="Arial"/>
              </a:rPr>
              <a:t> is</a:t>
            </a:r>
            <a:r>
              <a:rPr sz="2400" i="1" spc="5" dirty="0">
                <a:solidFill>
                  <a:srgbClr val="46424D"/>
                </a:solidFill>
                <a:latin typeface="Arial"/>
                <a:cs typeface="Arial"/>
              </a:rPr>
              <a:t> </a:t>
            </a:r>
            <a:r>
              <a:rPr sz="2400" i="1" spc="-5" dirty="0">
                <a:solidFill>
                  <a:srgbClr val="46424D"/>
                </a:solidFill>
                <a:latin typeface="Arial"/>
                <a:cs typeface="Arial"/>
              </a:rPr>
              <a:t>value</a:t>
            </a:r>
            <a:r>
              <a:rPr sz="2400" i="1" spc="35" dirty="0">
                <a:solidFill>
                  <a:srgbClr val="46424D"/>
                </a:solidFill>
                <a:latin typeface="Arial"/>
                <a:cs typeface="Arial"/>
              </a:rPr>
              <a:t> </a:t>
            </a:r>
            <a:r>
              <a:rPr sz="2400" i="1" spc="-5" dirty="0">
                <a:solidFill>
                  <a:srgbClr val="46424D"/>
                </a:solidFill>
                <a:latin typeface="Arial"/>
                <a:cs typeface="Arial"/>
              </a:rPr>
              <a:t>in</a:t>
            </a:r>
            <a:r>
              <a:rPr sz="2400" i="1" spc="5" dirty="0">
                <a:solidFill>
                  <a:srgbClr val="46424D"/>
                </a:solidFill>
                <a:latin typeface="Arial"/>
                <a:cs typeface="Arial"/>
              </a:rPr>
              <a:t> </a:t>
            </a:r>
            <a:r>
              <a:rPr sz="2400" i="1" dirty="0">
                <a:solidFill>
                  <a:srgbClr val="46424D"/>
                </a:solidFill>
                <a:latin typeface="Arial"/>
                <a:cs typeface="Arial"/>
              </a:rPr>
              <a:t>the</a:t>
            </a:r>
            <a:r>
              <a:rPr sz="2400" i="1" spc="10" dirty="0">
                <a:solidFill>
                  <a:srgbClr val="46424D"/>
                </a:solidFill>
                <a:latin typeface="Arial"/>
                <a:cs typeface="Arial"/>
              </a:rPr>
              <a:t> </a:t>
            </a:r>
            <a:r>
              <a:rPr sz="2400" i="1" spc="-5" dirty="0">
                <a:solidFill>
                  <a:srgbClr val="46424D"/>
                </a:solidFill>
                <a:latin typeface="Arial"/>
                <a:cs typeface="Arial"/>
              </a:rPr>
              <a:t>items</a:t>
            </a:r>
            <a:r>
              <a:rPr sz="2400" i="1" spc="20" dirty="0">
                <a:solidFill>
                  <a:srgbClr val="46424D"/>
                </a:solidFill>
                <a:latin typeface="Arial"/>
                <a:cs typeface="Arial"/>
              </a:rPr>
              <a:t> </a:t>
            </a:r>
            <a:r>
              <a:rPr sz="2400" i="1" spc="-5" dirty="0" smtClean="0">
                <a:solidFill>
                  <a:srgbClr val="46424D"/>
                </a:solidFill>
                <a:latin typeface="Arial"/>
                <a:cs typeface="Arial"/>
              </a:rPr>
              <a:t>on</a:t>
            </a:r>
            <a:r>
              <a:rPr lang="en-US" sz="2400" i="1" spc="-5" dirty="0" smtClean="0">
                <a:solidFill>
                  <a:srgbClr val="46424D"/>
                </a:solidFill>
                <a:latin typeface="Arial"/>
                <a:cs typeface="Arial"/>
              </a:rPr>
              <a:t> </a:t>
            </a:r>
            <a:r>
              <a:rPr sz="2400" i="1" dirty="0" smtClean="0">
                <a:solidFill>
                  <a:srgbClr val="46424D"/>
                </a:solidFill>
                <a:latin typeface="Arial"/>
                <a:cs typeface="Arial"/>
              </a:rPr>
              <a:t>the</a:t>
            </a:r>
            <a:r>
              <a:rPr sz="2400" i="1" spc="-35" dirty="0" smtClean="0">
                <a:solidFill>
                  <a:srgbClr val="46424D"/>
                </a:solidFill>
                <a:latin typeface="Arial"/>
                <a:cs typeface="Arial"/>
              </a:rPr>
              <a:t> </a:t>
            </a:r>
            <a:r>
              <a:rPr sz="2400" i="1" spc="-5" dirty="0">
                <a:solidFill>
                  <a:srgbClr val="46424D"/>
                </a:solidFill>
                <a:latin typeface="Arial"/>
                <a:cs typeface="Arial"/>
              </a:rPr>
              <a:t>right,</a:t>
            </a:r>
            <a:r>
              <a:rPr sz="2400" i="1" spc="-35" dirty="0">
                <a:solidFill>
                  <a:srgbClr val="46424D"/>
                </a:solidFill>
                <a:latin typeface="Arial"/>
                <a:cs typeface="Arial"/>
              </a:rPr>
              <a:t> </a:t>
            </a:r>
            <a:r>
              <a:rPr sz="2400" i="1" spc="-10" dirty="0">
                <a:solidFill>
                  <a:srgbClr val="46424D"/>
                </a:solidFill>
                <a:latin typeface="Arial"/>
                <a:cs typeface="Arial"/>
              </a:rPr>
              <a:t>we </a:t>
            </a:r>
            <a:r>
              <a:rPr sz="2400" i="1" spc="-650" dirty="0">
                <a:solidFill>
                  <a:srgbClr val="46424D"/>
                </a:solidFill>
                <a:latin typeface="Arial"/>
                <a:cs typeface="Arial"/>
              </a:rPr>
              <a:t> </a:t>
            </a:r>
            <a:r>
              <a:rPr sz="2400" i="1" spc="-5" dirty="0">
                <a:solidFill>
                  <a:srgbClr val="46424D"/>
                </a:solidFill>
                <a:latin typeface="Arial"/>
                <a:cs typeface="Arial"/>
              </a:rPr>
              <a:t>value</a:t>
            </a:r>
            <a:r>
              <a:rPr sz="2400" i="1" spc="5" dirty="0">
                <a:solidFill>
                  <a:srgbClr val="46424D"/>
                </a:solidFill>
                <a:latin typeface="Arial"/>
                <a:cs typeface="Arial"/>
              </a:rPr>
              <a:t> </a:t>
            </a:r>
            <a:r>
              <a:rPr sz="2400" i="1" dirty="0">
                <a:solidFill>
                  <a:srgbClr val="46424D"/>
                </a:solidFill>
                <a:latin typeface="Arial"/>
                <a:cs typeface="Arial"/>
              </a:rPr>
              <a:t>the</a:t>
            </a:r>
            <a:r>
              <a:rPr sz="2400" i="1" spc="5" dirty="0">
                <a:solidFill>
                  <a:srgbClr val="46424D"/>
                </a:solidFill>
                <a:latin typeface="Arial"/>
                <a:cs typeface="Arial"/>
              </a:rPr>
              <a:t> </a:t>
            </a:r>
            <a:r>
              <a:rPr sz="2400" i="1" spc="-5" dirty="0">
                <a:solidFill>
                  <a:srgbClr val="46424D"/>
                </a:solidFill>
                <a:latin typeface="Arial"/>
                <a:cs typeface="Arial"/>
              </a:rPr>
              <a:t>items</a:t>
            </a:r>
            <a:r>
              <a:rPr sz="2400" i="1" spc="15" dirty="0">
                <a:solidFill>
                  <a:srgbClr val="46424D"/>
                </a:solidFill>
                <a:latin typeface="Arial"/>
                <a:cs typeface="Arial"/>
              </a:rPr>
              <a:t> </a:t>
            </a:r>
            <a:r>
              <a:rPr sz="2400" i="1" spc="-5" dirty="0">
                <a:solidFill>
                  <a:srgbClr val="46424D"/>
                </a:solidFill>
                <a:latin typeface="Arial"/>
                <a:cs typeface="Arial"/>
              </a:rPr>
              <a:t>on</a:t>
            </a:r>
            <a:r>
              <a:rPr sz="2400" i="1" dirty="0">
                <a:solidFill>
                  <a:srgbClr val="46424D"/>
                </a:solidFill>
                <a:latin typeface="Arial"/>
                <a:cs typeface="Arial"/>
              </a:rPr>
              <a:t> the</a:t>
            </a:r>
            <a:r>
              <a:rPr sz="2400" i="1" spc="-5" dirty="0">
                <a:solidFill>
                  <a:srgbClr val="46424D"/>
                </a:solidFill>
                <a:latin typeface="Arial"/>
                <a:cs typeface="Arial"/>
              </a:rPr>
              <a:t> </a:t>
            </a:r>
            <a:r>
              <a:rPr sz="2400" i="1" dirty="0">
                <a:solidFill>
                  <a:srgbClr val="46424D"/>
                </a:solidFill>
                <a:latin typeface="Arial"/>
                <a:cs typeface="Arial"/>
              </a:rPr>
              <a:t>left</a:t>
            </a:r>
            <a:r>
              <a:rPr sz="2400" i="1" spc="-15" dirty="0">
                <a:solidFill>
                  <a:srgbClr val="46424D"/>
                </a:solidFill>
                <a:latin typeface="Arial"/>
                <a:cs typeface="Arial"/>
              </a:rPr>
              <a:t> </a:t>
            </a:r>
            <a:r>
              <a:rPr sz="2400" i="1" spc="-5" dirty="0">
                <a:solidFill>
                  <a:srgbClr val="46424D"/>
                </a:solidFill>
                <a:latin typeface="Arial"/>
                <a:cs typeface="Arial"/>
              </a:rPr>
              <a:t>more.</a:t>
            </a:r>
            <a:endParaRPr sz="2400" dirty="0">
              <a:latin typeface="Arial"/>
              <a:cs typeface="Aria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4592955" cy="391160"/>
          </a:xfrm>
          <a:prstGeom prst="rect">
            <a:avLst/>
          </a:prstGeom>
        </p:spPr>
        <p:txBody>
          <a:bodyPr vert="horz" wrap="square" lIns="0" tIns="12700" rIns="0" bIns="0" rtlCol="0">
            <a:spAutoFit/>
          </a:bodyPr>
          <a:lstStyle/>
          <a:p>
            <a:pPr marL="12700">
              <a:lnSpc>
                <a:spcPct val="100000"/>
              </a:lnSpc>
              <a:spcBef>
                <a:spcPts val="100"/>
              </a:spcBef>
            </a:pPr>
            <a:r>
              <a:rPr dirty="0"/>
              <a:t>The</a:t>
            </a:r>
            <a:r>
              <a:rPr spc="-35" dirty="0"/>
              <a:t> </a:t>
            </a:r>
            <a:r>
              <a:rPr dirty="0"/>
              <a:t>principles</a:t>
            </a:r>
            <a:r>
              <a:rPr spc="-45" dirty="0"/>
              <a:t> </a:t>
            </a:r>
            <a:r>
              <a:rPr dirty="0"/>
              <a:t>of</a:t>
            </a:r>
            <a:r>
              <a:rPr spc="-20" dirty="0"/>
              <a:t> </a:t>
            </a:r>
            <a:r>
              <a:rPr spc="-5" dirty="0"/>
              <a:t>agile</a:t>
            </a:r>
            <a:r>
              <a:rPr spc="-30" dirty="0"/>
              <a:t> </a:t>
            </a:r>
            <a:r>
              <a:rPr dirty="0"/>
              <a:t>methods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11</a:t>
            </a:fld>
            <a:endParaRPr dirty="0"/>
          </a:p>
        </p:txBody>
      </p:sp>
      <p:graphicFrame>
        <p:nvGraphicFramePr>
          <p:cNvPr id="3" name="object 3"/>
          <p:cNvGraphicFramePr>
            <a:graphicFrameLocks noGrp="1"/>
          </p:cNvGraphicFramePr>
          <p:nvPr/>
        </p:nvGraphicFramePr>
        <p:xfrm>
          <a:off x="450850" y="1655317"/>
          <a:ext cx="8271509" cy="4684571"/>
        </p:xfrm>
        <a:graphic>
          <a:graphicData uri="http://schemas.openxmlformats.org/drawingml/2006/table">
            <a:tbl>
              <a:tblPr firstRow="1" bandRow="1">
                <a:tableStyleId>{2D5ABB26-0587-4C30-8999-92F81FD0307C}</a:tableStyleId>
              </a:tblPr>
              <a:tblGrid>
                <a:gridCol w="2300605">
                  <a:extLst>
                    <a:ext uri="{9D8B030D-6E8A-4147-A177-3AD203B41FA5}">
                      <a16:colId xmlns:a16="http://schemas.microsoft.com/office/drawing/2014/main" xmlns="" val="20000"/>
                    </a:ext>
                  </a:extLst>
                </a:gridCol>
                <a:gridCol w="5845175">
                  <a:extLst>
                    <a:ext uri="{9D8B030D-6E8A-4147-A177-3AD203B41FA5}">
                      <a16:colId xmlns:a16="http://schemas.microsoft.com/office/drawing/2014/main" xmlns="" val="20001"/>
                    </a:ext>
                  </a:extLst>
                </a:gridCol>
                <a:gridCol w="125729">
                  <a:extLst>
                    <a:ext uri="{9D8B030D-6E8A-4147-A177-3AD203B41FA5}">
                      <a16:colId xmlns:a16="http://schemas.microsoft.com/office/drawing/2014/main" xmlns="" val="20002"/>
                    </a:ext>
                  </a:extLst>
                </a:gridCol>
              </a:tblGrid>
              <a:tr h="426720">
                <a:tc>
                  <a:txBody>
                    <a:bodyPr/>
                    <a:lstStyle/>
                    <a:p>
                      <a:pPr marL="73025">
                        <a:lnSpc>
                          <a:spcPct val="100000"/>
                        </a:lnSpc>
                        <a:spcBef>
                          <a:spcPts val="680"/>
                        </a:spcBef>
                      </a:pPr>
                      <a:r>
                        <a:rPr sz="1600" b="1" spc="-5" dirty="0">
                          <a:latin typeface="Arial"/>
                          <a:cs typeface="Arial"/>
                        </a:rPr>
                        <a:t>Principle</a:t>
                      </a:r>
                      <a:endParaRPr sz="1600" dirty="0">
                        <a:latin typeface="Arial"/>
                        <a:cs typeface="Arial"/>
                      </a:endParaRPr>
                    </a:p>
                  </a:txBody>
                  <a:tcPr marL="0" marR="0" marT="863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gridSpan="2">
                  <a:txBody>
                    <a:bodyPr/>
                    <a:lstStyle/>
                    <a:p>
                      <a:pPr marL="73025">
                        <a:lnSpc>
                          <a:spcPct val="100000"/>
                        </a:lnSpc>
                        <a:spcBef>
                          <a:spcPts val="680"/>
                        </a:spcBef>
                      </a:pPr>
                      <a:r>
                        <a:rPr sz="1600" b="1" spc="-5" dirty="0">
                          <a:latin typeface="Arial"/>
                          <a:cs typeface="Arial"/>
                        </a:rPr>
                        <a:t>Description</a:t>
                      </a:r>
                      <a:endParaRPr sz="1600">
                        <a:latin typeface="Arial"/>
                        <a:cs typeface="Arial"/>
                      </a:endParaRPr>
                    </a:p>
                  </a:txBody>
                  <a:tcPr marL="0" marR="0" marT="863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hMerge="1">
                  <a:txBody>
                    <a:bodyPr/>
                    <a:lstStyle/>
                    <a:p>
                      <a:endParaRPr/>
                    </a:p>
                  </a:txBody>
                  <a:tcPr marL="0" marR="0" marT="0" marB="0"/>
                </a:tc>
                <a:extLst>
                  <a:ext uri="{0D108BD9-81ED-4DB2-BD59-A6C34878D82A}">
                    <a16:rowId xmlns:a16="http://schemas.microsoft.com/office/drawing/2014/main" xmlns="" val="10000"/>
                  </a:ext>
                </a:extLst>
              </a:tr>
              <a:tr h="1083564">
                <a:tc>
                  <a:txBody>
                    <a:bodyPr/>
                    <a:lstStyle/>
                    <a:p>
                      <a:pPr marL="73025">
                        <a:lnSpc>
                          <a:spcPts val="1885"/>
                        </a:lnSpc>
                      </a:pPr>
                      <a:r>
                        <a:rPr sz="1600" spc="-5" dirty="0">
                          <a:latin typeface="Arial MT"/>
                          <a:cs typeface="Arial MT"/>
                        </a:rPr>
                        <a:t>Customer</a:t>
                      </a:r>
                      <a:r>
                        <a:rPr sz="1600" dirty="0">
                          <a:latin typeface="Arial MT"/>
                          <a:cs typeface="Arial MT"/>
                        </a:rPr>
                        <a:t> </a:t>
                      </a:r>
                      <a:r>
                        <a:rPr sz="1600" spc="-5" dirty="0">
                          <a:latin typeface="Arial MT"/>
                          <a:cs typeface="Arial MT"/>
                        </a:rPr>
                        <a:t>involvement</a:t>
                      </a:r>
                      <a:endParaRPr sz="1600">
                        <a:latin typeface="Arial MT"/>
                        <a:cs typeface="Arial MT"/>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gridSpan="2">
                  <a:txBody>
                    <a:bodyPr/>
                    <a:lstStyle/>
                    <a:p>
                      <a:pPr marL="73025" marR="62230" algn="just">
                        <a:lnSpc>
                          <a:spcPts val="1920"/>
                        </a:lnSpc>
                        <a:spcBef>
                          <a:spcPts val="30"/>
                        </a:spcBef>
                      </a:pPr>
                      <a:r>
                        <a:rPr sz="1600" spc="-5" dirty="0">
                          <a:latin typeface="Arial MT"/>
                          <a:cs typeface="Arial MT"/>
                        </a:rPr>
                        <a:t>Customers</a:t>
                      </a:r>
                      <a:r>
                        <a:rPr sz="1600" dirty="0">
                          <a:latin typeface="Arial MT"/>
                          <a:cs typeface="Arial MT"/>
                        </a:rPr>
                        <a:t> </a:t>
                      </a:r>
                      <a:r>
                        <a:rPr sz="1600" spc="-5" dirty="0">
                          <a:latin typeface="Arial MT"/>
                          <a:cs typeface="Arial MT"/>
                        </a:rPr>
                        <a:t>should</a:t>
                      </a:r>
                      <a:r>
                        <a:rPr sz="1600" dirty="0">
                          <a:latin typeface="Arial MT"/>
                          <a:cs typeface="Arial MT"/>
                        </a:rPr>
                        <a:t> </a:t>
                      </a:r>
                      <a:r>
                        <a:rPr sz="1600" spc="-5" dirty="0">
                          <a:latin typeface="Arial MT"/>
                          <a:cs typeface="Arial MT"/>
                        </a:rPr>
                        <a:t>be</a:t>
                      </a:r>
                      <a:r>
                        <a:rPr sz="1600" dirty="0">
                          <a:latin typeface="Arial MT"/>
                          <a:cs typeface="Arial MT"/>
                        </a:rPr>
                        <a:t> </a:t>
                      </a:r>
                      <a:r>
                        <a:rPr sz="1600" spc="-10" dirty="0">
                          <a:latin typeface="Arial MT"/>
                          <a:cs typeface="Arial MT"/>
                        </a:rPr>
                        <a:t>closely</a:t>
                      </a:r>
                      <a:r>
                        <a:rPr sz="1600" spc="-5" dirty="0">
                          <a:latin typeface="Arial MT"/>
                          <a:cs typeface="Arial MT"/>
                        </a:rPr>
                        <a:t> involved</a:t>
                      </a:r>
                      <a:r>
                        <a:rPr sz="1600" dirty="0">
                          <a:latin typeface="Arial MT"/>
                          <a:cs typeface="Arial MT"/>
                        </a:rPr>
                        <a:t> </a:t>
                      </a:r>
                      <a:r>
                        <a:rPr sz="1600" spc="-5" dirty="0">
                          <a:latin typeface="Arial MT"/>
                          <a:cs typeface="Arial MT"/>
                        </a:rPr>
                        <a:t>throughout</a:t>
                      </a:r>
                      <a:r>
                        <a:rPr sz="1600" dirty="0">
                          <a:latin typeface="Arial MT"/>
                          <a:cs typeface="Arial MT"/>
                        </a:rPr>
                        <a:t> </a:t>
                      </a:r>
                      <a:r>
                        <a:rPr sz="1600" spc="-5" dirty="0">
                          <a:latin typeface="Arial MT"/>
                          <a:cs typeface="Arial MT"/>
                        </a:rPr>
                        <a:t>the </a:t>
                      </a:r>
                      <a:r>
                        <a:rPr sz="1600" dirty="0">
                          <a:latin typeface="Arial MT"/>
                          <a:cs typeface="Arial MT"/>
                        </a:rPr>
                        <a:t> </a:t>
                      </a:r>
                      <a:r>
                        <a:rPr sz="1600" spc="-5" dirty="0">
                          <a:latin typeface="Arial MT"/>
                          <a:cs typeface="Arial MT"/>
                        </a:rPr>
                        <a:t>development process. Their role </a:t>
                      </a:r>
                      <a:r>
                        <a:rPr sz="1600" dirty="0">
                          <a:latin typeface="Arial MT"/>
                          <a:cs typeface="Arial MT"/>
                        </a:rPr>
                        <a:t>is </a:t>
                      </a:r>
                      <a:r>
                        <a:rPr sz="1600" spc="-5" dirty="0">
                          <a:latin typeface="Arial MT"/>
                          <a:cs typeface="Arial MT"/>
                        </a:rPr>
                        <a:t>provide and prioritize new </a:t>
                      </a:r>
                      <a:r>
                        <a:rPr sz="1600" dirty="0">
                          <a:latin typeface="Arial MT"/>
                          <a:cs typeface="Arial MT"/>
                        </a:rPr>
                        <a:t> </a:t>
                      </a:r>
                      <a:r>
                        <a:rPr sz="1600" spc="-5" dirty="0">
                          <a:latin typeface="Arial MT"/>
                          <a:cs typeface="Arial MT"/>
                        </a:rPr>
                        <a:t>system</a:t>
                      </a:r>
                      <a:r>
                        <a:rPr sz="1600" dirty="0">
                          <a:latin typeface="Arial MT"/>
                          <a:cs typeface="Arial MT"/>
                        </a:rPr>
                        <a:t> </a:t>
                      </a:r>
                      <a:r>
                        <a:rPr sz="1600" spc="-5" dirty="0">
                          <a:latin typeface="Arial MT"/>
                          <a:cs typeface="Arial MT"/>
                        </a:rPr>
                        <a:t>requirements</a:t>
                      </a:r>
                      <a:r>
                        <a:rPr sz="1600" dirty="0">
                          <a:latin typeface="Arial MT"/>
                          <a:cs typeface="Arial MT"/>
                        </a:rPr>
                        <a:t> </a:t>
                      </a:r>
                      <a:r>
                        <a:rPr sz="1600" spc="-5" dirty="0">
                          <a:latin typeface="Arial MT"/>
                          <a:cs typeface="Arial MT"/>
                        </a:rPr>
                        <a:t>and</a:t>
                      </a:r>
                      <a:r>
                        <a:rPr sz="1600" dirty="0">
                          <a:latin typeface="Arial MT"/>
                          <a:cs typeface="Arial MT"/>
                        </a:rPr>
                        <a:t> </a:t>
                      </a:r>
                      <a:r>
                        <a:rPr sz="1600" spc="-5" dirty="0">
                          <a:latin typeface="Arial MT"/>
                          <a:cs typeface="Arial MT"/>
                        </a:rPr>
                        <a:t>to</a:t>
                      </a:r>
                      <a:r>
                        <a:rPr sz="1600" dirty="0">
                          <a:latin typeface="Arial MT"/>
                          <a:cs typeface="Arial MT"/>
                        </a:rPr>
                        <a:t> </a:t>
                      </a:r>
                      <a:r>
                        <a:rPr sz="1600" spc="-5" dirty="0">
                          <a:latin typeface="Arial MT"/>
                          <a:cs typeface="Arial MT"/>
                        </a:rPr>
                        <a:t>evaluate</a:t>
                      </a:r>
                      <a:r>
                        <a:rPr sz="1600" dirty="0">
                          <a:latin typeface="Arial MT"/>
                          <a:cs typeface="Arial MT"/>
                        </a:rPr>
                        <a:t> </a:t>
                      </a:r>
                      <a:r>
                        <a:rPr sz="1600" spc="-5" dirty="0">
                          <a:latin typeface="Arial MT"/>
                          <a:cs typeface="Arial MT"/>
                        </a:rPr>
                        <a:t>the</a:t>
                      </a:r>
                      <a:r>
                        <a:rPr sz="1600" dirty="0">
                          <a:latin typeface="Arial MT"/>
                          <a:cs typeface="Arial MT"/>
                        </a:rPr>
                        <a:t> </a:t>
                      </a:r>
                      <a:r>
                        <a:rPr sz="1600" spc="-5" dirty="0">
                          <a:latin typeface="Arial MT"/>
                          <a:cs typeface="Arial MT"/>
                        </a:rPr>
                        <a:t>iterations</a:t>
                      </a:r>
                      <a:r>
                        <a:rPr sz="1600" dirty="0">
                          <a:latin typeface="Arial MT"/>
                          <a:cs typeface="Arial MT"/>
                        </a:rPr>
                        <a:t> </a:t>
                      </a:r>
                      <a:r>
                        <a:rPr sz="1600" spc="-5" dirty="0">
                          <a:latin typeface="Arial MT"/>
                          <a:cs typeface="Arial MT"/>
                        </a:rPr>
                        <a:t>of</a:t>
                      </a:r>
                      <a:r>
                        <a:rPr sz="1600" spc="430" dirty="0">
                          <a:latin typeface="Arial MT"/>
                          <a:cs typeface="Arial MT"/>
                        </a:rPr>
                        <a:t> </a:t>
                      </a:r>
                      <a:r>
                        <a:rPr sz="1600" spc="-5" dirty="0">
                          <a:latin typeface="Arial MT"/>
                          <a:cs typeface="Arial MT"/>
                        </a:rPr>
                        <a:t>the </a:t>
                      </a:r>
                      <a:r>
                        <a:rPr sz="1600" dirty="0">
                          <a:latin typeface="Arial MT"/>
                          <a:cs typeface="Arial MT"/>
                        </a:rPr>
                        <a:t> </a:t>
                      </a:r>
                      <a:r>
                        <a:rPr sz="1600" spc="-5" dirty="0">
                          <a:latin typeface="Arial MT"/>
                          <a:cs typeface="Arial MT"/>
                        </a:rPr>
                        <a:t>system.</a:t>
                      </a:r>
                      <a:endParaRPr sz="1600">
                        <a:latin typeface="Arial MT"/>
                        <a:cs typeface="Arial MT"/>
                      </a:endParaRPr>
                    </a:p>
                  </a:txBody>
                  <a:tcPr marL="0" marR="0" marT="381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hMerge="1">
                  <a:txBody>
                    <a:bodyPr/>
                    <a:lstStyle/>
                    <a:p>
                      <a:endParaRPr/>
                    </a:p>
                  </a:txBody>
                  <a:tcPr marL="0" marR="0" marT="0" marB="0"/>
                </a:tc>
                <a:extLst>
                  <a:ext uri="{0D108BD9-81ED-4DB2-BD59-A6C34878D82A}">
                    <a16:rowId xmlns:a16="http://schemas.microsoft.com/office/drawing/2014/main" xmlns="" val="10001"/>
                  </a:ext>
                </a:extLst>
              </a:tr>
              <a:tr h="729996">
                <a:tc>
                  <a:txBody>
                    <a:bodyPr/>
                    <a:lstStyle/>
                    <a:p>
                      <a:pPr marL="73025">
                        <a:lnSpc>
                          <a:spcPts val="1889"/>
                        </a:lnSpc>
                      </a:pPr>
                      <a:r>
                        <a:rPr sz="1600" spc="-5" dirty="0">
                          <a:latin typeface="Arial MT"/>
                          <a:cs typeface="Arial MT"/>
                        </a:rPr>
                        <a:t>Incremental</a:t>
                      </a:r>
                      <a:r>
                        <a:rPr sz="1600" dirty="0">
                          <a:latin typeface="Arial MT"/>
                          <a:cs typeface="Arial MT"/>
                        </a:rPr>
                        <a:t> </a:t>
                      </a:r>
                      <a:r>
                        <a:rPr sz="1600" spc="-5" dirty="0">
                          <a:latin typeface="Arial MT"/>
                          <a:cs typeface="Arial MT"/>
                        </a:rPr>
                        <a:t>delivery</a:t>
                      </a:r>
                      <a:endParaRPr sz="1600" dirty="0">
                        <a:latin typeface="Arial MT"/>
                        <a:cs typeface="Arial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gridSpan="2">
                  <a:txBody>
                    <a:bodyPr/>
                    <a:lstStyle/>
                    <a:p>
                      <a:pPr marL="73025" marR="65405">
                        <a:lnSpc>
                          <a:spcPts val="1920"/>
                        </a:lnSpc>
                        <a:spcBef>
                          <a:spcPts val="30"/>
                        </a:spcBef>
                      </a:pPr>
                      <a:r>
                        <a:rPr sz="1600" spc="-5" dirty="0">
                          <a:latin typeface="Arial MT"/>
                          <a:cs typeface="Arial MT"/>
                        </a:rPr>
                        <a:t>The</a:t>
                      </a:r>
                      <a:r>
                        <a:rPr sz="1600" spc="95" dirty="0">
                          <a:latin typeface="Arial MT"/>
                          <a:cs typeface="Arial MT"/>
                        </a:rPr>
                        <a:t> </a:t>
                      </a:r>
                      <a:r>
                        <a:rPr sz="1600" spc="-5" dirty="0">
                          <a:latin typeface="Arial MT"/>
                          <a:cs typeface="Arial MT"/>
                        </a:rPr>
                        <a:t>software</a:t>
                      </a:r>
                      <a:r>
                        <a:rPr sz="1600" spc="110" dirty="0">
                          <a:latin typeface="Arial MT"/>
                          <a:cs typeface="Arial MT"/>
                        </a:rPr>
                        <a:t> </a:t>
                      </a:r>
                      <a:r>
                        <a:rPr sz="1600" dirty="0">
                          <a:latin typeface="Arial MT"/>
                          <a:cs typeface="Arial MT"/>
                        </a:rPr>
                        <a:t>is</a:t>
                      </a:r>
                      <a:r>
                        <a:rPr sz="1600" spc="85" dirty="0">
                          <a:latin typeface="Arial MT"/>
                          <a:cs typeface="Arial MT"/>
                        </a:rPr>
                        <a:t> </a:t>
                      </a:r>
                      <a:r>
                        <a:rPr sz="1600" spc="-5" dirty="0">
                          <a:latin typeface="Arial MT"/>
                          <a:cs typeface="Arial MT"/>
                        </a:rPr>
                        <a:t>developed</a:t>
                      </a:r>
                      <a:r>
                        <a:rPr sz="1600" spc="100" dirty="0">
                          <a:latin typeface="Arial MT"/>
                          <a:cs typeface="Arial MT"/>
                        </a:rPr>
                        <a:t> </a:t>
                      </a:r>
                      <a:r>
                        <a:rPr sz="1600" dirty="0">
                          <a:latin typeface="Arial MT"/>
                          <a:cs typeface="Arial MT"/>
                        </a:rPr>
                        <a:t>in</a:t>
                      </a:r>
                      <a:r>
                        <a:rPr sz="1600" spc="90" dirty="0">
                          <a:latin typeface="Arial MT"/>
                          <a:cs typeface="Arial MT"/>
                        </a:rPr>
                        <a:t> </a:t>
                      </a:r>
                      <a:r>
                        <a:rPr sz="1600" spc="-5" dirty="0">
                          <a:latin typeface="Arial MT"/>
                          <a:cs typeface="Arial MT"/>
                        </a:rPr>
                        <a:t>increments</a:t>
                      </a:r>
                      <a:r>
                        <a:rPr sz="1600" spc="120" dirty="0">
                          <a:latin typeface="Arial MT"/>
                          <a:cs typeface="Arial MT"/>
                        </a:rPr>
                        <a:t> </a:t>
                      </a:r>
                      <a:r>
                        <a:rPr sz="1600" spc="-10" dirty="0">
                          <a:latin typeface="Arial MT"/>
                          <a:cs typeface="Arial MT"/>
                        </a:rPr>
                        <a:t>with</a:t>
                      </a:r>
                      <a:r>
                        <a:rPr sz="1600" spc="125" dirty="0">
                          <a:latin typeface="Arial MT"/>
                          <a:cs typeface="Arial MT"/>
                        </a:rPr>
                        <a:t> </a:t>
                      </a:r>
                      <a:r>
                        <a:rPr sz="1600" spc="-5" dirty="0">
                          <a:latin typeface="Arial MT"/>
                          <a:cs typeface="Arial MT"/>
                        </a:rPr>
                        <a:t>the</a:t>
                      </a:r>
                      <a:r>
                        <a:rPr sz="1600" spc="100" dirty="0">
                          <a:latin typeface="Arial MT"/>
                          <a:cs typeface="Arial MT"/>
                        </a:rPr>
                        <a:t> </a:t>
                      </a:r>
                      <a:r>
                        <a:rPr sz="1600" spc="-5" dirty="0">
                          <a:latin typeface="Arial MT"/>
                          <a:cs typeface="Arial MT"/>
                        </a:rPr>
                        <a:t>customer </a:t>
                      </a:r>
                      <a:r>
                        <a:rPr sz="1600" spc="-430" dirty="0">
                          <a:latin typeface="Arial MT"/>
                          <a:cs typeface="Arial MT"/>
                        </a:rPr>
                        <a:t> </a:t>
                      </a:r>
                      <a:r>
                        <a:rPr sz="1600" spc="-5" dirty="0">
                          <a:latin typeface="Arial MT"/>
                          <a:cs typeface="Arial MT"/>
                        </a:rPr>
                        <a:t>specifying</a:t>
                      </a:r>
                      <a:r>
                        <a:rPr sz="1600" dirty="0">
                          <a:latin typeface="Arial MT"/>
                          <a:cs typeface="Arial MT"/>
                        </a:rPr>
                        <a:t> </a:t>
                      </a:r>
                      <a:r>
                        <a:rPr sz="1600" spc="-5" dirty="0">
                          <a:latin typeface="Arial MT"/>
                          <a:cs typeface="Arial MT"/>
                        </a:rPr>
                        <a:t>the</a:t>
                      </a:r>
                      <a:r>
                        <a:rPr sz="1600" spc="15" dirty="0">
                          <a:latin typeface="Arial MT"/>
                          <a:cs typeface="Arial MT"/>
                        </a:rPr>
                        <a:t> </a:t>
                      </a:r>
                      <a:r>
                        <a:rPr sz="1600" spc="-5" dirty="0">
                          <a:latin typeface="Arial MT"/>
                          <a:cs typeface="Arial MT"/>
                        </a:rPr>
                        <a:t>requirements</a:t>
                      </a:r>
                      <a:r>
                        <a:rPr sz="1600" spc="35" dirty="0">
                          <a:latin typeface="Arial MT"/>
                          <a:cs typeface="Arial MT"/>
                        </a:rPr>
                        <a:t> </a:t>
                      </a:r>
                      <a:r>
                        <a:rPr sz="1600" spc="-5" dirty="0">
                          <a:latin typeface="Arial MT"/>
                          <a:cs typeface="Arial MT"/>
                        </a:rPr>
                        <a:t>to</a:t>
                      </a:r>
                      <a:r>
                        <a:rPr sz="1600" spc="10" dirty="0">
                          <a:latin typeface="Arial MT"/>
                          <a:cs typeface="Arial MT"/>
                        </a:rPr>
                        <a:t> </a:t>
                      </a:r>
                      <a:r>
                        <a:rPr sz="1600" spc="-5" dirty="0">
                          <a:latin typeface="Arial MT"/>
                          <a:cs typeface="Arial MT"/>
                        </a:rPr>
                        <a:t>be</a:t>
                      </a:r>
                      <a:r>
                        <a:rPr sz="1600" spc="5" dirty="0">
                          <a:latin typeface="Arial MT"/>
                          <a:cs typeface="Arial MT"/>
                        </a:rPr>
                        <a:t> </a:t>
                      </a:r>
                      <a:r>
                        <a:rPr sz="1600" spc="-5" dirty="0">
                          <a:latin typeface="Arial MT"/>
                          <a:cs typeface="Arial MT"/>
                        </a:rPr>
                        <a:t>included</a:t>
                      </a:r>
                      <a:r>
                        <a:rPr sz="1600" spc="-15" dirty="0">
                          <a:latin typeface="Arial MT"/>
                          <a:cs typeface="Arial MT"/>
                        </a:rPr>
                        <a:t> </a:t>
                      </a:r>
                      <a:r>
                        <a:rPr sz="1600" dirty="0">
                          <a:latin typeface="Arial MT"/>
                          <a:cs typeface="Arial MT"/>
                        </a:rPr>
                        <a:t>in </a:t>
                      </a:r>
                      <a:r>
                        <a:rPr sz="1600" spc="-5" dirty="0">
                          <a:latin typeface="Arial MT"/>
                          <a:cs typeface="Arial MT"/>
                        </a:rPr>
                        <a:t>each</a:t>
                      </a:r>
                      <a:r>
                        <a:rPr sz="1600" spc="5" dirty="0">
                          <a:latin typeface="Arial MT"/>
                          <a:cs typeface="Arial MT"/>
                        </a:rPr>
                        <a:t> </a:t>
                      </a:r>
                      <a:r>
                        <a:rPr sz="1600" spc="-5" dirty="0">
                          <a:latin typeface="Arial MT"/>
                          <a:cs typeface="Arial MT"/>
                        </a:rPr>
                        <a:t>increment.</a:t>
                      </a:r>
                      <a:endParaRPr sz="1600">
                        <a:latin typeface="Arial MT"/>
                        <a:cs typeface="Arial MT"/>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hMerge="1">
                  <a:txBody>
                    <a:bodyPr/>
                    <a:lstStyle/>
                    <a:p>
                      <a:endParaRPr/>
                    </a:p>
                  </a:txBody>
                  <a:tcPr marL="0" marR="0" marT="0" marB="0"/>
                </a:tc>
                <a:extLst>
                  <a:ext uri="{0D108BD9-81ED-4DB2-BD59-A6C34878D82A}">
                    <a16:rowId xmlns:a16="http://schemas.microsoft.com/office/drawing/2014/main" xmlns="" val="10002"/>
                  </a:ext>
                </a:extLst>
              </a:tr>
              <a:tr h="882014">
                <a:tc>
                  <a:txBody>
                    <a:bodyPr/>
                    <a:lstStyle/>
                    <a:p>
                      <a:pPr marL="73025">
                        <a:lnSpc>
                          <a:spcPts val="1889"/>
                        </a:lnSpc>
                      </a:pPr>
                      <a:r>
                        <a:rPr sz="1600" spc="-5" dirty="0">
                          <a:latin typeface="Arial MT"/>
                          <a:cs typeface="Arial MT"/>
                        </a:rPr>
                        <a:t>People</a:t>
                      </a:r>
                      <a:r>
                        <a:rPr sz="1600" spc="-25" dirty="0">
                          <a:latin typeface="Arial MT"/>
                          <a:cs typeface="Arial MT"/>
                        </a:rPr>
                        <a:t> </a:t>
                      </a:r>
                      <a:r>
                        <a:rPr sz="1600" spc="-5" dirty="0">
                          <a:latin typeface="Arial MT"/>
                          <a:cs typeface="Arial MT"/>
                        </a:rPr>
                        <a:t>not</a:t>
                      </a:r>
                      <a:r>
                        <a:rPr sz="1600" spc="-10" dirty="0">
                          <a:latin typeface="Arial MT"/>
                          <a:cs typeface="Arial MT"/>
                        </a:rPr>
                        <a:t> </a:t>
                      </a:r>
                      <a:r>
                        <a:rPr sz="1600" spc="-5" dirty="0">
                          <a:latin typeface="Arial MT"/>
                          <a:cs typeface="Arial MT"/>
                        </a:rPr>
                        <a:t>process</a:t>
                      </a:r>
                      <a:endParaRPr sz="1600" dirty="0">
                        <a:latin typeface="Arial MT"/>
                        <a:cs typeface="Arial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gridSpan="2">
                  <a:txBody>
                    <a:bodyPr/>
                    <a:lstStyle/>
                    <a:p>
                      <a:pPr marL="73025" marR="63500" algn="just">
                        <a:lnSpc>
                          <a:spcPts val="1920"/>
                        </a:lnSpc>
                        <a:spcBef>
                          <a:spcPts val="30"/>
                        </a:spcBef>
                      </a:pPr>
                      <a:r>
                        <a:rPr sz="1600" spc="-5" dirty="0">
                          <a:latin typeface="Arial MT"/>
                          <a:cs typeface="Arial MT"/>
                        </a:rPr>
                        <a:t>The skills of the development </a:t>
                      </a:r>
                      <a:r>
                        <a:rPr sz="1600" dirty="0">
                          <a:latin typeface="Arial MT"/>
                          <a:cs typeface="Arial MT"/>
                        </a:rPr>
                        <a:t>team </a:t>
                      </a:r>
                      <a:r>
                        <a:rPr sz="1600" spc="-5" dirty="0">
                          <a:latin typeface="Arial MT"/>
                          <a:cs typeface="Arial MT"/>
                        </a:rPr>
                        <a:t>should be recognized and </a:t>
                      </a:r>
                      <a:r>
                        <a:rPr sz="1600" dirty="0">
                          <a:latin typeface="Arial MT"/>
                          <a:cs typeface="Arial MT"/>
                        </a:rPr>
                        <a:t> </a:t>
                      </a:r>
                      <a:r>
                        <a:rPr sz="1600" spc="-5" dirty="0">
                          <a:latin typeface="Arial MT"/>
                          <a:cs typeface="Arial MT"/>
                        </a:rPr>
                        <a:t>exploited. </a:t>
                      </a:r>
                      <a:r>
                        <a:rPr sz="1600" spc="-50" dirty="0">
                          <a:latin typeface="Arial MT"/>
                          <a:cs typeface="Arial MT"/>
                        </a:rPr>
                        <a:t>Team</a:t>
                      </a:r>
                      <a:r>
                        <a:rPr sz="1600" spc="-45" dirty="0">
                          <a:latin typeface="Arial MT"/>
                          <a:cs typeface="Arial MT"/>
                        </a:rPr>
                        <a:t> </a:t>
                      </a:r>
                      <a:r>
                        <a:rPr sz="1600" spc="-5" dirty="0">
                          <a:latin typeface="Arial MT"/>
                          <a:cs typeface="Arial MT"/>
                        </a:rPr>
                        <a:t>members should be left to develop their own </a:t>
                      </a:r>
                      <a:r>
                        <a:rPr sz="1600" dirty="0">
                          <a:latin typeface="Arial MT"/>
                          <a:cs typeface="Arial MT"/>
                        </a:rPr>
                        <a:t> </a:t>
                      </a:r>
                      <a:r>
                        <a:rPr sz="1600" spc="-10" dirty="0">
                          <a:latin typeface="Arial MT"/>
                          <a:cs typeface="Arial MT"/>
                        </a:rPr>
                        <a:t>ways</a:t>
                      </a:r>
                      <a:r>
                        <a:rPr sz="1600" spc="35" dirty="0">
                          <a:latin typeface="Arial MT"/>
                          <a:cs typeface="Arial MT"/>
                        </a:rPr>
                        <a:t> </a:t>
                      </a:r>
                      <a:r>
                        <a:rPr sz="1600" spc="-5" dirty="0">
                          <a:latin typeface="Arial MT"/>
                          <a:cs typeface="Arial MT"/>
                        </a:rPr>
                        <a:t>of</a:t>
                      </a:r>
                      <a:r>
                        <a:rPr sz="1600" spc="10" dirty="0">
                          <a:latin typeface="Arial MT"/>
                          <a:cs typeface="Arial MT"/>
                        </a:rPr>
                        <a:t> </a:t>
                      </a:r>
                      <a:r>
                        <a:rPr sz="1600" spc="-5" dirty="0">
                          <a:latin typeface="Arial MT"/>
                          <a:cs typeface="Arial MT"/>
                        </a:rPr>
                        <a:t>working</a:t>
                      </a:r>
                      <a:r>
                        <a:rPr sz="1600" dirty="0">
                          <a:latin typeface="Arial MT"/>
                          <a:cs typeface="Arial MT"/>
                        </a:rPr>
                        <a:t> </a:t>
                      </a:r>
                      <a:r>
                        <a:rPr sz="1600" spc="-5" dirty="0">
                          <a:latin typeface="Arial MT"/>
                          <a:cs typeface="Arial MT"/>
                        </a:rPr>
                        <a:t>without</a:t>
                      </a:r>
                      <a:r>
                        <a:rPr sz="1600" spc="20" dirty="0">
                          <a:latin typeface="Arial MT"/>
                          <a:cs typeface="Arial MT"/>
                        </a:rPr>
                        <a:t> </a:t>
                      </a:r>
                      <a:r>
                        <a:rPr sz="1600" spc="-5" dirty="0">
                          <a:latin typeface="Arial MT"/>
                          <a:cs typeface="Arial MT"/>
                        </a:rPr>
                        <a:t>prescriptive</a:t>
                      </a:r>
                      <a:r>
                        <a:rPr sz="1600" dirty="0">
                          <a:latin typeface="Arial MT"/>
                          <a:cs typeface="Arial MT"/>
                        </a:rPr>
                        <a:t> </a:t>
                      </a:r>
                      <a:r>
                        <a:rPr sz="1600" spc="-5" dirty="0">
                          <a:latin typeface="Arial MT"/>
                          <a:cs typeface="Arial MT"/>
                        </a:rPr>
                        <a:t>processes.</a:t>
                      </a:r>
                      <a:endParaRPr sz="1600" dirty="0">
                        <a:latin typeface="Arial MT"/>
                        <a:cs typeface="Arial MT"/>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hMerge="1">
                  <a:txBody>
                    <a:bodyPr/>
                    <a:lstStyle/>
                    <a:p>
                      <a:endParaRPr/>
                    </a:p>
                  </a:txBody>
                  <a:tcPr marL="0" marR="0" marT="0" marB="0"/>
                </a:tc>
                <a:extLst>
                  <a:ext uri="{0D108BD9-81ED-4DB2-BD59-A6C34878D82A}">
                    <a16:rowId xmlns:a16="http://schemas.microsoft.com/office/drawing/2014/main" xmlns="" val="10003"/>
                  </a:ext>
                </a:extLst>
              </a:tr>
              <a:tr h="680339">
                <a:tc>
                  <a:txBody>
                    <a:bodyPr/>
                    <a:lstStyle/>
                    <a:p>
                      <a:pPr marL="73025">
                        <a:lnSpc>
                          <a:spcPts val="1889"/>
                        </a:lnSpc>
                      </a:pPr>
                      <a:r>
                        <a:rPr sz="1600" spc="-5" dirty="0">
                          <a:latin typeface="Arial MT"/>
                          <a:cs typeface="Arial MT"/>
                        </a:rPr>
                        <a:t>Embrace</a:t>
                      </a:r>
                      <a:r>
                        <a:rPr sz="1600" spc="-20" dirty="0">
                          <a:latin typeface="Arial MT"/>
                          <a:cs typeface="Arial MT"/>
                        </a:rPr>
                        <a:t> </a:t>
                      </a:r>
                      <a:r>
                        <a:rPr sz="1600" spc="-5" dirty="0">
                          <a:latin typeface="Arial MT"/>
                          <a:cs typeface="Arial MT"/>
                        </a:rPr>
                        <a:t>change</a:t>
                      </a:r>
                      <a:endParaRPr sz="1600">
                        <a:latin typeface="Arial MT"/>
                        <a:cs typeface="Arial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gridSpan="2">
                  <a:txBody>
                    <a:bodyPr/>
                    <a:lstStyle/>
                    <a:p>
                      <a:pPr marL="73025" marR="63500">
                        <a:lnSpc>
                          <a:spcPts val="1920"/>
                        </a:lnSpc>
                        <a:spcBef>
                          <a:spcPts val="30"/>
                        </a:spcBef>
                      </a:pPr>
                      <a:r>
                        <a:rPr sz="1600" spc="-5" dirty="0">
                          <a:latin typeface="Arial MT"/>
                          <a:cs typeface="Arial MT"/>
                        </a:rPr>
                        <a:t>Expect</a:t>
                      </a:r>
                      <a:r>
                        <a:rPr sz="1600" spc="275" dirty="0">
                          <a:latin typeface="Arial MT"/>
                          <a:cs typeface="Arial MT"/>
                        </a:rPr>
                        <a:t> </a:t>
                      </a:r>
                      <a:r>
                        <a:rPr sz="1600" spc="-5" dirty="0">
                          <a:latin typeface="Arial MT"/>
                          <a:cs typeface="Arial MT"/>
                        </a:rPr>
                        <a:t>the</a:t>
                      </a:r>
                      <a:r>
                        <a:rPr sz="1600" spc="275" dirty="0">
                          <a:latin typeface="Arial MT"/>
                          <a:cs typeface="Arial MT"/>
                        </a:rPr>
                        <a:t> </a:t>
                      </a:r>
                      <a:r>
                        <a:rPr sz="1600" spc="-5" dirty="0">
                          <a:latin typeface="Arial MT"/>
                          <a:cs typeface="Arial MT"/>
                        </a:rPr>
                        <a:t>system</a:t>
                      </a:r>
                      <a:r>
                        <a:rPr sz="1600" spc="280" dirty="0">
                          <a:latin typeface="Arial MT"/>
                          <a:cs typeface="Arial MT"/>
                        </a:rPr>
                        <a:t> </a:t>
                      </a:r>
                      <a:r>
                        <a:rPr sz="1600" dirty="0">
                          <a:latin typeface="Arial MT"/>
                          <a:cs typeface="Arial MT"/>
                        </a:rPr>
                        <a:t>requirements</a:t>
                      </a:r>
                      <a:r>
                        <a:rPr sz="1600" spc="285" dirty="0">
                          <a:latin typeface="Arial MT"/>
                          <a:cs typeface="Arial MT"/>
                        </a:rPr>
                        <a:t> </a:t>
                      </a:r>
                      <a:r>
                        <a:rPr sz="1600" spc="-5" dirty="0">
                          <a:latin typeface="Arial MT"/>
                          <a:cs typeface="Arial MT"/>
                        </a:rPr>
                        <a:t>to</a:t>
                      </a:r>
                      <a:r>
                        <a:rPr sz="1600" spc="275" dirty="0">
                          <a:latin typeface="Arial MT"/>
                          <a:cs typeface="Arial MT"/>
                        </a:rPr>
                        <a:t> </a:t>
                      </a:r>
                      <a:r>
                        <a:rPr sz="1600" spc="-5" dirty="0">
                          <a:latin typeface="Arial MT"/>
                          <a:cs typeface="Arial MT"/>
                        </a:rPr>
                        <a:t>change</a:t>
                      </a:r>
                      <a:r>
                        <a:rPr sz="1600" spc="280" dirty="0">
                          <a:latin typeface="Arial MT"/>
                          <a:cs typeface="Arial MT"/>
                        </a:rPr>
                        <a:t> </a:t>
                      </a:r>
                      <a:r>
                        <a:rPr sz="1600" spc="-5" dirty="0">
                          <a:latin typeface="Arial MT"/>
                          <a:cs typeface="Arial MT"/>
                        </a:rPr>
                        <a:t>and</a:t>
                      </a:r>
                      <a:r>
                        <a:rPr sz="1600" spc="275" dirty="0">
                          <a:latin typeface="Arial MT"/>
                          <a:cs typeface="Arial MT"/>
                        </a:rPr>
                        <a:t> </a:t>
                      </a:r>
                      <a:r>
                        <a:rPr sz="1600" dirty="0">
                          <a:latin typeface="Arial MT"/>
                          <a:cs typeface="Arial MT"/>
                        </a:rPr>
                        <a:t>so</a:t>
                      </a:r>
                      <a:r>
                        <a:rPr sz="1600" spc="275" dirty="0">
                          <a:latin typeface="Arial MT"/>
                          <a:cs typeface="Arial MT"/>
                        </a:rPr>
                        <a:t> </a:t>
                      </a:r>
                      <a:r>
                        <a:rPr sz="1600" spc="-5" dirty="0">
                          <a:latin typeface="Arial MT"/>
                          <a:cs typeface="Arial MT"/>
                        </a:rPr>
                        <a:t>design</a:t>
                      </a:r>
                      <a:r>
                        <a:rPr sz="1600" spc="280" dirty="0">
                          <a:latin typeface="Arial MT"/>
                          <a:cs typeface="Arial MT"/>
                        </a:rPr>
                        <a:t> </a:t>
                      </a:r>
                      <a:r>
                        <a:rPr sz="1600" spc="-5" dirty="0">
                          <a:latin typeface="Arial MT"/>
                          <a:cs typeface="Arial MT"/>
                        </a:rPr>
                        <a:t>the </a:t>
                      </a:r>
                      <a:r>
                        <a:rPr sz="1600" spc="-430" dirty="0">
                          <a:latin typeface="Arial MT"/>
                          <a:cs typeface="Arial MT"/>
                        </a:rPr>
                        <a:t> </a:t>
                      </a:r>
                      <a:r>
                        <a:rPr sz="1600" spc="-10" dirty="0">
                          <a:latin typeface="Arial MT"/>
                          <a:cs typeface="Arial MT"/>
                        </a:rPr>
                        <a:t>system</a:t>
                      </a:r>
                      <a:r>
                        <a:rPr sz="1600" spc="25" dirty="0">
                          <a:latin typeface="Arial MT"/>
                          <a:cs typeface="Arial MT"/>
                        </a:rPr>
                        <a:t> </a:t>
                      </a:r>
                      <a:r>
                        <a:rPr sz="1600" spc="-5" dirty="0">
                          <a:latin typeface="Arial MT"/>
                          <a:cs typeface="Arial MT"/>
                        </a:rPr>
                        <a:t>to</a:t>
                      </a:r>
                      <a:r>
                        <a:rPr sz="1600" spc="10" dirty="0">
                          <a:latin typeface="Arial MT"/>
                          <a:cs typeface="Arial MT"/>
                        </a:rPr>
                        <a:t> </a:t>
                      </a:r>
                      <a:r>
                        <a:rPr sz="1600" spc="-5" dirty="0">
                          <a:latin typeface="Arial MT"/>
                          <a:cs typeface="Arial MT"/>
                        </a:rPr>
                        <a:t>accommodate</a:t>
                      </a:r>
                      <a:r>
                        <a:rPr sz="1600" spc="15" dirty="0">
                          <a:latin typeface="Arial MT"/>
                          <a:cs typeface="Arial MT"/>
                        </a:rPr>
                        <a:t> </a:t>
                      </a:r>
                      <a:r>
                        <a:rPr sz="1600" spc="-5" dirty="0">
                          <a:latin typeface="Arial MT"/>
                          <a:cs typeface="Arial MT"/>
                        </a:rPr>
                        <a:t>these</a:t>
                      </a:r>
                      <a:r>
                        <a:rPr sz="1600" spc="10" dirty="0">
                          <a:latin typeface="Arial MT"/>
                          <a:cs typeface="Arial MT"/>
                        </a:rPr>
                        <a:t> </a:t>
                      </a:r>
                      <a:r>
                        <a:rPr sz="1600" spc="-5" dirty="0">
                          <a:latin typeface="Arial MT"/>
                          <a:cs typeface="Arial MT"/>
                        </a:rPr>
                        <a:t>changes.</a:t>
                      </a:r>
                      <a:endParaRPr sz="1600">
                        <a:latin typeface="Arial MT"/>
                        <a:cs typeface="Arial MT"/>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hMerge="1">
                  <a:txBody>
                    <a:bodyPr/>
                    <a:lstStyle/>
                    <a:p>
                      <a:endParaRPr/>
                    </a:p>
                  </a:txBody>
                  <a:tcPr marL="0" marR="0" marT="0" marB="0"/>
                </a:tc>
                <a:extLst>
                  <a:ext uri="{0D108BD9-81ED-4DB2-BD59-A6C34878D82A}">
                    <a16:rowId xmlns:a16="http://schemas.microsoft.com/office/drawing/2014/main" xmlns="" val="10004"/>
                  </a:ext>
                </a:extLst>
              </a:tr>
              <a:tr h="881938">
                <a:tc>
                  <a:txBody>
                    <a:bodyPr/>
                    <a:lstStyle/>
                    <a:p>
                      <a:pPr marL="73025">
                        <a:lnSpc>
                          <a:spcPts val="1889"/>
                        </a:lnSpc>
                      </a:pPr>
                      <a:r>
                        <a:rPr sz="1600" spc="-5" dirty="0">
                          <a:latin typeface="Arial MT"/>
                          <a:cs typeface="Arial MT"/>
                        </a:rPr>
                        <a:t>Maintain</a:t>
                      </a:r>
                      <a:r>
                        <a:rPr sz="1600" spc="-20" dirty="0">
                          <a:latin typeface="Arial MT"/>
                          <a:cs typeface="Arial MT"/>
                        </a:rPr>
                        <a:t> </a:t>
                      </a:r>
                      <a:r>
                        <a:rPr sz="1600" spc="-5" dirty="0">
                          <a:latin typeface="Arial MT"/>
                          <a:cs typeface="Arial MT"/>
                        </a:rPr>
                        <a:t>simplicity</a:t>
                      </a:r>
                      <a:endParaRPr sz="1600">
                        <a:latin typeface="Arial MT"/>
                        <a:cs typeface="Arial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73025" marR="66040" algn="just">
                        <a:lnSpc>
                          <a:spcPts val="1920"/>
                        </a:lnSpc>
                        <a:spcBef>
                          <a:spcPts val="35"/>
                        </a:spcBef>
                      </a:pPr>
                      <a:r>
                        <a:rPr sz="1600" spc="-5" dirty="0">
                          <a:latin typeface="Arial MT"/>
                          <a:cs typeface="Arial MT"/>
                        </a:rPr>
                        <a:t>Focus</a:t>
                      </a:r>
                      <a:r>
                        <a:rPr sz="1600" dirty="0">
                          <a:latin typeface="Arial MT"/>
                          <a:cs typeface="Arial MT"/>
                        </a:rPr>
                        <a:t> </a:t>
                      </a:r>
                      <a:r>
                        <a:rPr sz="1600" spc="-5" dirty="0">
                          <a:latin typeface="Arial MT"/>
                          <a:cs typeface="Arial MT"/>
                        </a:rPr>
                        <a:t>on simplicity </a:t>
                      </a:r>
                      <a:r>
                        <a:rPr sz="1600" dirty="0">
                          <a:latin typeface="Arial MT"/>
                          <a:cs typeface="Arial MT"/>
                        </a:rPr>
                        <a:t>in both </a:t>
                      </a:r>
                      <a:r>
                        <a:rPr sz="1600" spc="-5" dirty="0">
                          <a:latin typeface="Arial MT"/>
                          <a:cs typeface="Arial MT"/>
                        </a:rPr>
                        <a:t>the</a:t>
                      </a:r>
                      <a:r>
                        <a:rPr sz="1600" spc="430" dirty="0">
                          <a:latin typeface="Arial MT"/>
                          <a:cs typeface="Arial MT"/>
                        </a:rPr>
                        <a:t> </a:t>
                      </a:r>
                      <a:r>
                        <a:rPr sz="1600" spc="-5" dirty="0">
                          <a:latin typeface="Arial MT"/>
                          <a:cs typeface="Arial MT"/>
                        </a:rPr>
                        <a:t>software being developed</a:t>
                      </a:r>
                      <a:r>
                        <a:rPr sz="1600" spc="434" dirty="0">
                          <a:latin typeface="Arial MT"/>
                          <a:cs typeface="Arial MT"/>
                        </a:rPr>
                        <a:t> </a:t>
                      </a:r>
                      <a:r>
                        <a:rPr sz="1600" spc="-5" dirty="0">
                          <a:latin typeface="Arial MT"/>
                          <a:cs typeface="Arial MT"/>
                        </a:rPr>
                        <a:t>and </a:t>
                      </a:r>
                      <a:r>
                        <a:rPr sz="1600" dirty="0">
                          <a:latin typeface="Arial MT"/>
                          <a:cs typeface="Arial MT"/>
                        </a:rPr>
                        <a:t> in</a:t>
                      </a:r>
                      <a:r>
                        <a:rPr sz="1600" spc="155" dirty="0">
                          <a:latin typeface="Arial MT"/>
                          <a:cs typeface="Arial MT"/>
                        </a:rPr>
                        <a:t> </a:t>
                      </a:r>
                      <a:r>
                        <a:rPr sz="1600" spc="-5" dirty="0">
                          <a:latin typeface="Arial MT"/>
                          <a:cs typeface="Arial MT"/>
                        </a:rPr>
                        <a:t>the</a:t>
                      </a:r>
                      <a:r>
                        <a:rPr sz="1600" spc="155" dirty="0">
                          <a:latin typeface="Arial MT"/>
                          <a:cs typeface="Arial MT"/>
                        </a:rPr>
                        <a:t> </a:t>
                      </a:r>
                      <a:r>
                        <a:rPr sz="1600" spc="-5" dirty="0">
                          <a:latin typeface="Arial MT"/>
                          <a:cs typeface="Arial MT"/>
                        </a:rPr>
                        <a:t>development</a:t>
                      </a:r>
                      <a:r>
                        <a:rPr sz="1600" spc="165" dirty="0">
                          <a:latin typeface="Arial MT"/>
                          <a:cs typeface="Arial MT"/>
                        </a:rPr>
                        <a:t> </a:t>
                      </a:r>
                      <a:r>
                        <a:rPr sz="1600" dirty="0">
                          <a:latin typeface="Arial MT"/>
                          <a:cs typeface="Arial MT"/>
                        </a:rPr>
                        <a:t>process.</a:t>
                      </a:r>
                      <a:r>
                        <a:rPr sz="1600" spc="155" dirty="0">
                          <a:latin typeface="Arial MT"/>
                          <a:cs typeface="Arial MT"/>
                        </a:rPr>
                        <a:t> </a:t>
                      </a:r>
                      <a:r>
                        <a:rPr sz="1600" spc="-5" dirty="0">
                          <a:latin typeface="Arial MT"/>
                          <a:cs typeface="Arial MT"/>
                        </a:rPr>
                        <a:t>Wherever</a:t>
                      </a:r>
                      <a:r>
                        <a:rPr sz="1600" spc="175" dirty="0">
                          <a:latin typeface="Arial MT"/>
                          <a:cs typeface="Arial MT"/>
                        </a:rPr>
                        <a:t> </a:t>
                      </a:r>
                      <a:r>
                        <a:rPr sz="1600" spc="-5" dirty="0">
                          <a:latin typeface="Arial MT"/>
                          <a:cs typeface="Arial MT"/>
                        </a:rPr>
                        <a:t>possible,</a:t>
                      </a:r>
                      <a:r>
                        <a:rPr sz="1600" spc="170" dirty="0">
                          <a:latin typeface="Arial MT"/>
                          <a:cs typeface="Arial MT"/>
                        </a:rPr>
                        <a:t> </a:t>
                      </a:r>
                      <a:r>
                        <a:rPr sz="1600" spc="-5" dirty="0">
                          <a:latin typeface="Arial MT"/>
                          <a:cs typeface="Arial MT"/>
                        </a:rPr>
                        <a:t>actively</a:t>
                      </a:r>
                      <a:r>
                        <a:rPr sz="1600" spc="160" dirty="0">
                          <a:latin typeface="Arial MT"/>
                          <a:cs typeface="Arial MT"/>
                        </a:rPr>
                        <a:t> </a:t>
                      </a:r>
                      <a:r>
                        <a:rPr sz="1600" spc="-5" dirty="0">
                          <a:latin typeface="Arial MT"/>
                          <a:cs typeface="Arial MT"/>
                        </a:rPr>
                        <a:t>work </a:t>
                      </a:r>
                      <a:r>
                        <a:rPr sz="1600" spc="-434" dirty="0">
                          <a:latin typeface="Arial MT"/>
                          <a:cs typeface="Arial MT"/>
                        </a:rPr>
                        <a:t> </a:t>
                      </a:r>
                      <a:r>
                        <a:rPr sz="1600" spc="-5" dirty="0">
                          <a:latin typeface="Arial MT"/>
                          <a:cs typeface="Arial MT"/>
                        </a:rPr>
                        <a:t>to</a:t>
                      </a:r>
                      <a:r>
                        <a:rPr sz="1600" spc="10" dirty="0">
                          <a:latin typeface="Arial MT"/>
                          <a:cs typeface="Arial MT"/>
                        </a:rPr>
                        <a:t> </a:t>
                      </a:r>
                      <a:r>
                        <a:rPr sz="1600" spc="-5" dirty="0">
                          <a:latin typeface="Arial MT"/>
                          <a:cs typeface="Arial MT"/>
                        </a:rPr>
                        <a:t>eliminate</a:t>
                      </a:r>
                      <a:r>
                        <a:rPr sz="1600" spc="-15" dirty="0">
                          <a:latin typeface="Arial MT"/>
                          <a:cs typeface="Arial MT"/>
                        </a:rPr>
                        <a:t> </a:t>
                      </a:r>
                      <a:r>
                        <a:rPr sz="1600" spc="-5" dirty="0">
                          <a:latin typeface="Arial MT"/>
                          <a:cs typeface="Arial MT"/>
                        </a:rPr>
                        <a:t>complexity from</a:t>
                      </a:r>
                      <a:r>
                        <a:rPr sz="1600" spc="35" dirty="0">
                          <a:latin typeface="Arial MT"/>
                          <a:cs typeface="Arial MT"/>
                        </a:rPr>
                        <a:t> </a:t>
                      </a:r>
                      <a:r>
                        <a:rPr sz="1600" spc="-5" dirty="0">
                          <a:latin typeface="Arial MT"/>
                          <a:cs typeface="Arial MT"/>
                        </a:rPr>
                        <a:t>the</a:t>
                      </a:r>
                      <a:r>
                        <a:rPr sz="1600" spc="10" dirty="0">
                          <a:latin typeface="Arial MT"/>
                          <a:cs typeface="Arial MT"/>
                        </a:rPr>
                        <a:t> </a:t>
                      </a:r>
                      <a:r>
                        <a:rPr sz="1600" spc="-5" dirty="0">
                          <a:latin typeface="Arial MT"/>
                          <a:cs typeface="Arial MT"/>
                        </a:rPr>
                        <a:t>system.</a:t>
                      </a:r>
                      <a:endParaRPr sz="1600">
                        <a:latin typeface="Arial MT"/>
                        <a:cs typeface="Arial MT"/>
                      </a:endParaRPr>
                    </a:p>
                  </a:txBody>
                  <a:tcPr marL="0" marR="0" marT="44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nSpc>
                          <a:spcPct val="100000"/>
                        </a:lnSpc>
                      </a:pPr>
                      <a:endParaRPr sz="16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xmlns="" val="10005"/>
                  </a:ext>
                </a:extLst>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3801110" cy="391160"/>
          </a:xfrm>
          <a:prstGeom prst="rect">
            <a:avLst/>
          </a:prstGeom>
        </p:spPr>
        <p:txBody>
          <a:bodyPr vert="horz" wrap="square" lIns="0" tIns="12700" rIns="0" bIns="0" rtlCol="0">
            <a:spAutoFit/>
          </a:bodyPr>
          <a:lstStyle/>
          <a:p>
            <a:pPr marL="12700">
              <a:lnSpc>
                <a:spcPct val="100000"/>
              </a:lnSpc>
              <a:spcBef>
                <a:spcPts val="100"/>
              </a:spcBef>
            </a:pPr>
            <a:r>
              <a:rPr spc="-5" dirty="0"/>
              <a:t>Agile</a:t>
            </a:r>
            <a:r>
              <a:rPr spc="-20" dirty="0"/>
              <a:t> </a:t>
            </a:r>
            <a:r>
              <a:rPr dirty="0"/>
              <a:t>method</a:t>
            </a:r>
            <a:r>
              <a:rPr spc="-20" dirty="0"/>
              <a:t> </a:t>
            </a:r>
            <a:r>
              <a:rPr spc="-5" dirty="0"/>
              <a:t>applicability</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12</a:t>
            </a:fld>
            <a:endParaRPr dirty="0"/>
          </a:p>
        </p:txBody>
      </p:sp>
      <p:sp>
        <p:nvSpPr>
          <p:cNvPr id="3" name="object 3"/>
          <p:cNvSpPr txBox="1"/>
          <p:nvPr/>
        </p:nvSpPr>
        <p:spPr>
          <a:xfrm>
            <a:off x="535940" y="1626234"/>
            <a:ext cx="7990840" cy="3424554"/>
          </a:xfrm>
          <a:prstGeom prst="rect">
            <a:avLst/>
          </a:prstGeom>
        </p:spPr>
        <p:txBody>
          <a:bodyPr vert="horz" wrap="square" lIns="0" tIns="12700" rIns="0" bIns="0" rtlCol="0">
            <a:spAutoFit/>
          </a:bodyPr>
          <a:lstStyle/>
          <a:p>
            <a:pPr marL="355600" marR="490855" indent="-342900">
              <a:lnSpc>
                <a:spcPct val="100000"/>
              </a:lnSpc>
              <a:spcBef>
                <a:spcPts val="100"/>
              </a:spcBef>
              <a:buFont typeface="Wingdings"/>
              <a:buChar char=""/>
              <a:tabLst>
                <a:tab pos="355600" algn="l"/>
              </a:tabLst>
            </a:pPr>
            <a:r>
              <a:rPr sz="2400" dirty="0">
                <a:solidFill>
                  <a:srgbClr val="46424D"/>
                </a:solidFill>
                <a:latin typeface="Arial MT"/>
                <a:cs typeface="Arial MT"/>
              </a:rPr>
              <a:t>Product</a:t>
            </a:r>
            <a:r>
              <a:rPr sz="2400" spc="-5" dirty="0">
                <a:solidFill>
                  <a:srgbClr val="46424D"/>
                </a:solidFill>
                <a:latin typeface="Arial MT"/>
                <a:cs typeface="Arial MT"/>
              </a:rPr>
              <a:t> </a:t>
            </a:r>
            <a:r>
              <a:rPr sz="2400" dirty="0">
                <a:solidFill>
                  <a:srgbClr val="46424D"/>
                </a:solidFill>
                <a:latin typeface="Arial MT"/>
                <a:cs typeface="Arial MT"/>
              </a:rPr>
              <a:t>development</a:t>
            </a:r>
            <a:r>
              <a:rPr sz="2400" spc="25" dirty="0">
                <a:solidFill>
                  <a:srgbClr val="46424D"/>
                </a:solidFill>
                <a:latin typeface="Arial MT"/>
                <a:cs typeface="Arial MT"/>
              </a:rPr>
              <a:t> </a:t>
            </a:r>
            <a:r>
              <a:rPr sz="2400" spc="-5" dirty="0">
                <a:solidFill>
                  <a:srgbClr val="46424D"/>
                </a:solidFill>
                <a:latin typeface="Arial MT"/>
                <a:cs typeface="Arial MT"/>
              </a:rPr>
              <a:t>where</a:t>
            </a:r>
            <a:r>
              <a:rPr sz="2400" spc="10" dirty="0">
                <a:solidFill>
                  <a:srgbClr val="46424D"/>
                </a:solidFill>
                <a:latin typeface="Arial MT"/>
                <a:cs typeface="Arial MT"/>
              </a:rPr>
              <a:t> </a:t>
            </a:r>
            <a:r>
              <a:rPr sz="2400" spc="-5" dirty="0">
                <a:solidFill>
                  <a:srgbClr val="46424D"/>
                </a:solidFill>
                <a:latin typeface="Arial MT"/>
                <a:cs typeface="Arial MT"/>
              </a:rPr>
              <a:t>a </a:t>
            </a:r>
            <a:r>
              <a:rPr sz="2400" dirty="0">
                <a:solidFill>
                  <a:srgbClr val="46424D"/>
                </a:solidFill>
                <a:latin typeface="Arial MT"/>
                <a:cs typeface="Arial MT"/>
              </a:rPr>
              <a:t>software</a:t>
            </a:r>
            <a:r>
              <a:rPr sz="2400" spc="-15" dirty="0">
                <a:solidFill>
                  <a:srgbClr val="46424D"/>
                </a:solidFill>
                <a:latin typeface="Arial MT"/>
                <a:cs typeface="Arial MT"/>
              </a:rPr>
              <a:t> </a:t>
            </a:r>
            <a:r>
              <a:rPr sz="2400" dirty="0">
                <a:solidFill>
                  <a:srgbClr val="46424D"/>
                </a:solidFill>
                <a:latin typeface="Arial MT"/>
                <a:cs typeface="Arial MT"/>
              </a:rPr>
              <a:t>company</a:t>
            </a:r>
            <a:r>
              <a:rPr sz="2400" spc="5" dirty="0">
                <a:solidFill>
                  <a:srgbClr val="46424D"/>
                </a:solidFill>
                <a:latin typeface="Arial MT"/>
                <a:cs typeface="Arial MT"/>
              </a:rPr>
              <a:t> </a:t>
            </a:r>
            <a:r>
              <a:rPr sz="2400" spc="-5" dirty="0">
                <a:solidFill>
                  <a:srgbClr val="46424D"/>
                </a:solidFill>
                <a:latin typeface="Arial MT"/>
                <a:cs typeface="Arial MT"/>
              </a:rPr>
              <a:t>is </a:t>
            </a:r>
            <a:r>
              <a:rPr sz="2400" dirty="0">
                <a:solidFill>
                  <a:srgbClr val="46424D"/>
                </a:solidFill>
                <a:latin typeface="Arial MT"/>
                <a:cs typeface="Arial MT"/>
              </a:rPr>
              <a:t> </a:t>
            </a:r>
            <a:r>
              <a:rPr sz="2400" spc="-5" dirty="0">
                <a:solidFill>
                  <a:srgbClr val="46424D"/>
                </a:solidFill>
                <a:latin typeface="Arial MT"/>
                <a:cs typeface="Arial MT"/>
              </a:rPr>
              <a:t>developing</a:t>
            </a:r>
            <a:r>
              <a:rPr sz="2400" spc="55" dirty="0">
                <a:solidFill>
                  <a:srgbClr val="46424D"/>
                </a:solidFill>
                <a:latin typeface="Arial MT"/>
                <a:cs typeface="Arial MT"/>
              </a:rPr>
              <a:t> </a:t>
            </a:r>
            <a:r>
              <a:rPr sz="2400" spc="-5" dirty="0">
                <a:solidFill>
                  <a:srgbClr val="46424D"/>
                </a:solidFill>
                <a:latin typeface="Arial MT"/>
                <a:cs typeface="Arial MT"/>
              </a:rPr>
              <a:t>a</a:t>
            </a:r>
            <a:r>
              <a:rPr sz="2400" spc="5" dirty="0">
                <a:solidFill>
                  <a:srgbClr val="46424D"/>
                </a:solidFill>
                <a:latin typeface="Arial MT"/>
                <a:cs typeface="Arial MT"/>
              </a:rPr>
              <a:t> </a:t>
            </a:r>
            <a:r>
              <a:rPr sz="2400" dirty="0">
                <a:solidFill>
                  <a:srgbClr val="46424D"/>
                </a:solidFill>
                <a:latin typeface="Arial MT"/>
                <a:cs typeface="Arial MT"/>
              </a:rPr>
              <a:t>small</a:t>
            </a:r>
            <a:r>
              <a:rPr sz="2400" spc="10" dirty="0">
                <a:solidFill>
                  <a:srgbClr val="46424D"/>
                </a:solidFill>
                <a:latin typeface="Arial MT"/>
                <a:cs typeface="Arial MT"/>
              </a:rPr>
              <a:t> </a:t>
            </a:r>
            <a:r>
              <a:rPr sz="2400" spc="-5" dirty="0">
                <a:solidFill>
                  <a:srgbClr val="46424D"/>
                </a:solidFill>
                <a:latin typeface="Arial MT"/>
                <a:cs typeface="Arial MT"/>
              </a:rPr>
              <a:t>or</a:t>
            </a:r>
            <a:r>
              <a:rPr sz="2400" spc="10" dirty="0">
                <a:solidFill>
                  <a:srgbClr val="46424D"/>
                </a:solidFill>
                <a:latin typeface="Arial MT"/>
                <a:cs typeface="Arial MT"/>
              </a:rPr>
              <a:t> </a:t>
            </a:r>
            <a:r>
              <a:rPr sz="2400" spc="-5" dirty="0">
                <a:solidFill>
                  <a:srgbClr val="46424D"/>
                </a:solidFill>
                <a:latin typeface="Arial MT"/>
                <a:cs typeface="Arial MT"/>
              </a:rPr>
              <a:t>medium-sized</a:t>
            </a:r>
            <a:r>
              <a:rPr sz="2400" spc="20" dirty="0">
                <a:solidFill>
                  <a:srgbClr val="46424D"/>
                </a:solidFill>
                <a:latin typeface="Arial MT"/>
                <a:cs typeface="Arial MT"/>
              </a:rPr>
              <a:t> </a:t>
            </a:r>
            <a:r>
              <a:rPr sz="2400" spc="-5" dirty="0">
                <a:solidFill>
                  <a:srgbClr val="46424D"/>
                </a:solidFill>
                <a:latin typeface="Arial MT"/>
                <a:cs typeface="Arial MT"/>
              </a:rPr>
              <a:t>product</a:t>
            </a:r>
            <a:r>
              <a:rPr sz="2400" spc="5" dirty="0">
                <a:solidFill>
                  <a:srgbClr val="46424D"/>
                </a:solidFill>
                <a:latin typeface="Arial MT"/>
                <a:cs typeface="Arial MT"/>
              </a:rPr>
              <a:t> </a:t>
            </a:r>
            <a:r>
              <a:rPr sz="2400" dirty="0">
                <a:solidFill>
                  <a:srgbClr val="46424D"/>
                </a:solidFill>
                <a:latin typeface="Arial MT"/>
                <a:cs typeface="Arial MT"/>
              </a:rPr>
              <a:t>for</a:t>
            </a:r>
            <a:r>
              <a:rPr sz="2400" spc="-10" dirty="0">
                <a:solidFill>
                  <a:srgbClr val="46424D"/>
                </a:solidFill>
                <a:latin typeface="Arial MT"/>
                <a:cs typeface="Arial MT"/>
              </a:rPr>
              <a:t> </a:t>
            </a:r>
            <a:r>
              <a:rPr sz="2400" spc="-5" dirty="0">
                <a:solidFill>
                  <a:srgbClr val="46424D"/>
                </a:solidFill>
                <a:latin typeface="Arial MT"/>
                <a:cs typeface="Arial MT"/>
              </a:rPr>
              <a:t>sale.</a:t>
            </a:r>
            <a:endParaRPr sz="2400" dirty="0">
              <a:latin typeface="Arial MT"/>
              <a:cs typeface="Arial MT"/>
            </a:endParaRPr>
          </a:p>
          <a:p>
            <a:pPr marL="756285" lvl="1" indent="-287020">
              <a:lnSpc>
                <a:spcPct val="100000"/>
              </a:lnSpc>
              <a:spcBef>
                <a:spcPts val="905"/>
              </a:spcBef>
              <a:buFont typeface="Wingdings"/>
              <a:buChar char=""/>
              <a:tabLst>
                <a:tab pos="756285" algn="l"/>
                <a:tab pos="756920" algn="l"/>
              </a:tabLst>
            </a:pPr>
            <a:r>
              <a:rPr sz="2000" spc="-5" dirty="0">
                <a:solidFill>
                  <a:srgbClr val="46424D"/>
                </a:solidFill>
                <a:latin typeface="Arial MT"/>
                <a:cs typeface="Arial MT"/>
              </a:rPr>
              <a:t>Virtually </a:t>
            </a:r>
            <a:r>
              <a:rPr sz="2000" dirty="0">
                <a:solidFill>
                  <a:srgbClr val="46424D"/>
                </a:solidFill>
                <a:latin typeface="Arial MT"/>
                <a:cs typeface="Arial MT"/>
              </a:rPr>
              <a:t>all software</a:t>
            </a:r>
            <a:r>
              <a:rPr sz="2000" spc="-40" dirty="0">
                <a:solidFill>
                  <a:srgbClr val="46424D"/>
                </a:solidFill>
                <a:latin typeface="Arial MT"/>
                <a:cs typeface="Arial MT"/>
              </a:rPr>
              <a:t> </a:t>
            </a:r>
            <a:r>
              <a:rPr sz="2000" dirty="0">
                <a:solidFill>
                  <a:srgbClr val="46424D"/>
                </a:solidFill>
                <a:latin typeface="Arial MT"/>
                <a:cs typeface="Arial MT"/>
              </a:rPr>
              <a:t>products</a:t>
            </a:r>
            <a:r>
              <a:rPr sz="2000" spc="-45" dirty="0">
                <a:solidFill>
                  <a:srgbClr val="46424D"/>
                </a:solidFill>
                <a:latin typeface="Arial MT"/>
                <a:cs typeface="Arial MT"/>
              </a:rPr>
              <a:t> </a:t>
            </a:r>
            <a:r>
              <a:rPr sz="2000" dirty="0">
                <a:solidFill>
                  <a:srgbClr val="46424D"/>
                </a:solidFill>
                <a:latin typeface="Arial MT"/>
                <a:cs typeface="Arial MT"/>
              </a:rPr>
              <a:t>and</a:t>
            </a:r>
            <a:r>
              <a:rPr sz="2000" spc="-25" dirty="0">
                <a:solidFill>
                  <a:srgbClr val="46424D"/>
                </a:solidFill>
                <a:latin typeface="Arial MT"/>
                <a:cs typeface="Arial MT"/>
              </a:rPr>
              <a:t> </a:t>
            </a:r>
            <a:r>
              <a:rPr sz="2000" dirty="0">
                <a:solidFill>
                  <a:srgbClr val="46424D"/>
                </a:solidFill>
                <a:latin typeface="Arial MT"/>
                <a:cs typeface="Arial MT"/>
              </a:rPr>
              <a:t>apps</a:t>
            </a:r>
            <a:r>
              <a:rPr sz="2000" spc="-10" dirty="0">
                <a:solidFill>
                  <a:srgbClr val="46424D"/>
                </a:solidFill>
                <a:latin typeface="Arial MT"/>
                <a:cs typeface="Arial MT"/>
              </a:rPr>
              <a:t> </a:t>
            </a:r>
            <a:r>
              <a:rPr sz="2000" dirty="0">
                <a:solidFill>
                  <a:srgbClr val="46424D"/>
                </a:solidFill>
                <a:latin typeface="Arial MT"/>
                <a:cs typeface="Arial MT"/>
              </a:rPr>
              <a:t>are</a:t>
            </a:r>
            <a:r>
              <a:rPr sz="2000" spc="-35" dirty="0">
                <a:solidFill>
                  <a:srgbClr val="46424D"/>
                </a:solidFill>
                <a:latin typeface="Arial MT"/>
                <a:cs typeface="Arial MT"/>
              </a:rPr>
              <a:t> </a:t>
            </a:r>
            <a:r>
              <a:rPr sz="2000" dirty="0">
                <a:solidFill>
                  <a:srgbClr val="46424D"/>
                </a:solidFill>
                <a:latin typeface="Arial MT"/>
                <a:cs typeface="Arial MT"/>
              </a:rPr>
              <a:t>now</a:t>
            </a:r>
            <a:r>
              <a:rPr sz="2000" spc="-15" dirty="0">
                <a:solidFill>
                  <a:srgbClr val="46424D"/>
                </a:solidFill>
                <a:latin typeface="Arial MT"/>
                <a:cs typeface="Arial MT"/>
              </a:rPr>
              <a:t> </a:t>
            </a:r>
            <a:r>
              <a:rPr sz="2000" dirty="0">
                <a:solidFill>
                  <a:srgbClr val="46424D"/>
                </a:solidFill>
                <a:latin typeface="Arial MT"/>
                <a:cs typeface="Arial MT"/>
              </a:rPr>
              <a:t>developed</a:t>
            </a:r>
            <a:endParaRPr sz="2000" dirty="0">
              <a:latin typeface="Arial MT"/>
              <a:cs typeface="Arial MT"/>
            </a:endParaRPr>
          </a:p>
          <a:p>
            <a:pPr marL="756285">
              <a:lnSpc>
                <a:spcPct val="100000"/>
              </a:lnSpc>
            </a:pPr>
            <a:r>
              <a:rPr sz="2000" dirty="0">
                <a:solidFill>
                  <a:srgbClr val="46424D"/>
                </a:solidFill>
                <a:latin typeface="Arial MT"/>
                <a:cs typeface="Arial MT"/>
              </a:rPr>
              <a:t>using</a:t>
            </a:r>
            <a:r>
              <a:rPr sz="2000" spc="-30" dirty="0">
                <a:solidFill>
                  <a:srgbClr val="46424D"/>
                </a:solidFill>
                <a:latin typeface="Arial MT"/>
                <a:cs typeface="Arial MT"/>
              </a:rPr>
              <a:t> </a:t>
            </a:r>
            <a:r>
              <a:rPr sz="2000" dirty="0">
                <a:solidFill>
                  <a:srgbClr val="46424D"/>
                </a:solidFill>
                <a:latin typeface="Arial MT"/>
                <a:cs typeface="Arial MT"/>
              </a:rPr>
              <a:t>an</a:t>
            </a:r>
            <a:r>
              <a:rPr sz="2000" spc="-25" dirty="0">
                <a:solidFill>
                  <a:srgbClr val="46424D"/>
                </a:solidFill>
                <a:latin typeface="Arial MT"/>
                <a:cs typeface="Arial MT"/>
              </a:rPr>
              <a:t> </a:t>
            </a:r>
            <a:r>
              <a:rPr sz="2000" dirty="0">
                <a:solidFill>
                  <a:srgbClr val="46424D"/>
                </a:solidFill>
                <a:latin typeface="Arial MT"/>
                <a:cs typeface="Arial MT"/>
              </a:rPr>
              <a:t>agile</a:t>
            </a:r>
            <a:r>
              <a:rPr sz="2000" spc="-20" dirty="0">
                <a:solidFill>
                  <a:srgbClr val="46424D"/>
                </a:solidFill>
                <a:latin typeface="Arial MT"/>
                <a:cs typeface="Arial MT"/>
              </a:rPr>
              <a:t> </a:t>
            </a:r>
            <a:r>
              <a:rPr sz="2000" dirty="0">
                <a:solidFill>
                  <a:srgbClr val="46424D"/>
                </a:solidFill>
                <a:latin typeface="Arial MT"/>
                <a:cs typeface="Arial MT"/>
              </a:rPr>
              <a:t>approach</a:t>
            </a:r>
            <a:endParaRPr sz="2000" dirty="0">
              <a:latin typeface="Arial MT"/>
              <a:cs typeface="Arial MT"/>
            </a:endParaRPr>
          </a:p>
          <a:p>
            <a:pPr marL="355600" marR="5080" indent="-342900">
              <a:lnSpc>
                <a:spcPct val="100000"/>
              </a:lnSpc>
              <a:spcBef>
                <a:spcPts val="894"/>
              </a:spcBef>
              <a:buFont typeface="Wingdings"/>
              <a:buChar char=""/>
              <a:tabLst>
                <a:tab pos="355600" algn="l"/>
              </a:tabLst>
            </a:pPr>
            <a:r>
              <a:rPr sz="2400" dirty="0">
                <a:solidFill>
                  <a:srgbClr val="46424D"/>
                </a:solidFill>
                <a:latin typeface="Arial MT"/>
                <a:cs typeface="Arial MT"/>
              </a:rPr>
              <a:t>Custom</a:t>
            </a:r>
            <a:r>
              <a:rPr sz="2400" spc="5" dirty="0">
                <a:solidFill>
                  <a:srgbClr val="46424D"/>
                </a:solidFill>
                <a:latin typeface="Arial MT"/>
                <a:cs typeface="Arial MT"/>
              </a:rPr>
              <a:t> </a:t>
            </a:r>
            <a:r>
              <a:rPr sz="2400" dirty="0">
                <a:solidFill>
                  <a:srgbClr val="46424D"/>
                </a:solidFill>
                <a:latin typeface="Arial MT"/>
                <a:cs typeface="Arial MT"/>
              </a:rPr>
              <a:t>system</a:t>
            </a:r>
            <a:r>
              <a:rPr sz="2400" spc="-15" dirty="0">
                <a:solidFill>
                  <a:srgbClr val="46424D"/>
                </a:solidFill>
                <a:latin typeface="Arial MT"/>
                <a:cs typeface="Arial MT"/>
              </a:rPr>
              <a:t> </a:t>
            </a:r>
            <a:r>
              <a:rPr sz="2400" spc="-5" dirty="0">
                <a:solidFill>
                  <a:srgbClr val="46424D"/>
                </a:solidFill>
                <a:latin typeface="Arial MT"/>
                <a:cs typeface="Arial MT"/>
              </a:rPr>
              <a:t>development</a:t>
            </a:r>
            <a:r>
              <a:rPr sz="2400" spc="30" dirty="0">
                <a:solidFill>
                  <a:srgbClr val="46424D"/>
                </a:solidFill>
                <a:latin typeface="Arial MT"/>
                <a:cs typeface="Arial MT"/>
              </a:rPr>
              <a:t> </a:t>
            </a:r>
            <a:r>
              <a:rPr sz="2400" spc="-5" dirty="0">
                <a:solidFill>
                  <a:srgbClr val="46424D"/>
                </a:solidFill>
                <a:latin typeface="Arial MT"/>
                <a:cs typeface="Arial MT"/>
              </a:rPr>
              <a:t>within</a:t>
            </a:r>
            <a:r>
              <a:rPr sz="2400" spc="25" dirty="0">
                <a:solidFill>
                  <a:srgbClr val="46424D"/>
                </a:solidFill>
                <a:latin typeface="Arial MT"/>
                <a:cs typeface="Arial MT"/>
              </a:rPr>
              <a:t> </a:t>
            </a:r>
            <a:r>
              <a:rPr sz="2400" spc="-5" dirty="0">
                <a:solidFill>
                  <a:srgbClr val="46424D"/>
                </a:solidFill>
                <a:latin typeface="Arial MT"/>
                <a:cs typeface="Arial MT"/>
              </a:rPr>
              <a:t>an </a:t>
            </a:r>
            <a:r>
              <a:rPr sz="2400" dirty="0">
                <a:solidFill>
                  <a:srgbClr val="46424D"/>
                </a:solidFill>
                <a:latin typeface="Arial MT"/>
                <a:cs typeface="Arial MT"/>
              </a:rPr>
              <a:t>organization, </a:t>
            </a:r>
            <a:r>
              <a:rPr sz="2400" spc="5" dirty="0">
                <a:solidFill>
                  <a:srgbClr val="46424D"/>
                </a:solidFill>
                <a:latin typeface="Arial MT"/>
                <a:cs typeface="Arial MT"/>
              </a:rPr>
              <a:t> </a:t>
            </a:r>
            <a:r>
              <a:rPr sz="2400" spc="-5" dirty="0">
                <a:solidFill>
                  <a:srgbClr val="46424D"/>
                </a:solidFill>
                <a:latin typeface="Arial MT"/>
                <a:cs typeface="Arial MT"/>
              </a:rPr>
              <a:t>where</a:t>
            </a:r>
            <a:r>
              <a:rPr sz="2400" spc="15" dirty="0">
                <a:solidFill>
                  <a:srgbClr val="46424D"/>
                </a:solidFill>
                <a:latin typeface="Arial MT"/>
                <a:cs typeface="Arial MT"/>
              </a:rPr>
              <a:t> </a:t>
            </a:r>
            <a:r>
              <a:rPr sz="2400" dirty="0">
                <a:solidFill>
                  <a:srgbClr val="46424D"/>
                </a:solidFill>
                <a:latin typeface="Arial MT"/>
                <a:cs typeface="Arial MT"/>
              </a:rPr>
              <a:t>there </a:t>
            </a:r>
            <a:r>
              <a:rPr sz="2400" spc="-5" dirty="0">
                <a:solidFill>
                  <a:srgbClr val="46424D"/>
                </a:solidFill>
                <a:latin typeface="Arial MT"/>
                <a:cs typeface="Arial MT"/>
              </a:rPr>
              <a:t>is</a:t>
            </a:r>
            <a:r>
              <a:rPr sz="2400" dirty="0">
                <a:solidFill>
                  <a:srgbClr val="46424D"/>
                </a:solidFill>
                <a:latin typeface="Arial MT"/>
                <a:cs typeface="Arial MT"/>
              </a:rPr>
              <a:t> </a:t>
            </a:r>
            <a:r>
              <a:rPr sz="2400" spc="-5" dirty="0">
                <a:solidFill>
                  <a:srgbClr val="46424D"/>
                </a:solidFill>
                <a:latin typeface="Arial MT"/>
                <a:cs typeface="Arial MT"/>
              </a:rPr>
              <a:t>a</a:t>
            </a:r>
            <a:r>
              <a:rPr sz="2400" spc="5" dirty="0">
                <a:solidFill>
                  <a:srgbClr val="46424D"/>
                </a:solidFill>
                <a:latin typeface="Arial MT"/>
                <a:cs typeface="Arial MT"/>
              </a:rPr>
              <a:t> </a:t>
            </a:r>
            <a:r>
              <a:rPr sz="2400" spc="-5" dirty="0">
                <a:solidFill>
                  <a:srgbClr val="46424D"/>
                </a:solidFill>
                <a:latin typeface="Arial MT"/>
                <a:cs typeface="Arial MT"/>
              </a:rPr>
              <a:t>clear</a:t>
            </a:r>
            <a:r>
              <a:rPr sz="2400" spc="15" dirty="0">
                <a:solidFill>
                  <a:srgbClr val="46424D"/>
                </a:solidFill>
                <a:latin typeface="Arial MT"/>
                <a:cs typeface="Arial MT"/>
              </a:rPr>
              <a:t> </a:t>
            </a:r>
            <a:r>
              <a:rPr sz="2400" dirty="0">
                <a:solidFill>
                  <a:srgbClr val="46424D"/>
                </a:solidFill>
                <a:latin typeface="Arial MT"/>
                <a:cs typeface="Arial MT"/>
              </a:rPr>
              <a:t>commitment from</a:t>
            </a:r>
            <a:r>
              <a:rPr sz="2400" spc="-10" dirty="0">
                <a:solidFill>
                  <a:srgbClr val="46424D"/>
                </a:solidFill>
                <a:latin typeface="Arial MT"/>
                <a:cs typeface="Arial MT"/>
              </a:rPr>
              <a:t> </a:t>
            </a:r>
            <a:r>
              <a:rPr sz="2400" dirty="0">
                <a:solidFill>
                  <a:srgbClr val="46424D"/>
                </a:solidFill>
                <a:latin typeface="Arial MT"/>
                <a:cs typeface="Arial MT"/>
              </a:rPr>
              <a:t>the </a:t>
            </a:r>
            <a:r>
              <a:rPr sz="2400" spc="-5" dirty="0">
                <a:solidFill>
                  <a:srgbClr val="46424D"/>
                </a:solidFill>
                <a:latin typeface="Arial MT"/>
                <a:cs typeface="Arial MT"/>
              </a:rPr>
              <a:t>customer</a:t>
            </a:r>
            <a:r>
              <a:rPr sz="2400" dirty="0">
                <a:solidFill>
                  <a:srgbClr val="46424D"/>
                </a:solidFill>
                <a:latin typeface="Arial MT"/>
                <a:cs typeface="Arial MT"/>
              </a:rPr>
              <a:t> to </a:t>
            </a:r>
            <a:r>
              <a:rPr sz="2400" spc="-655" dirty="0">
                <a:solidFill>
                  <a:srgbClr val="46424D"/>
                </a:solidFill>
                <a:latin typeface="Arial MT"/>
                <a:cs typeface="Arial MT"/>
              </a:rPr>
              <a:t> </a:t>
            </a:r>
            <a:r>
              <a:rPr sz="2400" dirty="0">
                <a:solidFill>
                  <a:srgbClr val="46424D"/>
                </a:solidFill>
                <a:latin typeface="Arial MT"/>
                <a:cs typeface="Arial MT"/>
              </a:rPr>
              <a:t>become</a:t>
            </a:r>
            <a:r>
              <a:rPr sz="2400" spc="15" dirty="0">
                <a:solidFill>
                  <a:srgbClr val="46424D"/>
                </a:solidFill>
                <a:latin typeface="Arial MT"/>
                <a:cs typeface="Arial MT"/>
              </a:rPr>
              <a:t> </a:t>
            </a:r>
            <a:r>
              <a:rPr sz="2400" spc="-5" dirty="0">
                <a:solidFill>
                  <a:srgbClr val="46424D"/>
                </a:solidFill>
                <a:latin typeface="Arial MT"/>
                <a:cs typeface="Arial MT"/>
              </a:rPr>
              <a:t>involved</a:t>
            </a:r>
            <a:r>
              <a:rPr sz="2400" spc="25" dirty="0">
                <a:solidFill>
                  <a:srgbClr val="46424D"/>
                </a:solidFill>
                <a:latin typeface="Arial MT"/>
                <a:cs typeface="Arial MT"/>
              </a:rPr>
              <a:t> </a:t>
            </a:r>
            <a:r>
              <a:rPr sz="2400" dirty="0">
                <a:solidFill>
                  <a:srgbClr val="46424D"/>
                </a:solidFill>
                <a:latin typeface="Arial MT"/>
                <a:cs typeface="Arial MT"/>
              </a:rPr>
              <a:t>in</a:t>
            </a:r>
            <a:r>
              <a:rPr sz="2400" spc="5" dirty="0">
                <a:solidFill>
                  <a:srgbClr val="46424D"/>
                </a:solidFill>
                <a:latin typeface="Arial MT"/>
                <a:cs typeface="Arial MT"/>
              </a:rPr>
              <a:t> </a:t>
            </a:r>
            <a:r>
              <a:rPr sz="2400" dirty="0">
                <a:solidFill>
                  <a:srgbClr val="46424D"/>
                </a:solidFill>
                <a:latin typeface="Arial MT"/>
                <a:cs typeface="Arial MT"/>
              </a:rPr>
              <a:t>the </a:t>
            </a:r>
            <a:r>
              <a:rPr sz="2400" spc="-5" dirty="0">
                <a:solidFill>
                  <a:srgbClr val="46424D"/>
                </a:solidFill>
                <a:latin typeface="Arial MT"/>
                <a:cs typeface="Arial MT"/>
              </a:rPr>
              <a:t>development</a:t>
            </a:r>
            <a:r>
              <a:rPr sz="2400" spc="30" dirty="0">
                <a:solidFill>
                  <a:srgbClr val="46424D"/>
                </a:solidFill>
                <a:latin typeface="Arial MT"/>
                <a:cs typeface="Arial MT"/>
              </a:rPr>
              <a:t> </a:t>
            </a:r>
            <a:r>
              <a:rPr sz="2400" dirty="0">
                <a:solidFill>
                  <a:srgbClr val="46424D"/>
                </a:solidFill>
                <a:latin typeface="Arial MT"/>
                <a:cs typeface="Arial MT"/>
              </a:rPr>
              <a:t>process</a:t>
            </a:r>
            <a:r>
              <a:rPr sz="2400" spc="5" dirty="0">
                <a:solidFill>
                  <a:srgbClr val="46424D"/>
                </a:solidFill>
                <a:latin typeface="Arial MT"/>
                <a:cs typeface="Arial MT"/>
              </a:rPr>
              <a:t> </a:t>
            </a:r>
            <a:r>
              <a:rPr sz="2400" dirty="0">
                <a:solidFill>
                  <a:srgbClr val="46424D"/>
                </a:solidFill>
                <a:latin typeface="Arial MT"/>
                <a:cs typeface="Arial MT"/>
              </a:rPr>
              <a:t>and</a:t>
            </a:r>
            <a:r>
              <a:rPr sz="2400" spc="10" dirty="0">
                <a:solidFill>
                  <a:srgbClr val="46424D"/>
                </a:solidFill>
                <a:latin typeface="Arial MT"/>
                <a:cs typeface="Arial MT"/>
              </a:rPr>
              <a:t> </a:t>
            </a:r>
            <a:r>
              <a:rPr sz="2400" dirty="0">
                <a:solidFill>
                  <a:srgbClr val="46424D"/>
                </a:solidFill>
                <a:latin typeface="Arial MT"/>
                <a:cs typeface="Arial MT"/>
              </a:rPr>
              <a:t>where </a:t>
            </a:r>
            <a:r>
              <a:rPr sz="2400" spc="-650" dirty="0">
                <a:solidFill>
                  <a:srgbClr val="46424D"/>
                </a:solidFill>
                <a:latin typeface="Arial MT"/>
                <a:cs typeface="Arial MT"/>
              </a:rPr>
              <a:t> </a:t>
            </a:r>
            <a:r>
              <a:rPr sz="2400" dirty="0">
                <a:solidFill>
                  <a:srgbClr val="46424D"/>
                </a:solidFill>
                <a:latin typeface="Arial MT"/>
                <a:cs typeface="Arial MT"/>
              </a:rPr>
              <a:t>there</a:t>
            </a:r>
            <a:r>
              <a:rPr sz="2400" spc="-10" dirty="0">
                <a:solidFill>
                  <a:srgbClr val="46424D"/>
                </a:solidFill>
                <a:latin typeface="Arial MT"/>
                <a:cs typeface="Arial MT"/>
              </a:rPr>
              <a:t> </a:t>
            </a:r>
            <a:r>
              <a:rPr sz="2400" spc="-5" dirty="0">
                <a:solidFill>
                  <a:srgbClr val="46424D"/>
                </a:solidFill>
                <a:latin typeface="Arial MT"/>
                <a:cs typeface="Arial MT"/>
              </a:rPr>
              <a:t>are</a:t>
            </a:r>
            <a:r>
              <a:rPr sz="2400" spc="10" dirty="0">
                <a:solidFill>
                  <a:srgbClr val="46424D"/>
                </a:solidFill>
                <a:latin typeface="Arial MT"/>
                <a:cs typeface="Arial MT"/>
              </a:rPr>
              <a:t> </a:t>
            </a:r>
            <a:r>
              <a:rPr sz="2400" dirty="0">
                <a:solidFill>
                  <a:srgbClr val="46424D"/>
                </a:solidFill>
                <a:latin typeface="Arial MT"/>
                <a:cs typeface="Arial MT"/>
              </a:rPr>
              <a:t>few</a:t>
            </a:r>
            <a:r>
              <a:rPr sz="2400" spc="5" dirty="0">
                <a:solidFill>
                  <a:srgbClr val="46424D"/>
                </a:solidFill>
                <a:latin typeface="Arial MT"/>
                <a:cs typeface="Arial MT"/>
              </a:rPr>
              <a:t> </a:t>
            </a:r>
            <a:r>
              <a:rPr sz="2400" spc="-5" dirty="0">
                <a:solidFill>
                  <a:srgbClr val="46424D"/>
                </a:solidFill>
                <a:latin typeface="Arial MT"/>
                <a:cs typeface="Arial MT"/>
              </a:rPr>
              <a:t>external</a:t>
            </a:r>
            <a:r>
              <a:rPr sz="2400" spc="25" dirty="0">
                <a:solidFill>
                  <a:srgbClr val="46424D"/>
                </a:solidFill>
                <a:latin typeface="Arial MT"/>
                <a:cs typeface="Arial MT"/>
              </a:rPr>
              <a:t> </a:t>
            </a:r>
            <a:r>
              <a:rPr sz="2400" spc="-5" dirty="0">
                <a:solidFill>
                  <a:srgbClr val="46424D"/>
                </a:solidFill>
                <a:latin typeface="Arial MT"/>
                <a:cs typeface="Arial MT"/>
              </a:rPr>
              <a:t>rules</a:t>
            </a:r>
            <a:r>
              <a:rPr sz="2400" dirty="0">
                <a:solidFill>
                  <a:srgbClr val="46424D"/>
                </a:solidFill>
                <a:latin typeface="Arial MT"/>
                <a:cs typeface="Arial MT"/>
              </a:rPr>
              <a:t> </a:t>
            </a:r>
            <a:r>
              <a:rPr sz="2400" spc="-5" dirty="0">
                <a:solidFill>
                  <a:srgbClr val="46424D"/>
                </a:solidFill>
                <a:latin typeface="Arial MT"/>
                <a:cs typeface="Arial MT"/>
              </a:rPr>
              <a:t>and</a:t>
            </a:r>
            <a:r>
              <a:rPr sz="2400" spc="20" dirty="0">
                <a:solidFill>
                  <a:srgbClr val="46424D"/>
                </a:solidFill>
                <a:latin typeface="Arial MT"/>
                <a:cs typeface="Arial MT"/>
              </a:rPr>
              <a:t> </a:t>
            </a:r>
            <a:r>
              <a:rPr sz="2400" spc="-5" dirty="0">
                <a:solidFill>
                  <a:srgbClr val="46424D"/>
                </a:solidFill>
                <a:latin typeface="Arial MT"/>
                <a:cs typeface="Arial MT"/>
              </a:rPr>
              <a:t>regulations</a:t>
            </a:r>
            <a:r>
              <a:rPr sz="2400" spc="30" dirty="0">
                <a:solidFill>
                  <a:srgbClr val="46424D"/>
                </a:solidFill>
                <a:latin typeface="Arial MT"/>
                <a:cs typeface="Arial MT"/>
              </a:rPr>
              <a:t> </a:t>
            </a:r>
            <a:r>
              <a:rPr sz="2400" dirty="0">
                <a:solidFill>
                  <a:srgbClr val="46424D"/>
                </a:solidFill>
                <a:latin typeface="Arial MT"/>
                <a:cs typeface="Arial MT"/>
              </a:rPr>
              <a:t>that</a:t>
            </a:r>
            <a:r>
              <a:rPr sz="2400" spc="10" dirty="0">
                <a:solidFill>
                  <a:srgbClr val="46424D"/>
                </a:solidFill>
                <a:latin typeface="Arial MT"/>
                <a:cs typeface="Arial MT"/>
              </a:rPr>
              <a:t> </a:t>
            </a:r>
            <a:r>
              <a:rPr sz="2400" spc="-10" dirty="0">
                <a:solidFill>
                  <a:srgbClr val="46424D"/>
                </a:solidFill>
                <a:latin typeface="Arial MT"/>
                <a:cs typeface="Arial MT"/>
              </a:rPr>
              <a:t>affect </a:t>
            </a:r>
            <a:r>
              <a:rPr sz="2400" spc="-5" dirty="0">
                <a:solidFill>
                  <a:srgbClr val="46424D"/>
                </a:solidFill>
                <a:latin typeface="Arial MT"/>
                <a:cs typeface="Arial MT"/>
              </a:rPr>
              <a:t> the </a:t>
            </a:r>
            <a:r>
              <a:rPr sz="2400" dirty="0">
                <a:solidFill>
                  <a:srgbClr val="46424D"/>
                </a:solidFill>
                <a:latin typeface="Arial MT"/>
                <a:cs typeface="Arial MT"/>
              </a:rPr>
              <a:t>software.</a:t>
            </a:r>
            <a:endParaRPr sz="2400" dirty="0">
              <a:latin typeface="Arial MT"/>
              <a:cs typeface="Arial MT"/>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59532" y="2523235"/>
            <a:ext cx="4426585" cy="391160"/>
          </a:xfrm>
          <a:prstGeom prst="rect">
            <a:avLst/>
          </a:prstGeom>
        </p:spPr>
        <p:txBody>
          <a:bodyPr vert="horz" wrap="square" lIns="0" tIns="12700" rIns="0" bIns="0" rtlCol="0">
            <a:spAutoFit/>
          </a:bodyPr>
          <a:lstStyle/>
          <a:p>
            <a:pPr marL="12700">
              <a:lnSpc>
                <a:spcPct val="100000"/>
              </a:lnSpc>
              <a:spcBef>
                <a:spcPts val="100"/>
              </a:spcBef>
            </a:pPr>
            <a:r>
              <a:rPr spc="-5" dirty="0"/>
              <a:t>Agile</a:t>
            </a:r>
            <a:r>
              <a:rPr spc="-10" dirty="0"/>
              <a:t> </a:t>
            </a:r>
            <a:r>
              <a:rPr spc="-5" dirty="0"/>
              <a:t>development</a:t>
            </a:r>
            <a:r>
              <a:rPr spc="5" dirty="0"/>
              <a:t> </a:t>
            </a:r>
            <a:r>
              <a:rPr spc="-5" dirty="0"/>
              <a:t>techniques</a:t>
            </a:r>
          </a:p>
        </p:txBody>
      </p:sp>
      <p:sp>
        <p:nvSpPr>
          <p:cNvPr id="3" name="object 3"/>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13</a:t>
            </a:fld>
            <a:endParaRPr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3279140" cy="391160"/>
          </a:xfrm>
          <a:prstGeom prst="rect">
            <a:avLst/>
          </a:prstGeom>
        </p:spPr>
        <p:txBody>
          <a:bodyPr vert="horz" wrap="square" lIns="0" tIns="12700" rIns="0" bIns="0" rtlCol="0">
            <a:spAutoFit/>
          </a:bodyPr>
          <a:lstStyle/>
          <a:p>
            <a:pPr marL="12700">
              <a:lnSpc>
                <a:spcPct val="100000"/>
              </a:lnSpc>
              <a:spcBef>
                <a:spcPts val="100"/>
              </a:spcBef>
            </a:pPr>
            <a:r>
              <a:rPr spc="-5" dirty="0"/>
              <a:t>Extreme</a:t>
            </a:r>
            <a:r>
              <a:rPr spc="-60" dirty="0"/>
              <a:t> </a:t>
            </a:r>
            <a:r>
              <a:rPr dirty="0"/>
              <a:t>programming</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14</a:t>
            </a:fld>
            <a:endParaRPr dirty="0"/>
          </a:p>
        </p:txBody>
      </p:sp>
      <p:sp>
        <p:nvSpPr>
          <p:cNvPr id="3" name="object 3"/>
          <p:cNvSpPr txBox="1"/>
          <p:nvPr/>
        </p:nvSpPr>
        <p:spPr>
          <a:xfrm>
            <a:off x="535940" y="1589659"/>
            <a:ext cx="8021955" cy="3225800"/>
          </a:xfrm>
          <a:prstGeom prst="rect">
            <a:avLst/>
          </a:prstGeom>
        </p:spPr>
        <p:txBody>
          <a:bodyPr vert="horz" wrap="square" lIns="0" tIns="53975" rIns="0" bIns="0" rtlCol="0">
            <a:spAutoFit/>
          </a:bodyPr>
          <a:lstStyle/>
          <a:p>
            <a:pPr marL="355600" marR="614680" indent="-342900" algn="just">
              <a:lnSpc>
                <a:spcPts val="2590"/>
              </a:lnSpc>
              <a:spcBef>
                <a:spcPts val="425"/>
              </a:spcBef>
              <a:buFont typeface="Wingdings"/>
              <a:buChar char=""/>
              <a:tabLst>
                <a:tab pos="355600" algn="l"/>
              </a:tabLst>
            </a:pPr>
            <a:r>
              <a:rPr sz="2400" dirty="0">
                <a:solidFill>
                  <a:srgbClr val="46424D"/>
                </a:solidFill>
                <a:latin typeface="Arial MT"/>
                <a:cs typeface="Arial MT"/>
              </a:rPr>
              <a:t>A very </a:t>
            </a:r>
            <a:r>
              <a:rPr sz="2400" spc="-5" dirty="0">
                <a:solidFill>
                  <a:srgbClr val="46424D"/>
                </a:solidFill>
                <a:latin typeface="Arial MT"/>
                <a:cs typeface="Arial MT"/>
              </a:rPr>
              <a:t>influential agile </a:t>
            </a:r>
            <a:r>
              <a:rPr sz="2400" dirty="0">
                <a:solidFill>
                  <a:srgbClr val="46424D"/>
                </a:solidFill>
                <a:latin typeface="Arial MT"/>
                <a:cs typeface="Arial MT"/>
              </a:rPr>
              <a:t>method, </a:t>
            </a:r>
            <a:r>
              <a:rPr sz="2400" spc="-5" dirty="0">
                <a:solidFill>
                  <a:srgbClr val="46424D"/>
                </a:solidFill>
                <a:latin typeface="Arial MT"/>
                <a:cs typeface="Arial MT"/>
              </a:rPr>
              <a:t>developed in </a:t>
            </a:r>
            <a:r>
              <a:rPr sz="2400" dirty="0">
                <a:solidFill>
                  <a:srgbClr val="46424D"/>
                </a:solidFill>
                <a:latin typeface="Arial MT"/>
                <a:cs typeface="Arial MT"/>
              </a:rPr>
              <a:t>the </a:t>
            </a:r>
            <a:r>
              <a:rPr sz="2400" spc="-5" dirty="0">
                <a:solidFill>
                  <a:srgbClr val="46424D"/>
                </a:solidFill>
                <a:latin typeface="Arial MT"/>
                <a:cs typeface="Arial MT"/>
              </a:rPr>
              <a:t>late </a:t>
            </a:r>
            <a:r>
              <a:rPr sz="2400" spc="-655" dirty="0">
                <a:solidFill>
                  <a:srgbClr val="46424D"/>
                </a:solidFill>
                <a:latin typeface="Arial MT"/>
                <a:cs typeface="Arial MT"/>
              </a:rPr>
              <a:t> </a:t>
            </a:r>
            <a:r>
              <a:rPr sz="2400" spc="-5" dirty="0">
                <a:solidFill>
                  <a:srgbClr val="46424D"/>
                </a:solidFill>
                <a:latin typeface="Arial MT"/>
                <a:cs typeface="Arial MT"/>
              </a:rPr>
              <a:t>1990s, </a:t>
            </a:r>
            <a:r>
              <a:rPr sz="2400" dirty="0">
                <a:solidFill>
                  <a:srgbClr val="46424D"/>
                </a:solidFill>
                <a:latin typeface="Arial MT"/>
                <a:cs typeface="Arial MT"/>
              </a:rPr>
              <a:t>that </a:t>
            </a:r>
            <a:r>
              <a:rPr sz="2400" spc="-5" dirty="0">
                <a:solidFill>
                  <a:srgbClr val="46424D"/>
                </a:solidFill>
                <a:latin typeface="Arial MT"/>
                <a:cs typeface="Arial MT"/>
              </a:rPr>
              <a:t>introduced a </a:t>
            </a:r>
            <a:r>
              <a:rPr sz="2400" dirty="0">
                <a:solidFill>
                  <a:srgbClr val="46424D"/>
                </a:solidFill>
                <a:latin typeface="Arial MT"/>
                <a:cs typeface="Arial MT"/>
              </a:rPr>
              <a:t>range of </a:t>
            </a:r>
            <a:r>
              <a:rPr sz="2400" spc="-5" dirty="0">
                <a:solidFill>
                  <a:srgbClr val="46424D"/>
                </a:solidFill>
                <a:latin typeface="Arial MT"/>
                <a:cs typeface="Arial MT"/>
              </a:rPr>
              <a:t>agile development </a:t>
            </a:r>
            <a:r>
              <a:rPr sz="2400" spc="-655" dirty="0">
                <a:solidFill>
                  <a:srgbClr val="46424D"/>
                </a:solidFill>
                <a:latin typeface="Arial MT"/>
                <a:cs typeface="Arial MT"/>
              </a:rPr>
              <a:t> </a:t>
            </a:r>
            <a:r>
              <a:rPr sz="2400" spc="-5" dirty="0">
                <a:solidFill>
                  <a:srgbClr val="46424D"/>
                </a:solidFill>
                <a:latin typeface="Arial MT"/>
                <a:cs typeface="Arial MT"/>
              </a:rPr>
              <a:t>techniques.</a:t>
            </a:r>
            <a:endParaRPr sz="2400" dirty="0">
              <a:latin typeface="Arial MT"/>
              <a:cs typeface="Arial MT"/>
            </a:endParaRPr>
          </a:p>
          <a:p>
            <a:pPr marL="355600" indent="-342900" algn="just">
              <a:lnSpc>
                <a:spcPts val="2735"/>
              </a:lnSpc>
              <a:spcBef>
                <a:spcPts val="880"/>
              </a:spcBef>
              <a:buFont typeface="Wingdings"/>
              <a:buChar char=""/>
              <a:tabLst>
                <a:tab pos="355600" algn="l"/>
              </a:tabLst>
            </a:pPr>
            <a:r>
              <a:rPr sz="2400" spc="-5" dirty="0">
                <a:solidFill>
                  <a:srgbClr val="46424D"/>
                </a:solidFill>
                <a:latin typeface="Arial MT"/>
                <a:cs typeface="Arial MT"/>
              </a:rPr>
              <a:t>Extreme</a:t>
            </a:r>
            <a:r>
              <a:rPr sz="2400" spc="5" dirty="0">
                <a:solidFill>
                  <a:srgbClr val="46424D"/>
                </a:solidFill>
                <a:latin typeface="Arial MT"/>
                <a:cs typeface="Arial MT"/>
              </a:rPr>
              <a:t> </a:t>
            </a:r>
            <a:r>
              <a:rPr sz="2400" spc="-5" dirty="0">
                <a:solidFill>
                  <a:srgbClr val="46424D"/>
                </a:solidFill>
                <a:latin typeface="Arial MT"/>
                <a:cs typeface="Arial MT"/>
              </a:rPr>
              <a:t>Programming</a:t>
            </a:r>
            <a:r>
              <a:rPr sz="2400" spc="10" dirty="0">
                <a:solidFill>
                  <a:srgbClr val="46424D"/>
                </a:solidFill>
                <a:latin typeface="Arial MT"/>
                <a:cs typeface="Arial MT"/>
              </a:rPr>
              <a:t> </a:t>
            </a:r>
            <a:r>
              <a:rPr sz="2400" dirty="0">
                <a:solidFill>
                  <a:srgbClr val="46424D"/>
                </a:solidFill>
                <a:latin typeface="Arial MT"/>
                <a:cs typeface="Arial MT"/>
              </a:rPr>
              <a:t>(XP)</a:t>
            </a:r>
            <a:r>
              <a:rPr sz="2400" spc="5" dirty="0">
                <a:solidFill>
                  <a:srgbClr val="46424D"/>
                </a:solidFill>
                <a:latin typeface="Arial MT"/>
                <a:cs typeface="Arial MT"/>
              </a:rPr>
              <a:t> </a:t>
            </a:r>
            <a:r>
              <a:rPr sz="2400" spc="-5" dirty="0">
                <a:solidFill>
                  <a:srgbClr val="46424D"/>
                </a:solidFill>
                <a:latin typeface="Arial MT"/>
                <a:cs typeface="Arial MT"/>
              </a:rPr>
              <a:t>takes an</a:t>
            </a:r>
            <a:r>
              <a:rPr sz="2400" spc="5" dirty="0">
                <a:solidFill>
                  <a:srgbClr val="46424D"/>
                </a:solidFill>
                <a:latin typeface="Arial MT"/>
                <a:cs typeface="Arial MT"/>
              </a:rPr>
              <a:t> </a:t>
            </a:r>
            <a:r>
              <a:rPr sz="2400" spc="-5" dirty="0">
                <a:solidFill>
                  <a:srgbClr val="46424D"/>
                </a:solidFill>
                <a:latin typeface="Arial MT"/>
                <a:cs typeface="Arial MT"/>
              </a:rPr>
              <a:t>‘extreme’</a:t>
            </a:r>
            <a:r>
              <a:rPr sz="2400" spc="-70" dirty="0">
                <a:solidFill>
                  <a:srgbClr val="46424D"/>
                </a:solidFill>
                <a:latin typeface="Arial MT"/>
                <a:cs typeface="Arial MT"/>
              </a:rPr>
              <a:t> </a:t>
            </a:r>
            <a:r>
              <a:rPr sz="2400" spc="-5" dirty="0">
                <a:solidFill>
                  <a:srgbClr val="46424D"/>
                </a:solidFill>
                <a:latin typeface="Arial MT"/>
                <a:cs typeface="Arial MT"/>
              </a:rPr>
              <a:t>approach</a:t>
            </a:r>
            <a:endParaRPr sz="2400" dirty="0">
              <a:latin typeface="Arial MT"/>
              <a:cs typeface="Arial MT"/>
            </a:endParaRPr>
          </a:p>
          <a:p>
            <a:pPr marL="355600">
              <a:lnSpc>
                <a:spcPts val="2735"/>
              </a:lnSpc>
            </a:pPr>
            <a:r>
              <a:rPr sz="2400" dirty="0">
                <a:solidFill>
                  <a:srgbClr val="46424D"/>
                </a:solidFill>
                <a:latin typeface="Arial MT"/>
                <a:cs typeface="Arial MT"/>
              </a:rPr>
              <a:t>to</a:t>
            </a:r>
            <a:r>
              <a:rPr sz="2400" spc="-20" dirty="0">
                <a:solidFill>
                  <a:srgbClr val="46424D"/>
                </a:solidFill>
                <a:latin typeface="Arial MT"/>
                <a:cs typeface="Arial MT"/>
              </a:rPr>
              <a:t> </a:t>
            </a:r>
            <a:r>
              <a:rPr sz="2400" spc="-5" dirty="0">
                <a:solidFill>
                  <a:srgbClr val="46424D"/>
                </a:solidFill>
                <a:latin typeface="Arial MT"/>
                <a:cs typeface="Arial MT"/>
              </a:rPr>
              <a:t>iterative</a:t>
            </a:r>
            <a:r>
              <a:rPr sz="2400" spc="-15" dirty="0">
                <a:solidFill>
                  <a:srgbClr val="46424D"/>
                </a:solidFill>
                <a:latin typeface="Arial MT"/>
                <a:cs typeface="Arial MT"/>
              </a:rPr>
              <a:t> </a:t>
            </a:r>
            <a:r>
              <a:rPr sz="2400" dirty="0">
                <a:solidFill>
                  <a:srgbClr val="46424D"/>
                </a:solidFill>
                <a:latin typeface="Arial MT"/>
                <a:cs typeface="Arial MT"/>
              </a:rPr>
              <a:t>development.</a:t>
            </a:r>
            <a:endParaRPr sz="2400" dirty="0">
              <a:latin typeface="Arial MT"/>
              <a:cs typeface="Arial MT"/>
            </a:endParaRPr>
          </a:p>
          <a:p>
            <a:pPr marL="756285" lvl="1" indent="-287020">
              <a:lnSpc>
                <a:spcPct val="100000"/>
              </a:lnSpc>
              <a:spcBef>
                <a:spcPts val="665"/>
              </a:spcBef>
              <a:buFont typeface="Wingdings"/>
              <a:buChar char=""/>
              <a:tabLst>
                <a:tab pos="756285" algn="l"/>
                <a:tab pos="756920" algn="l"/>
              </a:tabLst>
            </a:pPr>
            <a:r>
              <a:rPr sz="2000" dirty="0">
                <a:solidFill>
                  <a:srgbClr val="46424D"/>
                </a:solidFill>
                <a:latin typeface="Arial MT"/>
                <a:cs typeface="Arial MT"/>
              </a:rPr>
              <a:t>New</a:t>
            </a:r>
            <a:r>
              <a:rPr sz="2000" spc="-20" dirty="0">
                <a:solidFill>
                  <a:srgbClr val="46424D"/>
                </a:solidFill>
                <a:latin typeface="Arial MT"/>
                <a:cs typeface="Arial MT"/>
              </a:rPr>
              <a:t> </a:t>
            </a:r>
            <a:r>
              <a:rPr sz="2000" dirty="0">
                <a:solidFill>
                  <a:srgbClr val="46424D"/>
                </a:solidFill>
                <a:latin typeface="Arial MT"/>
                <a:cs typeface="Arial MT"/>
              </a:rPr>
              <a:t>versions</a:t>
            </a:r>
            <a:r>
              <a:rPr sz="2000" spc="-25" dirty="0">
                <a:solidFill>
                  <a:srgbClr val="46424D"/>
                </a:solidFill>
                <a:latin typeface="Arial MT"/>
                <a:cs typeface="Arial MT"/>
              </a:rPr>
              <a:t> </a:t>
            </a:r>
            <a:r>
              <a:rPr sz="2000" dirty="0">
                <a:solidFill>
                  <a:srgbClr val="46424D"/>
                </a:solidFill>
                <a:latin typeface="Arial MT"/>
                <a:cs typeface="Arial MT"/>
              </a:rPr>
              <a:t>may</a:t>
            </a:r>
            <a:r>
              <a:rPr sz="2000" spc="-25" dirty="0">
                <a:solidFill>
                  <a:srgbClr val="46424D"/>
                </a:solidFill>
                <a:latin typeface="Arial MT"/>
                <a:cs typeface="Arial MT"/>
              </a:rPr>
              <a:t> </a:t>
            </a:r>
            <a:r>
              <a:rPr sz="2000" dirty="0">
                <a:solidFill>
                  <a:srgbClr val="46424D"/>
                </a:solidFill>
                <a:latin typeface="Arial MT"/>
                <a:cs typeface="Arial MT"/>
              </a:rPr>
              <a:t>be built</a:t>
            </a:r>
            <a:r>
              <a:rPr sz="2000" spc="-10" dirty="0">
                <a:solidFill>
                  <a:srgbClr val="46424D"/>
                </a:solidFill>
                <a:latin typeface="Arial MT"/>
                <a:cs typeface="Arial MT"/>
              </a:rPr>
              <a:t> </a:t>
            </a:r>
            <a:r>
              <a:rPr sz="2000" dirty="0">
                <a:solidFill>
                  <a:srgbClr val="46424D"/>
                </a:solidFill>
                <a:latin typeface="Arial MT"/>
                <a:cs typeface="Arial MT"/>
              </a:rPr>
              <a:t>several</a:t>
            </a:r>
            <a:r>
              <a:rPr sz="2000" spc="-35" dirty="0">
                <a:solidFill>
                  <a:srgbClr val="46424D"/>
                </a:solidFill>
                <a:latin typeface="Arial MT"/>
                <a:cs typeface="Arial MT"/>
              </a:rPr>
              <a:t> </a:t>
            </a:r>
            <a:r>
              <a:rPr sz="2000" spc="-5" dirty="0">
                <a:solidFill>
                  <a:srgbClr val="46424D"/>
                </a:solidFill>
                <a:latin typeface="Arial MT"/>
                <a:cs typeface="Arial MT"/>
              </a:rPr>
              <a:t>times</a:t>
            </a:r>
            <a:r>
              <a:rPr sz="2000" spc="-15" dirty="0">
                <a:solidFill>
                  <a:srgbClr val="46424D"/>
                </a:solidFill>
                <a:latin typeface="Arial MT"/>
                <a:cs typeface="Arial MT"/>
              </a:rPr>
              <a:t> </a:t>
            </a:r>
            <a:r>
              <a:rPr sz="2000" dirty="0">
                <a:solidFill>
                  <a:srgbClr val="46424D"/>
                </a:solidFill>
                <a:latin typeface="Arial MT"/>
                <a:cs typeface="Arial MT"/>
              </a:rPr>
              <a:t>per</a:t>
            </a:r>
            <a:r>
              <a:rPr sz="2000" spc="-25" dirty="0">
                <a:solidFill>
                  <a:srgbClr val="46424D"/>
                </a:solidFill>
                <a:latin typeface="Arial MT"/>
                <a:cs typeface="Arial MT"/>
              </a:rPr>
              <a:t> </a:t>
            </a:r>
            <a:r>
              <a:rPr sz="2000" dirty="0">
                <a:solidFill>
                  <a:srgbClr val="46424D"/>
                </a:solidFill>
                <a:latin typeface="Arial MT"/>
                <a:cs typeface="Arial MT"/>
              </a:rPr>
              <a:t>day;</a:t>
            </a:r>
            <a:endParaRPr sz="2000" dirty="0">
              <a:latin typeface="Arial MT"/>
              <a:cs typeface="Arial MT"/>
            </a:endParaRPr>
          </a:p>
          <a:p>
            <a:pPr marL="756285" lvl="1" indent="-287020">
              <a:lnSpc>
                <a:spcPct val="100000"/>
              </a:lnSpc>
              <a:spcBef>
                <a:spcPts val="359"/>
              </a:spcBef>
              <a:buFont typeface="Wingdings"/>
              <a:buChar char=""/>
              <a:tabLst>
                <a:tab pos="756285" algn="l"/>
                <a:tab pos="756920" algn="l"/>
              </a:tabLst>
            </a:pPr>
            <a:r>
              <a:rPr sz="2000" dirty="0">
                <a:solidFill>
                  <a:srgbClr val="46424D"/>
                </a:solidFill>
                <a:latin typeface="Arial MT"/>
                <a:cs typeface="Arial MT"/>
              </a:rPr>
              <a:t>Increments</a:t>
            </a:r>
            <a:r>
              <a:rPr sz="2000" spc="-55" dirty="0">
                <a:solidFill>
                  <a:srgbClr val="46424D"/>
                </a:solidFill>
                <a:latin typeface="Arial MT"/>
                <a:cs typeface="Arial MT"/>
              </a:rPr>
              <a:t> </a:t>
            </a:r>
            <a:r>
              <a:rPr sz="2000" dirty="0">
                <a:solidFill>
                  <a:srgbClr val="46424D"/>
                </a:solidFill>
                <a:latin typeface="Arial MT"/>
                <a:cs typeface="Arial MT"/>
              </a:rPr>
              <a:t>are</a:t>
            </a:r>
            <a:r>
              <a:rPr sz="2000" spc="-25" dirty="0">
                <a:solidFill>
                  <a:srgbClr val="46424D"/>
                </a:solidFill>
                <a:latin typeface="Arial MT"/>
                <a:cs typeface="Arial MT"/>
              </a:rPr>
              <a:t> </a:t>
            </a:r>
            <a:r>
              <a:rPr sz="2000" dirty="0">
                <a:solidFill>
                  <a:srgbClr val="46424D"/>
                </a:solidFill>
                <a:latin typeface="Arial MT"/>
                <a:cs typeface="Arial MT"/>
              </a:rPr>
              <a:t>delivered</a:t>
            </a:r>
            <a:r>
              <a:rPr sz="2000" spc="-10" dirty="0">
                <a:solidFill>
                  <a:srgbClr val="46424D"/>
                </a:solidFill>
                <a:latin typeface="Arial MT"/>
                <a:cs typeface="Arial MT"/>
              </a:rPr>
              <a:t> </a:t>
            </a:r>
            <a:r>
              <a:rPr sz="2000" dirty="0">
                <a:solidFill>
                  <a:srgbClr val="46424D"/>
                </a:solidFill>
                <a:latin typeface="Arial MT"/>
                <a:cs typeface="Arial MT"/>
              </a:rPr>
              <a:t>to</a:t>
            </a:r>
            <a:r>
              <a:rPr sz="2000" spc="-10" dirty="0">
                <a:solidFill>
                  <a:srgbClr val="46424D"/>
                </a:solidFill>
                <a:latin typeface="Arial MT"/>
                <a:cs typeface="Arial MT"/>
              </a:rPr>
              <a:t> </a:t>
            </a:r>
            <a:r>
              <a:rPr sz="2000" dirty="0">
                <a:solidFill>
                  <a:srgbClr val="46424D"/>
                </a:solidFill>
                <a:latin typeface="Arial MT"/>
                <a:cs typeface="Arial MT"/>
              </a:rPr>
              <a:t>customers</a:t>
            </a:r>
            <a:r>
              <a:rPr sz="2000" spc="-50" dirty="0">
                <a:solidFill>
                  <a:srgbClr val="46424D"/>
                </a:solidFill>
                <a:latin typeface="Arial MT"/>
                <a:cs typeface="Arial MT"/>
              </a:rPr>
              <a:t> </a:t>
            </a:r>
            <a:r>
              <a:rPr sz="2000" dirty="0">
                <a:solidFill>
                  <a:srgbClr val="46424D"/>
                </a:solidFill>
                <a:latin typeface="Arial MT"/>
                <a:cs typeface="Arial MT"/>
              </a:rPr>
              <a:t>every</a:t>
            </a:r>
            <a:r>
              <a:rPr sz="2000" spc="-20" dirty="0">
                <a:solidFill>
                  <a:srgbClr val="46424D"/>
                </a:solidFill>
                <a:latin typeface="Arial MT"/>
                <a:cs typeface="Arial MT"/>
              </a:rPr>
              <a:t> </a:t>
            </a:r>
            <a:r>
              <a:rPr sz="2000" dirty="0">
                <a:solidFill>
                  <a:srgbClr val="46424D"/>
                </a:solidFill>
                <a:latin typeface="Arial MT"/>
                <a:cs typeface="Arial MT"/>
              </a:rPr>
              <a:t>2 weeks;</a:t>
            </a:r>
            <a:endParaRPr sz="2000" dirty="0">
              <a:latin typeface="Arial MT"/>
              <a:cs typeface="Arial MT"/>
            </a:endParaRPr>
          </a:p>
          <a:p>
            <a:pPr marL="756285" marR="982980" lvl="1" indent="-287020">
              <a:lnSpc>
                <a:spcPts val="2160"/>
              </a:lnSpc>
              <a:spcBef>
                <a:spcPts val="635"/>
              </a:spcBef>
              <a:buFont typeface="Wingdings"/>
              <a:buChar char=""/>
              <a:tabLst>
                <a:tab pos="756285" algn="l"/>
                <a:tab pos="756920" algn="l"/>
              </a:tabLst>
            </a:pPr>
            <a:r>
              <a:rPr sz="2000" dirty="0">
                <a:solidFill>
                  <a:srgbClr val="46424D"/>
                </a:solidFill>
                <a:latin typeface="Arial MT"/>
                <a:cs typeface="Arial MT"/>
              </a:rPr>
              <a:t>All</a:t>
            </a:r>
            <a:r>
              <a:rPr sz="2000" spc="-10" dirty="0">
                <a:solidFill>
                  <a:srgbClr val="46424D"/>
                </a:solidFill>
                <a:latin typeface="Arial MT"/>
                <a:cs typeface="Arial MT"/>
              </a:rPr>
              <a:t> </a:t>
            </a:r>
            <a:r>
              <a:rPr sz="2000" dirty="0">
                <a:solidFill>
                  <a:srgbClr val="46424D"/>
                </a:solidFill>
                <a:latin typeface="Arial MT"/>
                <a:cs typeface="Arial MT"/>
              </a:rPr>
              <a:t>tests</a:t>
            </a:r>
            <a:r>
              <a:rPr sz="2000" spc="-25" dirty="0">
                <a:solidFill>
                  <a:srgbClr val="46424D"/>
                </a:solidFill>
                <a:latin typeface="Arial MT"/>
                <a:cs typeface="Arial MT"/>
              </a:rPr>
              <a:t> </a:t>
            </a:r>
            <a:r>
              <a:rPr sz="2000" dirty="0">
                <a:solidFill>
                  <a:srgbClr val="46424D"/>
                </a:solidFill>
                <a:latin typeface="Arial MT"/>
                <a:cs typeface="Arial MT"/>
              </a:rPr>
              <a:t>must</a:t>
            </a:r>
            <a:r>
              <a:rPr sz="2000" spc="-40" dirty="0">
                <a:solidFill>
                  <a:srgbClr val="46424D"/>
                </a:solidFill>
                <a:latin typeface="Arial MT"/>
                <a:cs typeface="Arial MT"/>
              </a:rPr>
              <a:t> </a:t>
            </a:r>
            <a:r>
              <a:rPr sz="2000" dirty="0">
                <a:solidFill>
                  <a:srgbClr val="46424D"/>
                </a:solidFill>
                <a:latin typeface="Arial MT"/>
                <a:cs typeface="Arial MT"/>
              </a:rPr>
              <a:t>be run</a:t>
            </a:r>
            <a:r>
              <a:rPr sz="2000" spc="-25" dirty="0">
                <a:solidFill>
                  <a:srgbClr val="46424D"/>
                </a:solidFill>
                <a:latin typeface="Arial MT"/>
                <a:cs typeface="Arial MT"/>
              </a:rPr>
              <a:t> </a:t>
            </a:r>
            <a:r>
              <a:rPr sz="2000" dirty="0">
                <a:solidFill>
                  <a:srgbClr val="46424D"/>
                </a:solidFill>
                <a:latin typeface="Arial MT"/>
                <a:cs typeface="Arial MT"/>
              </a:rPr>
              <a:t>for</a:t>
            </a:r>
            <a:r>
              <a:rPr sz="2000" spc="-20" dirty="0">
                <a:solidFill>
                  <a:srgbClr val="46424D"/>
                </a:solidFill>
                <a:latin typeface="Arial MT"/>
                <a:cs typeface="Arial MT"/>
              </a:rPr>
              <a:t> </a:t>
            </a:r>
            <a:r>
              <a:rPr sz="2000" dirty="0">
                <a:solidFill>
                  <a:srgbClr val="46424D"/>
                </a:solidFill>
                <a:latin typeface="Arial MT"/>
                <a:cs typeface="Arial MT"/>
              </a:rPr>
              <a:t>every</a:t>
            </a:r>
            <a:r>
              <a:rPr sz="2000" spc="-20" dirty="0">
                <a:solidFill>
                  <a:srgbClr val="46424D"/>
                </a:solidFill>
                <a:latin typeface="Arial MT"/>
                <a:cs typeface="Arial MT"/>
              </a:rPr>
              <a:t> </a:t>
            </a:r>
            <a:r>
              <a:rPr sz="2000" dirty="0">
                <a:solidFill>
                  <a:srgbClr val="46424D"/>
                </a:solidFill>
                <a:latin typeface="Arial MT"/>
                <a:cs typeface="Arial MT"/>
              </a:rPr>
              <a:t>build and</a:t>
            </a:r>
            <a:r>
              <a:rPr sz="2000" spc="-20" dirty="0">
                <a:solidFill>
                  <a:srgbClr val="46424D"/>
                </a:solidFill>
                <a:latin typeface="Arial MT"/>
                <a:cs typeface="Arial MT"/>
              </a:rPr>
              <a:t> </a:t>
            </a:r>
            <a:r>
              <a:rPr sz="2000" dirty="0">
                <a:solidFill>
                  <a:srgbClr val="46424D"/>
                </a:solidFill>
                <a:latin typeface="Arial MT"/>
                <a:cs typeface="Arial MT"/>
              </a:rPr>
              <a:t>the</a:t>
            </a:r>
            <a:r>
              <a:rPr sz="2000" spc="-20" dirty="0">
                <a:solidFill>
                  <a:srgbClr val="46424D"/>
                </a:solidFill>
                <a:latin typeface="Arial MT"/>
                <a:cs typeface="Arial MT"/>
              </a:rPr>
              <a:t> </a:t>
            </a:r>
            <a:r>
              <a:rPr sz="2000" dirty="0">
                <a:solidFill>
                  <a:srgbClr val="46424D"/>
                </a:solidFill>
                <a:latin typeface="Arial MT"/>
                <a:cs typeface="Arial MT"/>
              </a:rPr>
              <a:t>build</a:t>
            </a:r>
            <a:r>
              <a:rPr sz="2000" spc="-5" dirty="0">
                <a:solidFill>
                  <a:srgbClr val="46424D"/>
                </a:solidFill>
                <a:latin typeface="Arial MT"/>
                <a:cs typeface="Arial MT"/>
              </a:rPr>
              <a:t> </a:t>
            </a:r>
            <a:r>
              <a:rPr sz="2000" dirty="0">
                <a:solidFill>
                  <a:srgbClr val="46424D"/>
                </a:solidFill>
                <a:latin typeface="Arial MT"/>
                <a:cs typeface="Arial MT"/>
              </a:rPr>
              <a:t>is</a:t>
            </a:r>
            <a:r>
              <a:rPr sz="2000" spc="-15" dirty="0">
                <a:solidFill>
                  <a:srgbClr val="46424D"/>
                </a:solidFill>
                <a:latin typeface="Arial MT"/>
                <a:cs typeface="Arial MT"/>
              </a:rPr>
              <a:t> </a:t>
            </a:r>
            <a:r>
              <a:rPr sz="2000" dirty="0">
                <a:solidFill>
                  <a:srgbClr val="46424D"/>
                </a:solidFill>
                <a:latin typeface="Arial MT"/>
                <a:cs typeface="Arial MT"/>
              </a:rPr>
              <a:t>only </a:t>
            </a:r>
            <a:r>
              <a:rPr sz="2000" spc="-540" dirty="0">
                <a:solidFill>
                  <a:srgbClr val="46424D"/>
                </a:solidFill>
                <a:latin typeface="Arial MT"/>
                <a:cs typeface="Arial MT"/>
              </a:rPr>
              <a:t> </a:t>
            </a:r>
            <a:r>
              <a:rPr sz="2000" dirty="0">
                <a:solidFill>
                  <a:srgbClr val="46424D"/>
                </a:solidFill>
                <a:latin typeface="Arial MT"/>
                <a:cs typeface="Arial MT"/>
              </a:rPr>
              <a:t>accepted</a:t>
            </a:r>
            <a:r>
              <a:rPr sz="2000" spc="-45" dirty="0">
                <a:solidFill>
                  <a:srgbClr val="46424D"/>
                </a:solidFill>
                <a:latin typeface="Arial MT"/>
                <a:cs typeface="Arial MT"/>
              </a:rPr>
              <a:t> </a:t>
            </a:r>
            <a:r>
              <a:rPr sz="2000" dirty="0">
                <a:solidFill>
                  <a:srgbClr val="46424D"/>
                </a:solidFill>
                <a:latin typeface="Arial MT"/>
                <a:cs typeface="Arial MT"/>
              </a:rPr>
              <a:t>if</a:t>
            </a:r>
            <a:r>
              <a:rPr sz="2000" spc="-15" dirty="0">
                <a:solidFill>
                  <a:srgbClr val="46424D"/>
                </a:solidFill>
                <a:latin typeface="Arial MT"/>
                <a:cs typeface="Arial MT"/>
              </a:rPr>
              <a:t> </a:t>
            </a:r>
            <a:r>
              <a:rPr sz="2000" dirty="0">
                <a:solidFill>
                  <a:srgbClr val="46424D"/>
                </a:solidFill>
                <a:latin typeface="Arial MT"/>
                <a:cs typeface="Arial MT"/>
              </a:rPr>
              <a:t>tests</a:t>
            </a:r>
            <a:r>
              <a:rPr sz="2000" spc="-25" dirty="0">
                <a:solidFill>
                  <a:srgbClr val="46424D"/>
                </a:solidFill>
                <a:latin typeface="Arial MT"/>
                <a:cs typeface="Arial MT"/>
              </a:rPr>
              <a:t> </a:t>
            </a:r>
            <a:r>
              <a:rPr sz="2000" dirty="0">
                <a:solidFill>
                  <a:srgbClr val="46424D"/>
                </a:solidFill>
                <a:latin typeface="Arial MT"/>
                <a:cs typeface="Arial MT"/>
              </a:rPr>
              <a:t>run</a:t>
            </a:r>
            <a:r>
              <a:rPr sz="2000" spc="-30" dirty="0">
                <a:solidFill>
                  <a:srgbClr val="46424D"/>
                </a:solidFill>
                <a:latin typeface="Arial MT"/>
                <a:cs typeface="Arial MT"/>
              </a:rPr>
              <a:t> </a:t>
            </a:r>
            <a:r>
              <a:rPr sz="2000" spc="-10" dirty="0">
                <a:solidFill>
                  <a:srgbClr val="46424D"/>
                </a:solidFill>
                <a:latin typeface="Arial MT"/>
                <a:cs typeface="Arial MT"/>
              </a:rPr>
              <a:t>successfully.</a:t>
            </a:r>
            <a:endParaRPr sz="2000" dirty="0">
              <a:latin typeface="Arial MT"/>
              <a:cs typeface="Arial MT"/>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5849620" cy="391160"/>
          </a:xfrm>
          <a:prstGeom prst="rect">
            <a:avLst/>
          </a:prstGeom>
        </p:spPr>
        <p:txBody>
          <a:bodyPr vert="horz" wrap="square" lIns="0" tIns="12700" rIns="0" bIns="0" rtlCol="0">
            <a:spAutoFit/>
          </a:bodyPr>
          <a:lstStyle/>
          <a:p>
            <a:pPr marL="12700">
              <a:lnSpc>
                <a:spcPct val="100000"/>
              </a:lnSpc>
              <a:spcBef>
                <a:spcPts val="100"/>
              </a:spcBef>
            </a:pPr>
            <a:r>
              <a:rPr dirty="0"/>
              <a:t>The</a:t>
            </a:r>
            <a:r>
              <a:rPr spc="-25" dirty="0"/>
              <a:t> </a:t>
            </a:r>
            <a:r>
              <a:rPr spc="-5" dirty="0"/>
              <a:t>extreme</a:t>
            </a:r>
            <a:r>
              <a:rPr spc="5" dirty="0"/>
              <a:t> </a:t>
            </a:r>
            <a:r>
              <a:rPr dirty="0"/>
              <a:t>programming</a:t>
            </a:r>
            <a:r>
              <a:rPr spc="-5" dirty="0"/>
              <a:t> release</a:t>
            </a:r>
            <a:r>
              <a:rPr spc="5" dirty="0"/>
              <a:t> </a:t>
            </a:r>
            <a:r>
              <a:rPr spc="-10" dirty="0"/>
              <a:t>cycle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15</a:t>
            </a:fld>
            <a:endParaRPr dirty="0"/>
          </a:p>
        </p:txBody>
      </p:sp>
      <p:pic>
        <p:nvPicPr>
          <p:cNvPr id="7" name="Picture 6"/>
          <p:cNvPicPr>
            <a:picLocks noChangeAspect="1"/>
          </p:cNvPicPr>
          <p:nvPr/>
        </p:nvPicPr>
        <p:blipFill>
          <a:blip r:embed="rId2"/>
          <a:stretch>
            <a:fillRect/>
          </a:stretch>
        </p:blipFill>
        <p:spPr>
          <a:xfrm>
            <a:off x="584495" y="2362200"/>
            <a:ext cx="7773261" cy="3119437"/>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5158740" cy="391160"/>
          </a:xfrm>
          <a:prstGeom prst="rect">
            <a:avLst/>
          </a:prstGeom>
        </p:spPr>
        <p:txBody>
          <a:bodyPr vert="horz" wrap="square" lIns="0" tIns="12700" rIns="0" bIns="0" rtlCol="0">
            <a:spAutoFit/>
          </a:bodyPr>
          <a:lstStyle/>
          <a:p>
            <a:pPr marL="12700">
              <a:lnSpc>
                <a:spcPct val="100000"/>
              </a:lnSpc>
              <a:spcBef>
                <a:spcPts val="100"/>
              </a:spcBef>
            </a:pPr>
            <a:r>
              <a:rPr spc="-5" dirty="0"/>
              <a:t>Extreme </a:t>
            </a:r>
            <a:r>
              <a:rPr dirty="0"/>
              <a:t>programming</a:t>
            </a:r>
            <a:r>
              <a:rPr spc="-10" dirty="0"/>
              <a:t> </a:t>
            </a:r>
            <a:r>
              <a:rPr spc="-5" dirty="0"/>
              <a:t>practices</a:t>
            </a:r>
            <a:r>
              <a:rPr spc="-25" dirty="0"/>
              <a:t> </a:t>
            </a:r>
            <a:r>
              <a:rPr dirty="0"/>
              <a:t>(a)</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16</a:t>
            </a:fld>
            <a:endParaRPr dirty="0"/>
          </a:p>
        </p:txBody>
      </p:sp>
      <p:graphicFrame>
        <p:nvGraphicFramePr>
          <p:cNvPr id="3" name="object 3"/>
          <p:cNvGraphicFramePr>
            <a:graphicFrameLocks noGrp="1"/>
          </p:cNvGraphicFramePr>
          <p:nvPr/>
        </p:nvGraphicFramePr>
        <p:xfrm>
          <a:off x="450850" y="1573911"/>
          <a:ext cx="8325484" cy="4826022"/>
        </p:xfrm>
        <a:graphic>
          <a:graphicData uri="http://schemas.openxmlformats.org/drawingml/2006/table">
            <a:tbl>
              <a:tblPr firstRow="1" bandRow="1">
                <a:tableStyleId>{2D5ABB26-0587-4C30-8999-92F81FD0307C}</a:tableStyleId>
              </a:tblPr>
              <a:tblGrid>
                <a:gridCol w="2359660">
                  <a:extLst>
                    <a:ext uri="{9D8B030D-6E8A-4147-A177-3AD203B41FA5}">
                      <a16:colId xmlns:a16="http://schemas.microsoft.com/office/drawing/2014/main" xmlns="" val="20000"/>
                    </a:ext>
                  </a:extLst>
                </a:gridCol>
                <a:gridCol w="5965824">
                  <a:extLst>
                    <a:ext uri="{9D8B030D-6E8A-4147-A177-3AD203B41FA5}">
                      <a16:colId xmlns:a16="http://schemas.microsoft.com/office/drawing/2014/main" xmlns="" val="20001"/>
                    </a:ext>
                  </a:extLst>
                </a:gridCol>
              </a:tblGrid>
              <a:tr h="471677">
                <a:tc>
                  <a:txBody>
                    <a:bodyPr/>
                    <a:lstStyle/>
                    <a:p>
                      <a:pPr marL="73025">
                        <a:lnSpc>
                          <a:spcPct val="100000"/>
                        </a:lnSpc>
                        <a:spcBef>
                          <a:spcPts val="680"/>
                        </a:spcBef>
                      </a:pPr>
                      <a:r>
                        <a:rPr sz="1600" b="1" spc="-5" dirty="0">
                          <a:latin typeface="Arial"/>
                          <a:cs typeface="Arial"/>
                        </a:rPr>
                        <a:t>Principle</a:t>
                      </a:r>
                      <a:r>
                        <a:rPr sz="1600" b="1" spc="5" dirty="0">
                          <a:latin typeface="Arial"/>
                          <a:cs typeface="Arial"/>
                        </a:rPr>
                        <a:t> </a:t>
                      </a:r>
                      <a:r>
                        <a:rPr sz="1600" b="1" spc="-5" dirty="0">
                          <a:latin typeface="Arial"/>
                          <a:cs typeface="Arial"/>
                        </a:rPr>
                        <a:t>or practice</a:t>
                      </a:r>
                      <a:endParaRPr sz="1600" dirty="0">
                        <a:latin typeface="Arial"/>
                        <a:cs typeface="Arial"/>
                      </a:endParaRPr>
                    </a:p>
                  </a:txBody>
                  <a:tcPr marL="0" marR="0" marT="863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73025">
                        <a:lnSpc>
                          <a:spcPct val="100000"/>
                        </a:lnSpc>
                        <a:spcBef>
                          <a:spcPts val="680"/>
                        </a:spcBef>
                      </a:pPr>
                      <a:r>
                        <a:rPr sz="1600" b="1" spc="-5" dirty="0">
                          <a:latin typeface="Arial"/>
                          <a:cs typeface="Arial"/>
                        </a:rPr>
                        <a:t>Description</a:t>
                      </a:r>
                      <a:endParaRPr sz="1600">
                        <a:latin typeface="Arial"/>
                        <a:cs typeface="Arial"/>
                      </a:endParaRPr>
                    </a:p>
                  </a:txBody>
                  <a:tcPr marL="0" marR="0" marT="863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xmlns="" val="10000"/>
                  </a:ext>
                </a:extLst>
              </a:tr>
              <a:tr h="1173861">
                <a:tc>
                  <a:txBody>
                    <a:bodyPr/>
                    <a:lstStyle/>
                    <a:p>
                      <a:pPr marL="73025">
                        <a:lnSpc>
                          <a:spcPts val="1885"/>
                        </a:lnSpc>
                      </a:pPr>
                      <a:r>
                        <a:rPr sz="1600" spc="-5" dirty="0">
                          <a:latin typeface="Arial MT"/>
                          <a:cs typeface="Arial MT"/>
                        </a:rPr>
                        <a:t>Incremental</a:t>
                      </a:r>
                      <a:r>
                        <a:rPr sz="1600" dirty="0">
                          <a:latin typeface="Arial MT"/>
                          <a:cs typeface="Arial MT"/>
                        </a:rPr>
                        <a:t> </a:t>
                      </a:r>
                      <a:r>
                        <a:rPr sz="1600" spc="-5" dirty="0">
                          <a:latin typeface="Arial MT"/>
                          <a:cs typeface="Arial MT"/>
                        </a:rPr>
                        <a:t>planning</a:t>
                      </a:r>
                      <a:endParaRPr sz="1600">
                        <a:latin typeface="Arial MT"/>
                        <a:cs typeface="Arial MT"/>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73025" marR="63500" algn="just">
                        <a:lnSpc>
                          <a:spcPts val="1920"/>
                        </a:lnSpc>
                        <a:spcBef>
                          <a:spcPts val="30"/>
                        </a:spcBef>
                      </a:pPr>
                      <a:r>
                        <a:rPr sz="1600" spc="-5" dirty="0">
                          <a:latin typeface="Arial MT"/>
                          <a:cs typeface="Arial MT"/>
                        </a:rPr>
                        <a:t>Requirements </a:t>
                      </a:r>
                      <a:r>
                        <a:rPr sz="1600" dirty="0">
                          <a:latin typeface="Arial MT"/>
                          <a:cs typeface="Arial MT"/>
                        </a:rPr>
                        <a:t>are </a:t>
                      </a:r>
                      <a:r>
                        <a:rPr sz="1600" spc="-5" dirty="0">
                          <a:latin typeface="Arial MT"/>
                          <a:cs typeface="Arial MT"/>
                        </a:rPr>
                        <a:t>recorded on </a:t>
                      </a:r>
                      <a:r>
                        <a:rPr sz="1600" dirty="0">
                          <a:latin typeface="Arial MT"/>
                          <a:cs typeface="Arial MT"/>
                        </a:rPr>
                        <a:t>story </a:t>
                      </a:r>
                      <a:r>
                        <a:rPr sz="1600" spc="-5" dirty="0">
                          <a:latin typeface="Arial MT"/>
                          <a:cs typeface="Arial MT"/>
                        </a:rPr>
                        <a:t>cards and </a:t>
                      </a:r>
                      <a:r>
                        <a:rPr sz="1600" dirty="0">
                          <a:latin typeface="Arial MT"/>
                          <a:cs typeface="Arial MT"/>
                        </a:rPr>
                        <a:t>the </a:t>
                      </a:r>
                      <a:r>
                        <a:rPr sz="1600" spc="-5" dirty="0">
                          <a:latin typeface="Arial MT"/>
                          <a:cs typeface="Arial MT"/>
                        </a:rPr>
                        <a:t>stories to be </a:t>
                      </a:r>
                      <a:r>
                        <a:rPr sz="1600" dirty="0">
                          <a:latin typeface="Arial MT"/>
                          <a:cs typeface="Arial MT"/>
                        </a:rPr>
                        <a:t> </a:t>
                      </a:r>
                      <a:r>
                        <a:rPr sz="1600" spc="-5" dirty="0">
                          <a:latin typeface="Arial MT"/>
                          <a:cs typeface="Arial MT"/>
                        </a:rPr>
                        <a:t>included </a:t>
                      </a:r>
                      <a:r>
                        <a:rPr sz="1600" spc="-10" dirty="0">
                          <a:latin typeface="Arial MT"/>
                          <a:cs typeface="Arial MT"/>
                        </a:rPr>
                        <a:t>in </a:t>
                      </a:r>
                      <a:r>
                        <a:rPr sz="1600" spc="-5" dirty="0">
                          <a:latin typeface="Arial MT"/>
                          <a:cs typeface="Arial MT"/>
                        </a:rPr>
                        <a:t>a </a:t>
                      </a:r>
                      <a:r>
                        <a:rPr sz="1600" dirty="0">
                          <a:latin typeface="Arial MT"/>
                          <a:cs typeface="Arial MT"/>
                        </a:rPr>
                        <a:t>release </a:t>
                      </a:r>
                      <a:r>
                        <a:rPr sz="1600" spc="-5" dirty="0">
                          <a:latin typeface="Arial MT"/>
                          <a:cs typeface="Arial MT"/>
                        </a:rPr>
                        <a:t>are </a:t>
                      </a:r>
                      <a:r>
                        <a:rPr sz="1600" dirty="0">
                          <a:latin typeface="Arial MT"/>
                          <a:cs typeface="Arial MT"/>
                        </a:rPr>
                        <a:t>determined </a:t>
                      </a:r>
                      <a:r>
                        <a:rPr sz="1600" spc="-5" dirty="0">
                          <a:latin typeface="Arial MT"/>
                          <a:cs typeface="Arial MT"/>
                        </a:rPr>
                        <a:t>by the time available and </a:t>
                      </a:r>
                      <a:r>
                        <a:rPr sz="1600" dirty="0">
                          <a:latin typeface="Arial MT"/>
                          <a:cs typeface="Arial MT"/>
                        </a:rPr>
                        <a:t> </a:t>
                      </a:r>
                      <a:r>
                        <a:rPr sz="1600" spc="-5" dirty="0">
                          <a:latin typeface="Arial MT"/>
                          <a:cs typeface="Arial MT"/>
                        </a:rPr>
                        <a:t>their</a:t>
                      </a:r>
                      <a:r>
                        <a:rPr sz="1600" spc="400" dirty="0">
                          <a:latin typeface="Arial MT"/>
                          <a:cs typeface="Arial MT"/>
                        </a:rPr>
                        <a:t> </a:t>
                      </a:r>
                      <a:r>
                        <a:rPr sz="1600" spc="-5" dirty="0">
                          <a:latin typeface="Arial MT"/>
                          <a:cs typeface="Arial MT"/>
                        </a:rPr>
                        <a:t>relative</a:t>
                      </a:r>
                      <a:r>
                        <a:rPr sz="1600" spc="395" dirty="0">
                          <a:latin typeface="Arial MT"/>
                          <a:cs typeface="Arial MT"/>
                        </a:rPr>
                        <a:t> </a:t>
                      </a:r>
                      <a:r>
                        <a:rPr sz="1600" spc="-20" dirty="0">
                          <a:latin typeface="Arial MT"/>
                          <a:cs typeface="Arial MT"/>
                        </a:rPr>
                        <a:t>priority.</a:t>
                      </a:r>
                      <a:r>
                        <a:rPr sz="1600" spc="390" dirty="0">
                          <a:latin typeface="Arial MT"/>
                          <a:cs typeface="Arial MT"/>
                        </a:rPr>
                        <a:t> </a:t>
                      </a:r>
                      <a:r>
                        <a:rPr sz="1600" spc="-5" dirty="0">
                          <a:latin typeface="Arial MT"/>
                          <a:cs typeface="Arial MT"/>
                        </a:rPr>
                        <a:t>The</a:t>
                      </a:r>
                      <a:r>
                        <a:rPr sz="1600" spc="390" dirty="0">
                          <a:latin typeface="Arial MT"/>
                          <a:cs typeface="Arial MT"/>
                        </a:rPr>
                        <a:t> </a:t>
                      </a:r>
                      <a:r>
                        <a:rPr sz="1600" spc="-5" dirty="0">
                          <a:latin typeface="Arial MT"/>
                          <a:cs typeface="Arial MT"/>
                        </a:rPr>
                        <a:t>developers</a:t>
                      </a:r>
                      <a:r>
                        <a:rPr sz="1600" spc="400" dirty="0">
                          <a:latin typeface="Arial MT"/>
                          <a:cs typeface="Arial MT"/>
                        </a:rPr>
                        <a:t> </a:t>
                      </a:r>
                      <a:r>
                        <a:rPr sz="1600" spc="-5" dirty="0">
                          <a:latin typeface="Arial MT"/>
                          <a:cs typeface="Arial MT"/>
                        </a:rPr>
                        <a:t>break</a:t>
                      </a:r>
                      <a:r>
                        <a:rPr sz="1600" spc="409" dirty="0">
                          <a:latin typeface="Arial MT"/>
                          <a:cs typeface="Arial MT"/>
                        </a:rPr>
                        <a:t> </a:t>
                      </a:r>
                      <a:r>
                        <a:rPr sz="1600" dirty="0">
                          <a:latin typeface="Arial MT"/>
                          <a:cs typeface="Arial MT"/>
                        </a:rPr>
                        <a:t>these</a:t>
                      </a:r>
                      <a:r>
                        <a:rPr sz="1600" spc="395" dirty="0">
                          <a:latin typeface="Arial MT"/>
                          <a:cs typeface="Arial MT"/>
                        </a:rPr>
                        <a:t> </a:t>
                      </a:r>
                      <a:r>
                        <a:rPr sz="1600" spc="-5" dirty="0">
                          <a:latin typeface="Arial MT"/>
                          <a:cs typeface="Arial MT"/>
                        </a:rPr>
                        <a:t>stories</a:t>
                      </a:r>
                      <a:r>
                        <a:rPr sz="1600" spc="400" dirty="0">
                          <a:latin typeface="Arial MT"/>
                          <a:cs typeface="Arial MT"/>
                        </a:rPr>
                        <a:t> </a:t>
                      </a:r>
                      <a:r>
                        <a:rPr sz="1600" spc="-5" dirty="0">
                          <a:latin typeface="Arial MT"/>
                          <a:cs typeface="Arial MT"/>
                        </a:rPr>
                        <a:t>into</a:t>
                      </a:r>
                      <a:endParaRPr sz="1600" dirty="0">
                        <a:latin typeface="Arial MT"/>
                        <a:cs typeface="Arial MT"/>
                      </a:endParaRPr>
                    </a:p>
                    <a:p>
                      <a:pPr marL="73025" algn="just">
                        <a:lnSpc>
                          <a:spcPts val="1860"/>
                        </a:lnSpc>
                      </a:pPr>
                      <a:r>
                        <a:rPr sz="1600" spc="-5" dirty="0">
                          <a:latin typeface="Arial MT"/>
                          <a:cs typeface="Arial MT"/>
                        </a:rPr>
                        <a:t>development</a:t>
                      </a:r>
                      <a:r>
                        <a:rPr sz="1600" dirty="0">
                          <a:latin typeface="Arial MT"/>
                          <a:cs typeface="Arial MT"/>
                        </a:rPr>
                        <a:t> </a:t>
                      </a:r>
                      <a:r>
                        <a:rPr sz="1600" spc="-25" dirty="0">
                          <a:latin typeface="Arial MT"/>
                          <a:cs typeface="Arial MT"/>
                        </a:rPr>
                        <a:t>‘Tasks’.</a:t>
                      </a:r>
                      <a:r>
                        <a:rPr sz="1600" spc="-15" dirty="0">
                          <a:latin typeface="Arial MT"/>
                          <a:cs typeface="Arial MT"/>
                        </a:rPr>
                        <a:t> </a:t>
                      </a:r>
                      <a:r>
                        <a:rPr sz="1600" spc="-5" dirty="0">
                          <a:latin typeface="Arial MT"/>
                          <a:cs typeface="Arial MT"/>
                        </a:rPr>
                        <a:t>See</a:t>
                      </a:r>
                      <a:r>
                        <a:rPr sz="1600" dirty="0">
                          <a:latin typeface="Arial MT"/>
                          <a:cs typeface="Arial MT"/>
                        </a:rPr>
                        <a:t> </a:t>
                      </a:r>
                      <a:r>
                        <a:rPr sz="1600" spc="-5" dirty="0">
                          <a:latin typeface="Arial MT"/>
                          <a:cs typeface="Arial MT"/>
                        </a:rPr>
                        <a:t>Figures</a:t>
                      </a:r>
                      <a:r>
                        <a:rPr sz="1600" spc="5" dirty="0">
                          <a:latin typeface="Arial MT"/>
                          <a:cs typeface="Arial MT"/>
                        </a:rPr>
                        <a:t> </a:t>
                      </a:r>
                      <a:r>
                        <a:rPr sz="1600" spc="-5" dirty="0">
                          <a:latin typeface="Arial MT"/>
                          <a:cs typeface="Arial MT"/>
                        </a:rPr>
                        <a:t>3.5</a:t>
                      </a:r>
                      <a:r>
                        <a:rPr sz="1600" spc="10" dirty="0">
                          <a:latin typeface="Arial MT"/>
                          <a:cs typeface="Arial MT"/>
                        </a:rPr>
                        <a:t> </a:t>
                      </a:r>
                      <a:r>
                        <a:rPr sz="1600" spc="-5" dirty="0">
                          <a:latin typeface="Arial MT"/>
                          <a:cs typeface="Arial MT"/>
                        </a:rPr>
                        <a:t>and</a:t>
                      </a:r>
                      <a:r>
                        <a:rPr sz="1600" dirty="0">
                          <a:latin typeface="Arial MT"/>
                          <a:cs typeface="Arial MT"/>
                        </a:rPr>
                        <a:t> </a:t>
                      </a:r>
                      <a:r>
                        <a:rPr sz="1600" spc="-5" dirty="0">
                          <a:latin typeface="Arial MT"/>
                          <a:cs typeface="Arial MT"/>
                        </a:rPr>
                        <a:t>3.6.</a:t>
                      </a:r>
                      <a:endParaRPr sz="1600" dirty="0">
                        <a:latin typeface="Arial MT"/>
                        <a:cs typeface="Arial MT"/>
                      </a:endParaRPr>
                    </a:p>
                  </a:txBody>
                  <a:tcPr marL="0" marR="0" marT="381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xmlns="" val="10001"/>
                  </a:ext>
                </a:extLst>
              </a:tr>
              <a:tr h="955420">
                <a:tc>
                  <a:txBody>
                    <a:bodyPr/>
                    <a:lstStyle/>
                    <a:p>
                      <a:pPr marL="73025">
                        <a:lnSpc>
                          <a:spcPts val="1885"/>
                        </a:lnSpc>
                      </a:pPr>
                      <a:r>
                        <a:rPr sz="1600" spc="-5" dirty="0">
                          <a:latin typeface="Arial MT"/>
                          <a:cs typeface="Arial MT"/>
                        </a:rPr>
                        <a:t>Small</a:t>
                      </a:r>
                      <a:r>
                        <a:rPr sz="1600" spc="-35" dirty="0">
                          <a:latin typeface="Arial MT"/>
                          <a:cs typeface="Arial MT"/>
                        </a:rPr>
                        <a:t> </a:t>
                      </a:r>
                      <a:r>
                        <a:rPr sz="1600" spc="-5" dirty="0">
                          <a:latin typeface="Arial MT"/>
                          <a:cs typeface="Arial MT"/>
                        </a:rPr>
                        <a:t>releases</a:t>
                      </a:r>
                      <a:endParaRPr sz="1600">
                        <a:latin typeface="Arial MT"/>
                        <a:cs typeface="Arial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73025" marR="66040" algn="just">
                        <a:lnSpc>
                          <a:spcPts val="1920"/>
                        </a:lnSpc>
                        <a:spcBef>
                          <a:spcPts val="30"/>
                        </a:spcBef>
                      </a:pPr>
                      <a:r>
                        <a:rPr sz="1600" spc="-5" dirty="0">
                          <a:latin typeface="Arial MT"/>
                          <a:cs typeface="Arial MT"/>
                        </a:rPr>
                        <a:t>The minimal useful set of functionality </a:t>
                      </a:r>
                      <a:r>
                        <a:rPr sz="1600" dirty="0">
                          <a:latin typeface="Arial MT"/>
                          <a:cs typeface="Arial MT"/>
                        </a:rPr>
                        <a:t>that </a:t>
                      </a:r>
                      <a:r>
                        <a:rPr sz="1600" spc="-5" dirty="0">
                          <a:latin typeface="Arial MT"/>
                          <a:cs typeface="Arial MT"/>
                        </a:rPr>
                        <a:t>provides business </a:t>
                      </a:r>
                      <a:r>
                        <a:rPr sz="1600" dirty="0">
                          <a:latin typeface="Arial MT"/>
                          <a:cs typeface="Arial MT"/>
                        </a:rPr>
                        <a:t> </a:t>
                      </a:r>
                      <a:r>
                        <a:rPr sz="1600" spc="-5" dirty="0">
                          <a:latin typeface="Arial MT"/>
                          <a:cs typeface="Arial MT"/>
                        </a:rPr>
                        <a:t>value</a:t>
                      </a:r>
                      <a:r>
                        <a:rPr sz="1600" spc="315" dirty="0">
                          <a:latin typeface="Arial MT"/>
                          <a:cs typeface="Arial MT"/>
                        </a:rPr>
                        <a:t> </a:t>
                      </a:r>
                      <a:r>
                        <a:rPr sz="1600" dirty="0">
                          <a:latin typeface="Arial MT"/>
                          <a:cs typeface="Arial MT"/>
                        </a:rPr>
                        <a:t>is</a:t>
                      </a:r>
                      <a:r>
                        <a:rPr sz="1600" spc="330" dirty="0">
                          <a:latin typeface="Arial MT"/>
                          <a:cs typeface="Arial MT"/>
                        </a:rPr>
                        <a:t> </a:t>
                      </a:r>
                      <a:r>
                        <a:rPr sz="1600" spc="-5" dirty="0">
                          <a:latin typeface="Arial MT"/>
                          <a:cs typeface="Arial MT"/>
                        </a:rPr>
                        <a:t>developed</a:t>
                      </a:r>
                      <a:r>
                        <a:rPr sz="1600" spc="335" dirty="0">
                          <a:latin typeface="Arial MT"/>
                          <a:cs typeface="Arial MT"/>
                        </a:rPr>
                        <a:t> </a:t>
                      </a:r>
                      <a:r>
                        <a:rPr sz="1600" dirty="0">
                          <a:latin typeface="Arial MT"/>
                          <a:cs typeface="Arial MT"/>
                        </a:rPr>
                        <a:t>first.</a:t>
                      </a:r>
                      <a:r>
                        <a:rPr sz="1600" spc="320" dirty="0">
                          <a:latin typeface="Arial MT"/>
                          <a:cs typeface="Arial MT"/>
                        </a:rPr>
                        <a:t> </a:t>
                      </a:r>
                      <a:r>
                        <a:rPr sz="1600" spc="-5" dirty="0">
                          <a:latin typeface="Arial MT"/>
                          <a:cs typeface="Arial MT"/>
                        </a:rPr>
                        <a:t>Releases</a:t>
                      </a:r>
                      <a:r>
                        <a:rPr sz="1600" spc="335" dirty="0">
                          <a:latin typeface="Arial MT"/>
                          <a:cs typeface="Arial MT"/>
                        </a:rPr>
                        <a:t> </a:t>
                      </a:r>
                      <a:r>
                        <a:rPr sz="1600" spc="-5" dirty="0">
                          <a:latin typeface="Arial MT"/>
                          <a:cs typeface="Arial MT"/>
                        </a:rPr>
                        <a:t>of</a:t>
                      </a:r>
                      <a:r>
                        <a:rPr sz="1600" spc="340" dirty="0">
                          <a:latin typeface="Arial MT"/>
                          <a:cs typeface="Arial MT"/>
                        </a:rPr>
                        <a:t> </a:t>
                      </a:r>
                      <a:r>
                        <a:rPr sz="1600" spc="-5" dirty="0">
                          <a:latin typeface="Arial MT"/>
                          <a:cs typeface="Arial MT"/>
                        </a:rPr>
                        <a:t>the</a:t>
                      </a:r>
                      <a:r>
                        <a:rPr sz="1600" spc="330" dirty="0">
                          <a:latin typeface="Arial MT"/>
                          <a:cs typeface="Arial MT"/>
                        </a:rPr>
                        <a:t> </a:t>
                      </a:r>
                      <a:r>
                        <a:rPr sz="1600" spc="-5" dirty="0">
                          <a:latin typeface="Arial MT"/>
                          <a:cs typeface="Arial MT"/>
                        </a:rPr>
                        <a:t>system</a:t>
                      </a:r>
                      <a:r>
                        <a:rPr sz="1600" spc="340" dirty="0">
                          <a:latin typeface="Arial MT"/>
                          <a:cs typeface="Arial MT"/>
                        </a:rPr>
                        <a:t> </a:t>
                      </a:r>
                      <a:r>
                        <a:rPr sz="1600" spc="-5" dirty="0">
                          <a:latin typeface="Arial MT"/>
                          <a:cs typeface="Arial MT"/>
                        </a:rPr>
                        <a:t>are</a:t>
                      </a:r>
                      <a:r>
                        <a:rPr sz="1600" spc="335" dirty="0">
                          <a:latin typeface="Arial MT"/>
                          <a:cs typeface="Arial MT"/>
                        </a:rPr>
                        <a:t> </a:t>
                      </a:r>
                      <a:r>
                        <a:rPr sz="1600" spc="-5" dirty="0">
                          <a:latin typeface="Arial MT"/>
                          <a:cs typeface="Arial MT"/>
                        </a:rPr>
                        <a:t>frequent </a:t>
                      </a:r>
                      <a:r>
                        <a:rPr sz="1600" spc="-434" dirty="0">
                          <a:latin typeface="Arial MT"/>
                          <a:cs typeface="Arial MT"/>
                        </a:rPr>
                        <a:t> </a:t>
                      </a:r>
                      <a:r>
                        <a:rPr sz="1600" spc="-5" dirty="0">
                          <a:latin typeface="Arial MT"/>
                          <a:cs typeface="Arial MT"/>
                        </a:rPr>
                        <a:t>and incrementally add</a:t>
                      </a:r>
                      <a:r>
                        <a:rPr sz="1600" spc="10" dirty="0">
                          <a:latin typeface="Arial MT"/>
                          <a:cs typeface="Arial MT"/>
                        </a:rPr>
                        <a:t> </a:t>
                      </a:r>
                      <a:r>
                        <a:rPr sz="1600" dirty="0">
                          <a:latin typeface="Arial MT"/>
                          <a:cs typeface="Arial MT"/>
                        </a:rPr>
                        <a:t>functionality</a:t>
                      </a:r>
                      <a:r>
                        <a:rPr sz="1600" spc="-20" dirty="0">
                          <a:latin typeface="Arial MT"/>
                          <a:cs typeface="Arial MT"/>
                        </a:rPr>
                        <a:t> </a:t>
                      </a:r>
                      <a:r>
                        <a:rPr sz="1600" spc="-5" dirty="0">
                          <a:latin typeface="Arial MT"/>
                          <a:cs typeface="Arial MT"/>
                        </a:rPr>
                        <a:t>to</a:t>
                      </a:r>
                      <a:r>
                        <a:rPr sz="1600" spc="10" dirty="0">
                          <a:latin typeface="Arial MT"/>
                          <a:cs typeface="Arial MT"/>
                        </a:rPr>
                        <a:t> </a:t>
                      </a:r>
                      <a:r>
                        <a:rPr sz="1600" spc="-5" dirty="0">
                          <a:latin typeface="Arial MT"/>
                          <a:cs typeface="Arial MT"/>
                        </a:rPr>
                        <a:t>the</a:t>
                      </a:r>
                      <a:r>
                        <a:rPr sz="1600" spc="10" dirty="0">
                          <a:latin typeface="Arial MT"/>
                          <a:cs typeface="Arial MT"/>
                        </a:rPr>
                        <a:t> </a:t>
                      </a:r>
                      <a:r>
                        <a:rPr sz="1600" spc="-5" dirty="0">
                          <a:latin typeface="Arial MT"/>
                          <a:cs typeface="Arial MT"/>
                        </a:rPr>
                        <a:t>first</a:t>
                      </a:r>
                      <a:r>
                        <a:rPr sz="1600" spc="15" dirty="0">
                          <a:latin typeface="Arial MT"/>
                          <a:cs typeface="Arial MT"/>
                        </a:rPr>
                        <a:t> </a:t>
                      </a:r>
                      <a:r>
                        <a:rPr sz="1600" spc="-5" dirty="0">
                          <a:latin typeface="Arial MT"/>
                          <a:cs typeface="Arial MT"/>
                        </a:rPr>
                        <a:t>release.</a:t>
                      </a:r>
                      <a:endParaRPr sz="1600" dirty="0">
                        <a:latin typeface="Arial MT"/>
                        <a:cs typeface="Arial MT"/>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xmlns="" val="10002"/>
                  </a:ext>
                </a:extLst>
              </a:tr>
              <a:tr h="579120">
                <a:tc>
                  <a:txBody>
                    <a:bodyPr/>
                    <a:lstStyle/>
                    <a:p>
                      <a:pPr marL="73025">
                        <a:lnSpc>
                          <a:spcPts val="1889"/>
                        </a:lnSpc>
                      </a:pPr>
                      <a:r>
                        <a:rPr sz="1600" spc="-5" dirty="0">
                          <a:latin typeface="Arial MT"/>
                          <a:cs typeface="Arial MT"/>
                        </a:rPr>
                        <a:t>Simple</a:t>
                      </a:r>
                      <a:r>
                        <a:rPr sz="1600" spc="-35" dirty="0">
                          <a:latin typeface="Arial MT"/>
                          <a:cs typeface="Arial MT"/>
                        </a:rPr>
                        <a:t> </a:t>
                      </a:r>
                      <a:r>
                        <a:rPr sz="1600" spc="-5" dirty="0">
                          <a:latin typeface="Arial MT"/>
                          <a:cs typeface="Arial MT"/>
                        </a:rPr>
                        <a:t>design</a:t>
                      </a:r>
                      <a:endParaRPr sz="1600">
                        <a:latin typeface="Arial MT"/>
                        <a:cs typeface="Arial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73025" marR="67945">
                        <a:lnSpc>
                          <a:spcPts val="1920"/>
                        </a:lnSpc>
                        <a:spcBef>
                          <a:spcPts val="30"/>
                        </a:spcBef>
                      </a:pPr>
                      <a:r>
                        <a:rPr sz="1600" spc="-5" dirty="0">
                          <a:latin typeface="Arial MT"/>
                          <a:cs typeface="Arial MT"/>
                        </a:rPr>
                        <a:t>Enough</a:t>
                      </a:r>
                      <a:r>
                        <a:rPr sz="1600" spc="210" dirty="0">
                          <a:latin typeface="Arial MT"/>
                          <a:cs typeface="Arial MT"/>
                        </a:rPr>
                        <a:t> </a:t>
                      </a:r>
                      <a:r>
                        <a:rPr sz="1600" spc="-5" dirty="0">
                          <a:latin typeface="Arial MT"/>
                          <a:cs typeface="Arial MT"/>
                        </a:rPr>
                        <a:t>design</a:t>
                      </a:r>
                      <a:r>
                        <a:rPr sz="1600" spc="195" dirty="0">
                          <a:latin typeface="Arial MT"/>
                          <a:cs typeface="Arial MT"/>
                        </a:rPr>
                        <a:t> </a:t>
                      </a:r>
                      <a:r>
                        <a:rPr sz="1600" spc="-10" dirty="0">
                          <a:latin typeface="Arial MT"/>
                          <a:cs typeface="Arial MT"/>
                        </a:rPr>
                        <a:t>is</a:t>
                      </a:r>
                      <a:r>
                        <a:rPr sz="1600" spc="220" dirty="0">
                          <a:latin typeface="Arial MT"/>
                          <a:cs typeface="Arial MT"/>
                        </a:rPr>
                        <a:t> </a:t>
                      </a:r>
                      <a:r>
                        <a:rPr sz="1600" spc="-5" dirty="0">
                          <a:latin typeface="Arial MT"/>
                          <a:cs typeface="Arial MT"/>
                        </a:rPr>
                        <a:t>carried</a:t>
                      </a:r>
                      <a:r>
                        <a:rPr sz="1600" spc="210" dirty="0">
                          <a:latin typeface="Arial MT"/>
                          <a:cs typeface="Arial MT"/>
                        </a:rPr>
                        <a:t> </a:t>
                      </a:r>
                      <a:r>
                        <a:rPr sz="1600" dirty="0">
                          <a:latin typeface="Arial MT"/>
                          <a:cs typeface="Arial MT"/>
                        </a:rPr>
                        <a:t>out</a:t>
                      </a:r>
                      <a:r>
                        <a:rPr sz="1600" spc="225" dirty="0">
                          <a:latin typeface="Arial MT"/>
                          <a:cs typeface="Arial MT"/>
                        </a:rPr>
                        <a:t> </a:t>
                      </a:r>
                      <a:r>
                        <a:rPr sz="1600" spc="-5" dirty="0">
                          <a:latin typeface="Arial MT"/>
                          <a:cs typeface="Arial MT"/>
                        </a:rPr>
                        <a:t>to</a:t>
                      </a:r>
                      <a:r>
                        <a:rPr sz="1600" spc="225" dirty="0">
                          <a:latin typeface="Arial MT"/>
                          <a:cs typeface="Arial MT"/>
                        </a:rPr>
                        <a:t> </a:t>
                      </a:r>
                      <a:r>
                        <a:rPr sz="1600" spc="-5" dirty="0">
                          <a:latin typeface="Arial MT"/>
                          <a:cs typeface="Arial MT"/>
                        </a:rPr>
                        <a:t>meet</a:t>
                      </a:r>
                      <a:r>
                        <a:rPr sz="1600" spc="220" dirty="0">
                          <a:latin typeface="Arial MT"/>
                          <a:cs typeface="Arial MT"/>
                        </a:rPr>
                        <a:t> </a:t>
                      </a:r>
                      <a:r>
                        <a:rPr sz="1600" spc="-5" dirty="0">
                          <a:latin typeface="Arial MT"/>
                          <a:cs typeface="Arial MT"/>
                        </a:rPr>
                        <a:t>the</a:t>
                      </a:r>
                      <a:r>
                        <a:rPr sz="1600" spc="225" dirty="0">
                          <a:latin typeface="Arial MT"/>
                          <a:cs typeface="Arial MT"/>
                        </a:rPr>
                        <a:t> </a:t>
                      </a:r>
                      <a:r>
                        <a:rPr sz="1600" spc="-5" dirty="0">
                          <a:latin typeface="Arial MT"/>
                          <a:cs typeface="Arial MT"/>
                        </a:rPr>
                        <a:t>current</a:t>
                      </a:r>
                      <a:r>
                        <a:rPr sz="1600" spc="220" dirty="0">
                          <a:latin typeface="Arial MT"/>
                          <a:cs typeface="Arial MT"/>
                        </a:rPr>
                        <a:t> </a:t>
                      </a:r>
                      <a:r>
                        <a:rPr sz="1600" spc="-5" dirty="0">
                          <a:latin typeface="Arial MT"/>
                          <a:cs typeface="Arial MT"/>
                        </a:rPr>
                        <a:t>requirements </a:t>
                      </a:r>
                      <a:r>
                        <a:rPr sz="1600" spc="-430" dirty="0">
                          <a:latin typeface="Arial MT"/>
                          <a:cs typeface="Arial MT"/>
                        </a:rPr>
                        <a:t> </a:t>
                      </a:r>
                      <a:r>
                        <a:rPr sz="1600" spc="-5" dirty="0">
                          <a:latin typeface="Arial MT"/>
                          <a:cs typeface="Arial MT"/>
                        </a:rPr>
                        <a:t>and no</a:t>
                      </a:r>
                      <a:r>
                        <a:rPr sz="1600" spc="10" dirty="0">
                          <a:latin typeface="Arial MT"/>
                          <a:cs typeface="Arial MT"/>
                        </a:rPr>
                        <a:t> </a:t>
                      </a:r>
                      <a:r>
                        <a:rPr sz="1600" spc="-5" dirty="0">
                          <a:latin typeface="Arial MT"/>
                          <a:cs typeface="Arial MT"/>
                        </a:rPr>
                        <a:t>more.</a:t>
                      </a:r>
                      <a:endParaRPr sz="1600" dirty="0">
                        <a:latin typeface="Arial MT"/>
                        <a:cs typeface="Arial MT"/>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xmlns="" val="10003"/>
                  </a:ext>
                </a:extLst>
              </a:tr>
              <a:tr h="822959">
                <a:tc>
                  <a:txBody>
                    <a:bodyPr/>
                    <a:lstStyle/>
                    <a:p>
                      <a:pPr marL="73025">
                        <a:lnSpc>
                          <a:spcPts val="1889"/>
                        </a:lnSpc>
                      </a:pPr>
                      <a:r>
                        <a:rPr sz="1600" spc="-25" dirty="0">
                          <a:latin typeface="Arial MT"/>
                          <a:cs typeface="Arial MT"/>
                        </a:rPr>
                        <a:t>Test-first</a:t>
                      </a:r>
                      <a:r>
                        <a:rPr sz="1600" spc="15" dirty="0">
                          <a:latin typeface="Arial MT"/>
                          <a:cs typeface="Arial MT"/>
                        </a:rPr>
                        <a:t> </a:t>
                      </a:r>
                      <a:r>
                        <a:rPr sz="1600" spc="-5" dirty="0">
                          <a:latin typeface="Arial MT"/>
                          <a:cs typeface="Arial MT"/>
                        </a:rPr>
                        <a:t>development</a:t>
                      </a:r>
                      <a:endParaRPr sz="1600">
                        <a:latin typeface="Arial MT"/>
                        <a:cs typeface="Arial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73025" marR="66040" algn="just">
                        <a:lnSpc>
                          <a:spcPts val="1920"/>
                        </a:lnSpc>
                        <a:spcBef>
                          <a:spcPts val="30"/>
                        </a:spcBef>
                      </a:pPr>
                      <a:r>
                        <a:rPr sz="1600" spc="-5" dirty="0">
                          <a:latin typeface="Arial MT"/>
                          <a:cs typeface="Arial MT"/>
                        </a:rPr>
                        <a:t>An</a:t>
                      </a:r>
                      <a:r>
                        <a:rPr sz="1600" spc="285" dirty="0">
                          <a:latin typeface="Arial MT"/>
                          <a:cs typeface="Arial MT"/>
                        </a:rPr>
                        <a:t> </a:t>
                      </a:r>
                      <a:r>
                        <a:rPr sz="1600" spc="-5" dirty="0">
                          <a:latin typeface="Arial MT"/>
                          <a:cs typeface="Arial MT"/>
                        </a:rPr>
                        <a:t>automated</a:t>
                      </a:r>
                      <a:r>
                        <a:rPr sz="1600" spc="305" dirty="0">
                          <a:latin typeface="Arial MT"/>
                          <a:cs typeface="Arial MT"/>
                        </a:rPr>
                        <a:t> </a:t>
                      </a:r>
                      <a:r>
                        <a:rPr sz="1600" dirty="0">
                          <a:latin typeface="Arial MT"/>
                          <a:cs typeface="Arial MT"/>
                        </a:rPr>
                        <a:t>unit</a:t>
                      </a:r>
                      <a:r>
                        <a:rPr sz="1600" spc="295" dirty="0">
                          <a:latin typeface="Arial MT"/>
                          <a:cs typeface="Arial MT"/>
                        </a:rPr>
                        <a:t> </a:t>
                      </a:r>
                      <a:r>
                        <a:rPr sz="1600" spc="-5" dirty="0">
                          <a:latin typeface="Arial MT"/>
                          <a:cs typeface="Arial MT"/>
                        </a:rPr>
                        <a:t>test</a:t>
                      </a:r>
                      <a:r>
                        <a:rPr sz="1600" spc="315" dirty="0">
                          <a:latin typeface="Arial MT"/>
                          <a:cs typeface="Arial MT"/>
                        </a:rPr>
                        <a:t> </a:t>
                      </a:r>
                      <a:r>
                        <a:rPr sz="1600" spc="-5" dirty="0">
                          <a:latin typeface="Arial MT"/>
                          <a:cs typeface="Arial MT"/>
                        </a:rPr>
                        <a:t>framework</a:t>
                      </a:r>
                      <a:r>
                        <a:rPr sz="1600" spc="310" dirty="0">
                          <a:latin typeface="Arial MT"/>
                          <a:cs typeface="Arial MT"/>
                        </a:rPr>
                        <a:t> </a:t>
                      </a:r>
                      <a:r>
                        <a:rPr sz="1600" dirty="0">
                          <a:latin typeface="Arial MT"/>
                          <a:cs typeface="Arial MT"/>
                        </a:rPr>
                        <a:t>is</a:t>
                      </a:r>
                      <a:r>
                        <a:rPr sz="1600" spc="310" dirty="0">
                          <a:latin typeface="Arial MT"/>
                          <a:cs typeface="Arial MT"/>
                        </a:rPr>
                        <a:t> </a:t>
                      </a:r>
                      <a:r>
                        <a:rPr sz="1600" spc="-5" dirty="0">
                          <a:latin typeface="Arial MT"/>
                          <a:cs typeface="Arial MT"/>
                        </a:rPr>
                        <a:t>used</a:t>
                      </a:r>
                      <a:r>
                        <a:rPr sz="1600" spc="310" dirty="0">
                          <a:latin typeface="Arial MT"/>
                          <a:cs typeface="Arial MT"/>
                        </a:rPr>
                        <a:t> </a:t>
                      </a:r>
                      <a:r>
                        <a:rPr sz="1600" spc="-5" dirty="0">
                          <a:latin typeface="Arial MT"/>
                          <a:cs typeface="Arial MT"/>
                        </a:rPr>
                        <a:t>to</a:t>
                      </a:r>
                      <a:r>
                        <a:rPr sz="1600" spc="305" dirty="0">
                          <a:latin typeface="Arial MT"/>
                          <a:cs typeface="Arial MT"/>
                        </a:rPr>
                        <a:t> </a:t>
                      </a:r>
                      <a:r>
                        <a:rPr sz="1600" spc="-5" dirty="0">
                          <a:latin typeface="Arial MT"/>
                          <a:cs typeface="Arial MT"/>
                        </a:rPr>
                        <a:t>write</a:t>
                      </a:r>
                      <a:r>
                        <a:rPr sz="1600" spc="305" dirty="0">
                          <a:latin typeface="Arial MT"/>
                          <a:cs typeface="Arial MT"/>
                        </a:rPr>
                        <a:t> </a:t>
                      </a:r>
                      <a:r>
                        <a:rPr sz="1600" spc="-5" dirty="0">
                          <a:latin typeface="Arial MT"/>
                          <a:cs typeface="Arial MT"/>
                        </a:rPr>
                        <a:t>tests</a:t>
                      </a:r>
                      <a:r>
                        <a:rPr sz="1600" spc="310" dirty="0">
                          <a:latin typeface="Arial MT"/>
                          <a:cs typeface="Arial MT"/>
                        </a:rPr>
                        <a:t> </a:t>
                      </a:r>
                      <a:r>
                        <a:rPr sz="1600" spc="-5" dirty="0">
                          <a:latin typeface="Arial MT"/>
                          <a:cs typeface="Arial MT"/>
                        </a:rPr>
                        <a:t>for</a:t>
                      </a:r>
                      <a:r>
                        <a:rPr sz="1600" spc="300" dirty="0">
                          <a:latin typeface="Arial MT"/>
                          <a:cs typeface="Arial MT"/>
                        </a:rPr>
                        <a:t> </a:t>
                      </a:r>
                      <a:r>
                        <a:rPr sz="1600" spc="-5" dirty="0">
                          <a:latin typeface="Arial MT"/>
                          <a:cs typeface="Arial MT"/>
                        </a:rPr>
                        <a:t>a </a:t>
                      </a:r>
                      <a:r>
                        <a:rPr sz="1600" spc="-434" dirty="0">
                          <a:latin typeface="Arial MT"/>
                          <a:cs typeface="Arial MT"/>
                        </a:rPr>
                        <a:t> </a:t>
                      </a:r>
                      <a:r>
                        <a:rPr sz="1600" spc="-5" dirty="0">
                          <a:latin typeface="Arial MT"/>
                          <a:cs typeface="Arial MT"/>
                        </a:rPr>
                        <a:t>new</a:t>
                      </a:r>
                      <a:r>
                        <a:rPr sz="1600" dirty="0">
                          <a:latin typeface="Arial MT"/>
                          <a:cs typeface="Arial MT"/>
                        </a:rPr>
                        <a:t> </a:t>
                      </a:r>
                      <a:r>
                        <a:rPr sz="1600" spc="-5" dirty="0">
                          <a:latin typeface="Arial MT"/>
                          <a:cs typeface="Arial MT"/>
                        </a:rPr>
                        <a:t>piece</a:t>
                      </a:r>
                      <a:r>
                        <a:rPr sz="1600" dirty="0">
                          <a:latin typeface="Arial MT"/>
                          <a:cs typeface="Arial MT"/>
                        </a:rPr>
                        <a:t> </a:t>
                      </a:r>
                      <a:r>
                        <a:rPr sz="1600" spc="-5" dirty="0">
                          <a:latin typeface="Arial MT"/>
                          <a:cs typeface="Arial MT"/>
                        </a:rPr>
                        <a:t>of</a:t>
                      </a:r>
                      <a:r>
                        <a:rPr sz="1600" dirty="0">
                          <a:latin typeface="Arial MT"/>
                          <a:cs typeface="Arial MT"/>
                        </a:rPr>
                        <a:t> </a:t>
                      </a:r>
                      <a:r>
                        <a:rPr sz="1600" spc="-5" dirty="0">
                          <a:latin typeface="Arial MT"/>
                          <a:cs typeface="Arial MT"/>
                        </a:rPr>
                        <a:t>functionality</a:t>
                      </a:r>
                      <a:r>
                        <a:rPr sz="1600" dirty="0">
                          <a:latin typeface="Arial MT"/>
                          <a:cs typeface="Arial MT"/>
                        </a:rPr>
                        <a:t> </a:t>
                      </a:r>
                      <a:r>
                        <a:rPr sz="1600" spc="-5" dirty="0">
                          <a:latin typeface="Arial MT"/>
                          <a:cs typeface="Arial MT"/>
                        </a:rPr>
                        <a:t>before</a:t>
                      </a:r>
                      <a:r>
                        <a:rPr sz="1600" dirty="0">
                          <a:latin typeface="Arial MT"/>
                          <a:cs typeface="Arial MT"/>
                        </a:rPr>
                        <a:t> that</a:t>
                      </a:r>
                      <a:r>
                        <a:rPr sz="1600" spc="5" dirty="0">
                          <a:latin typeface="Arial MT"/>
                          <a:cs typeface="Arial MT"/>
                        </a:rPr>
                        <a:t> </a:t>
                      </a:r>
                      <a:r>
                        <a:rPr sz="1600" spc="-5" dirty="0">
                          <a:latin typeface="Arial MT"/>
                          <a:cs typeface="Arial MT"/>
                        </a:rPr>
                        <a:t>functionality</a:t>
                      </a:r>
                      <a:r>
                        <a:rPr sz="1600" dirty="0">
                          <a:latin typeface="Arial MT"/>
                          <a:cs typeface="Arial MT"/>
                        </a:rPr>
                        <a:t> </a:t>
                      </a:r>
                      <a:r>
                        <a:rPr sz="1600" spc="-5" dirty="0">
                          <a:latin typeface="Arial MT"/>
                          <a:cs typeface="Arial MT"/>
                        </a:rPr>
                        <a:t>itself</a:t>
                      </a:r>
                      <a:r>
                        <a:rPr sz="1600" dirty="0">
                          <a:latin typeface="Arial MT"/>
                          <a:cs typeface="Arial MT"/>
                        </a:rPr>
                        <a:t> is </a:t>
                      </a:r>
                      <a:r>
                        <a:rPr sz="1600" spc="5" dirty="0">
                          <a:latin typeface="Arial MT"/>
                          <a:cs typeface="Arial MT"/>
                        </a:rPr>
                        <a:t> </a:t>
                      </a:r>
                      <a:r>
                        <a:rPr sz="1600" spc="-5" dirty="0">
                          <a:latin typeface="Arial MT"/>
                          <a:cs typeface="Arial MT"/>
                        </a:rPr>
                        <a:t>implemented.</a:t>
                      </a:r>
                      <a:endParaRPr sz="1600" dirty="0">
                        <a:latin typeface="Arial MT"/>
                        <a:cs typeface="Arial MT"/>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xmlns="" val="10004"/>
                  </a:ext>
                </a:extLst>
              </a:tr>
              <a:tr h="822985">
                <a:tc>
                  <a:txBody>
                    <a:bodyPr/>
                    <a:lstStyle/>
                    <a:p>
                      <a:pPr marL="73025">
                        <a:lnSpc>
                          <a:spcPts val="1889"/>
                        </a:lnSpc>
                      </a:pPr>
                      <a:r>
                        <a:rPr sz="1600" spc="-5" dirty="0">
                          <a:latin typeface="Arial MT"/>
                          <a:cs typeface="Arial MT"/>
                        </a:rPr>
                        <a:t>Refactoring</a:t>
                      </a:r>
                      <a:endParaRPr sz="1600">
                        <a:latin typeface="Arial MT"/>
                        <a:cs typeface="Arial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73025" marR="64769" algn="just">
                        <a:lnSpc>
                          <a:spcPts val="1920"/>
                        </a:lnSpc>
                        <a:spcBef>
                          <a:spcPts val="35"/>
                        </a:spcBef>
                      </a:pPr>
                      <a:r>
                        <a:rPr sz="1600" spc="-5" dirty="0">
                          <a:latin typeface="Arial MT"/>
                          <a:cs typeface="Arial MT"/>
                        </a:rPr>
                        <a:t>All developers are expected to </a:t>
                      </a:r>
                      <a:r>
                        <a:rPr sz="1600" dirty="0">
                          <a:latin typeface="Arial MT"/>
                          <a:cs typeface="Arial MT"/>
                        </a:rPr>
                        <a:t>refactor </a:t>
                      </a:r>
                      <a:r>
                        <a:rPr sz="1600" spc="-5" dirty="0">
                          <a:latin typeface="Arial MT"/>
                          <a:cs typeface="Arial MT"/>
                        </a:rPr>
                        <a:t>the code continuously as </a:t>
                      </a:r>
                      <a:r>
                        <a:rPr sz="1600" dirty="0">
                          <a:latin typeface="Arial MT"/>
                          <a:cs typeface="Arial MT"/>
                        </a:rPr>
                        <a:t> </a:t>
                      </a:r>
                      <a:r>
                        <a:rPr sz="1600" spc="-5" dirty="0">
                          <a:latin typeface="Arial MT"/>
                          <a:cs typeface="Arial MT"/>
                        </a:rPr>
                        <a:t>soon as possible code improvements are found. This keeps the </a:t>
                      </a:r>
                      <a:r>
                        <a:rPr sz="1600" dirty="0">
                          <a:latin typeface="Arial MT"/>
                          <a:cs typeface="Arial MT"/>
                        </a:rPr>
                        <a:t> </a:t>
                      </a:r>
                      <a:r>
                        <a:rPr sz="1600" spc="-5" dirty="0">
                          <a:latin typeface="Arial MT"/>
                          <a:cs typeface="Arial MT"/>
                        </a:rPr>
                        <a:t>code</a:t>
                      </a:r>
                      <a:r>
                        <a:rPr sz="1600" dirty="0">
                          <a:latin typeface="Arial MT"/>
                          <a:cs typeface="Arial MT"/>
                        </a:rPr>
                        <a:t> </a:t>
                      </a:r>
                      <a:r>
                        <a:rPr sz="1600" spc="-5" dirty="0">
                          <a:latin typeface="Arial MT"/>
                          <a:cs typeface="Arial MT"/>
                        </a:rPr>
                        <a:t>simple</a:t>
                      </a:r>
                      <a:r>
                        <a:rPr sz="1600" spc="-10" dirty="0">
                          <a:latin typeface="Arial MT"/>
                          <a:cs typeface="Arial MT"/>
                        </a:rPr>
                        <a:t> </a:t>
                      </a:r>
                      <a:r>
                        <a:rPr sz="1600" spc="-5" dirty="0">
                          <a:latin typeface="Arial MT"/>
                          <a:cs typeface="Arial MT"/>
                        </a:rPr>
                        <a:t>and</a:t>
                      </a:r>
                      <a:r>
                        <a:rPr sz="1600" dirty="0">
                          <a:latin typeface="Arial MT"/>
                          <a:cs typeface="Arial MT"/>
                        </a:rPr>
                        <a:t> </a:t>
                      </a:r>
                      <a:r>
                        <a:rPr sz="1600" spc="-5" dirty="0">
                          <a:latin typeface="Arial MT"/>
                          <a:cs typeface="Arial MT"/>
                        </a:rPr>
                        <a:t>maintainable.</a:t>
                      </a:r>
                      <a:endParaRPr sz="1600" dirty="0">
                        <a:latin typeface="Arial MT"/>
                        <a:cs typeface="Arial MT"/>
                      </a:endParaRPr>
                    </a:p>
                  </a:txBody>
                  <a:tcPr marL="0" marR="0" marT="44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xmlns="" val="10005"/>
                  </a:ext>
                </a:extLst>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5177155" cy="391160"/>
          </a:xfrm>
          <a:prstGeom prst="rect">
            <a:avLst/>
          </a:prstGeom>
        </p:spPr>
        <p:txBody>
          <a:bodyPr vert="horz" wrap="square" lIns="0" tIns="12700" rIns="0" bIns="0" rtlCol="0">
            <a:spAutoFit/>
          </a:bodyPr>
          <a:lstStyle/>
          <a:p>
            <a:pPr marL="12700">
              <a:lnSpc>
                <a:spcPct val="100000"/>
              </a:lnSpc>
              <a:spcBef>
                <a:spcPts val="100"/>
              </a:spcBef>
            </a:pPr>
            <a:r>
              <a:rPr spc="-5" dirty="0"/>
              <a:t>Extreme </a:t>
            </a:r>
            <a:r>
              <a:rPr dirty="0"/>
              <a:t>programming</a:t>
            </a:r>
            <a:r>
              <a:rPr spc="-15" dirty="0"/>
              <a:t> </a:t>
            </a:r>
            <a:r>
              <a:rPr spc="-5" dirty="0"/>
              <a:t>practices</a:t>
            </a:r>
            <a:r>
              <a:rPr spc="-25" dirty="0"/>
              <a:t> </a:t>
            </a:r>
            <a:r>
              <a:rPr spc="5" dirty="0"/>
              <a:t>(b)</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17</a:t>
            </a:fld>
            <a:endParaRPr dirty="0"/>
          </a:p>
        </p:txBody>
      </p:sp>
      <p:graphicFrame>
        <p:nvGraphicFramePr>
          <p:cNvPr id="3" name="object 3"/>
          <p:cNvGraphicFramePr>
            <a:graphicFrameLocks noGrp="1"/>
          </p:cNvGraphicFramePr>
          <p:nvPr/>
        </p:nvGraphicFramePr>
        <p:xfrm>
          <a:off x="450850" y="1984375"/>
          <a:ext cx="8216900" cy="4413528"/>
        </p:xfrm>
        <a:graphic>
          <a:graphicData uri="http://schemas.openxmlformats.org/drawingml/2006/table">
            <a:tbl>
              <a:tblPr firstRow="1" bandRow="1">
                <a:tableStyleId>{2D5ABB26-0587-4C30-8999-92F81FD0307C}</a:tableStyleId>
              </a:tblPr>
              <a:tblGrid>
                <a:gridCol w="2285365">
                  <a:extLst>
                    <a:ext uri="{9D8B030D-6E8A-4147-A177-3AD203B41FA5}">
                      <a16:colId xmlns:a16="http://schemas.microsoft.com/office/drawing/2014/main" xmlns="" val="20000"/>
                    </a:ext>
                  </a:extLst>
                </a:gridCol>
                <a:gridCol w="5931535">
                  <a:extLst>
                    <a:ext uri="{9D8B030D-6E8A-4147-A177-3AD203B41FA5}">
                      <a16:colId xmlns:a16="http://schemas.microsoft.com/office/drawing/2014/main" xmlns="" val="20001"/>
                    </a:ext>
                  </a:extLst>
                </a:gridCol>
              </a:tblGrid>
              <a:tr h="612139">
                <a:tc>
                  <a:txBody>
                    <a:bodyPr/>
                    <a:lstStyle/>
                    <a:p>
                      <a:pPr marL="73025">
                        <a:lnSpc>
                          <a:spcPts val="1885"/>
                        </a:lnSpc>
                      </a:pPr>
                      <a:r>
                        <a:rPr sz="1600" spc="-5" dirty="0">
                          <a:latin typeface="Arial MT"/>
                          <a:cs typeface="Arial MT"/>
                        </a:rPr>
                        <a:t>Pair</a:t>
                      </a:r>
                      <a:r>
                        <a:rPr sz="1600" spc="-35" dirty="0">
                          <a:latin typeface="Arial MT"/>
                          <a:cs typeface="Arial MT"/>
                        </a:rPr>
                        <a:t> </a:t>
                      </a:r>
                      <a:r>
                        <a:rPr sz="1600" spc="-5" dirty="0">
                          <a:latin typeface="Arial MT"/>
                          <a:cs typeface="Arial MT"/>
                        </a:rPr>
                        <a:t>programming</a:t>
                      </a:r>
                      <a:endParaRPr sz="1600" dirty="0">
                        <a:latin typeface="Arial MT"/>
                        <a:cs typeface="Arial MT"/>
                      </a:endParaRPr>
                    </a:p>
                  </a:txBody>
                  <a:tcPr marL="0" marR="0" marT="0"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c>
                  <a:txBody>
                    <a:bodyPr/>
                    <a:lstStyle/>
                    <a:p>
                      <a:pPr marL="73025" marR="66675">
                        <a:lnSpc>
                          <a:spcPts val="1920"/>
                        </a:lnSpc>
                        <a:spcBef>
                          <a:spcPts val="25"/>
                        </a:spcBef>
                        <a:tabLst>
                          <a:tab pos="1229995" algn="l"/>
                          <a:tab pos="1790700" algn="l"/>
                          <a:tab pos="2080260" algn="l"/>
                          <a:tab pos="2708275" algn="l"/>
                          <a:tab pos="3641725" algn="l"/>
                          <a:tab pos="4213225" algn="l"/>
                          <a:tab pos="4959985" algn="l"/>
                          <a:tab pos="5519420" algn="l"/>
                        </a:tabLst>
                      </a:pPr>
                      <a:r>
                        <a:rPr sz="1600" dirty="0">
                          <a:latin typeface="Arial MT"/>
                          <a:cs typeface="Arial MT"/>
                        </a:rPr>
                        <a:t>Devel</a:t>
                      </a:r>
                      <a:r>
                        <a:rPr sz="1600" spc="-15" dirty="0">
                          <a:latin typeface="Arial MT"/>
                          <a:cs typeface="Arial MT"/>
                        </a:rPr>
                        <a:t>o</a:t>
                      </a:r>
                      <a:r>
                        <a:rPr sz="1600" dirty="0">
                          <a:latin typeface="Arial MT"/>
                          <a:cs typeface="Arial MT"/>
                        </a:rPr>
                        <a:t>pers	</a:t>
                      </a:r>
                      <a:r>
                        <a:rPr sz="1600" spc="-15" dirty="0">
                          <a:latin typeface="Arial MT"/>
                          <a:cs typeface="Arial MT"/>
                        </a:rPr>
                        <a:t>w</a:t>
                      </a:r>
                      <a:r>
                        <a:rPr sz="1600" spc="10" dirty="0">
                          <a:latin typeface="Arial MT"/>
                          <a:cs typeface="Arial MT"/>
                        </a:rPr>
                        <a:t>o</a:t>
                      </a:r>
                      <a:r>
                        <a:rPr sz="1600" spc="5" dirty="0">
                          <a:latin typeface="Arial MT"/>
                          <a:cs typeface="Arial MT"/>
                        </a:rPr>
                        <a:t>r</a:t>
                      </a:r>
                      <a:r>
                        <a:rPr sz="1600" dirty="0">
                          <a:latin typeface="Arial MT"/>
                          <a:cs typeface="Arial MT"/>
                        </a:rPr>
                        <a:t>k	</a:t>
                      </a:r>
                      <a:r>
                        <a:rPr sz="1600" spc="5" dirty="0">
                          <a:latin typeface="Arial MT"/>
                          <a:cs typeface="Arial MT"/>
                        </a:rPr>
                        <a:t>i</a:t>
                      </a:r>
                      <a:r>
                        <a:rPr sz="1600" dirty="0">
                          <a:latin typeface="Arial MT"/>
                          <a:cs typeface="Arial MT"/>
                        </a:rPr>
                        <a:t>n	pairs,	che</a:t>
                      </a:r>
                      <a:r>
                        <a:rPr sz="1600" spc="5" dirty="0">
                          <a:latin typeface="Arial MT"/>
                          <a:cs typeface="Arial MT"/>
                        </a:rPr>
                        <a:t>c</a:t>
                      </a:r>
                      <a:r>
                        <a:rPr sz="1600" spc="-10" dirty="0">
                          <a:latin typeface="Arial MT"/>
                          <a:cs typeface="Arial MT"/>
                        </a:rPr>
                        <a:t>k</a:t>
                      </a:r>
                      <a:r>
                        <a:rPr sz="1600" dirty="0">
                          <a:latin typeface="Arial MT"/>
                          <a:cs typeface="Arial MT"/>
                        </a:rPr>
                        <a:t>ing	ea</a:t>
                      </a:r>
                      <a:r>
                        <a:rPr sz="1600" spc="5" dirty="0">
                          <a:latin typeface="Arial MT"/>
                          <a:cs typeface="Arial MT"/>
                        </a:rPr>
                        <a:t>c</a:t>
                      </a:r>
                      <a:r>
                        <a:rPr sz="1600" dirty="0">
                          <a:latin typeface="Arial MT"/>
                          <a:cs typeface="Arial MT"/>
                        </a:rPr>
                        <a:t>h	</a:t>
                      </a:r>
                      <a:r>
                        <a:rPr sz="1600" spc="-5" dirty="0">
                          <a:latin typeface="Arial MT"/>
                          <a:cs typeface="Arial MT"/>
                        </a:rPr>
                        <a:t>ot</a:t>
                      </a:r>
                      <a:r>
                        <a:rPr sz="1600" spc="10" dirty="0">
                          <a:latin typeface="Arial MT"/>
                          <a:cs typeface="Arial MT"/>
                        </a:rPr>
                        <a:t>h</a:t>
                      </a:r>
                      <a:r>
                        <a:rPr sz="1600" spc="-5" dirty="0">
                          <a:latin typeface="Arial MT"/>
                          <a:cs typeface="Arial MT"/>
                        </a:rPr>
                        <a:t>e</a:t>
                      </a:r>
                      <a:r>
                        <a:rPr sz="1600" spc="55" dirty="0">
                          <a:latin typeface="Arial MT"/>
                          <a:cs typeface="Arial MT"/>
                        </a:rPr>
                        <a:t>r</a:t>
                      </a:r>
                      <a:r>
                        <a:rPr sz="1600" spc="-20" dirty="0">
                          <a:latin typeface="Arial MT"/>
                          <a:cs typeface="Arial MT"/>
                        </a:rPr>
                        <a:t>’</a:t>
                      </a:r>
                      <a:r>
                        <a:rPr sz="1600" dirty="0">
                          <a:latin typeface="Arial MT"/>
                          <a:cs typeface="Arial MT"/>
                        </a:rPr>
                        <a:t>s	</a:t>
                      </a:r>
                      <a:r>
                        <a:rPr sz="1600" spc="-15" dirty="0">
                          <a:latin typeface="Arial MT"/>
                          <a:cs typeface="Arial MT"/>
                        </a:rPr>
                        <a:t>w</a:t>
                      </a:r>
                      <a:r>
                        <a:rPr sz="1600" dirty="0">
                          <a:latin typeface="Arial MT"/>
                          <a:cs typeface="Arial MT"/>
                        </a:rPr>
                        <a:t>ork	and  </a:t>
                      </a:r>
                      <a:r>
                        <a:rPr sz="1600" spc="-5" dirty="0">
                          <a:latin typeface="Arial MT"/>
                          <a:cs typeface="Arial MT"/>
                        </a:rPr>
                        <a:t>providing</a:t>
                      </a:r>
                      <a:r>
                        <a:rPr sz="1600" spc="-10" dirty="0">
                          <a:latin typeface="Arial MT"/>
                          <a:cs typeface="Arial MT"/>
                        </a:rPr>
                        <a:t> </a:t>
                      </a:r>
                      <a:r>
                        <a:rPr sz="1600" spc="-5" dirty="0">
                          <a:latin typeface="Arial MT"/>
                          <a:cs typeface="Arial MT"/>
                        </a:rPr>
                        <a:t>the</a:t>
                      </a:r>
                      <a:r>
                        <a:rPr sz="1600" spc="10" dirty="0">
                          <a:latin typeface="Arial MT"/>
                          <a:cs typeface="Arial MT"/>
                        </a:rPr>
                        <a:t> </a:t>
                      </a:r>
                      <a:r>
                        <a:rPr sz="1600" spc="-5" dirty="0">
                          <a:latin typeface="Arial MT"/>
                          <a:cs typeface="Arial MT"/>
                        </a:rPr>
                        <a:t>support</a:t>
                      </a:r>
                      <a:r>
                        <a:rPr sz="1600" spc="10" dirty="0">
                          <a:latin typeface="Arial MT"/>
                          <a:cs typeface="Arial MT"/>
                        </a:rPr>
                        <a:t> </a:t>
                      </a:r>
                      <a:r>
                        <a:rPr sz="1600" spc="-5" dirty="0">
                          <a:latin typeface="Arial MT"/>
                          <a:cs typeface="Arial MT"/>
                        </a:rPr>
                        <a:t>to</a:t>
                      </a:r>
                      <a:r>
                        <a:rPr sz="1600" spc="10" dirty="0">
                          <a:latin typeface="Arial MT"/>
                          <a:cs typeface="Arial MT"/>
                        </a:rPr>
                        <a:t> </a:t>
                      </a:r>
                      <a:r>
                        <a:rPr sz="1600" spc="-10" dirty="0">
                          <a:latin typeface="Arial MT"/>
                          <a:cs typeface="Arial MT"/>
                        </a:rPr>
                        <a:t>always</a:t>
                      </a:r>
                      <a:r>
                        <a:rPr sz="1600" spc="30" dirty="0">
                          <a:latin typeface="Arial MT"/>
                          <a:cs typeface="Arial MT"/>
                        </a:rPr>
                        <a:t> </a:t>
                      </a:r>
                      <a:r>
                        <a:rPr sz="1600" spc="-5" dirty="0">
                          <a:latin typeface="Arial MT"/>
                          <a:cs typeface="Arial MT"/>
                        </a:rPr>
                        <a:t>do</a:t>
                      </a:r>
                      <a:r>
                        <a:rPr sz="1600" dirty="0">
                          <a:latin typeface="Arial MT"/>
                          <a:cs typeface="Arial MT"/>
                        </a:rPr>
                        <a:t> </a:t>
                      </a:r>
                      <a:r>
                        <a:rPr sz="1600" spc="-5" dirty="0">
                          <a:latin typeface="Arial MT"/>
                          <a:cs typeface="Arial MT"/>
                        </a:rPr>
                        <a:t>a</a:t>
                      </a:r>
                      <a:r>
                        <a:rPr sz="1600" spc="10" dirty="0">
                          <a:latin typeface="Arial MT"/>
                          <a:cs typeface="Arial MT"/>
                        </a:rPr>
                        <a:t> </a:t>
                      </a:r>
                      <a:r>
                        <a:rPr sz="1600" spc="-5" dirty="0">
                          <a:latin typeface="Arial MT"/>
                          <a:cs typeface="Arial MT"/>
                        </a:rPr>
                        <a:t>good</a:t>
                      </a:r>
                      <a:r>
                        <a:rPr sz="1600" dirty="0">
                          <a:latin typeface="Arial MT"/>
                          <a:cs typeface="Arial MT"/>
                        </a:rPr>
                        <a:t> </a:t>
                      </a:r>
                      <a:r>
                        <a:rPr sz="1600" spc="-5" dirty="0">
                          <a:latin typeface="Arial MT"/>
                          <a:cs typeface="Arial MT"/>
                        </a:rPr>
                        <a:t>job.</a:t>
                      </a:r>
                      <a:endParaRPr sz="1600" dirty="0">
                        <a:latin typeface="Arial MT"/>
                        <a:cs typeface="Arial MT"/>
                      </a:endParaRPr>
                    </a:p>
                  </a:txBody>
                  <a:tcPr marL="0" marR="0" marT="3175"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extLst>
                  <a:ext uri="{0D108BD9-81ED-4DB2-BD59-A6C34878D82A}">
                    <a16:rowId xmlns:a16="http://schemas.microsoft.com/office/drawing/2014/main" xmlns="" val="10000"/>
                  </a:ext>
                </a:extLst>
              </a:tr>
              <a:tr h="830326">
                <a:tc>
                  <a:txBody>
                    <a:bodyPr/>
                    <a:lstStyle/>
                    <a:p>
                      <a:pPr marL="73025">
                        <a:lnSpc>
                          <a:spcPts val="1885"/>
                        </a:lnSpc>
                      </a:pPr>
                      <a:r>
                        <a:rPr sz="1600" spc="-5" dirty="0">
                          <a:latin typeface="Arial MT"/>
                          <a:cs typeface="Arial MT"/>
                        </a:rPr>
                        <a:t>Collective</a:t>
                      </a:r>
                      <a:r>
                        <a:rPr sz="1600" spc="-45" dirty="0">
                          <a:latin typeface="Arial MT"/>
                          <a:cs typeface="Arial MT"/>
                        </a:rPr>
                        <a:t> </a:t>
                      </a:r>
                      <a:r>
                        <a:rPr sz="1600" spc="-5" dirty="0">
                          <a:latin typeface="Arial MT"/>
                          <a:cs typeface="Arial MT"/>
                        </a:rPr>
                        <a:t>ownership</a:t>
                      </a:r>
                      <a:endParaRPr sz="1600">
                        <a:latin typeface="Arial MT"/>
                        <a:cs typeface="Arial MT"/>
                      </a:endParaRPr>
                    </a:p>
                  </a:txBody>
                  <a:tcPr marL="0" marR="0" marT="0"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D0D7E8"/>
                    </a:solidFill>
                  </a:tcPr>
                </a:tc>
                <a:tc>
                  <a:txBody>
                    <a:bodyPr/>
                    <a:lstStyle/>
                    <a:p>
                      <a:pPr marL="73025" marR="64769" algn="just">
                        <a:lnSpc>
                          <a:spcPts val="1920"/>
                        </a:lnSpc>
                        <a:spcBef>
                          <a:spcPts val="30"/>
                        </a:spcBef>
                      </a:pPr>
                      <a:r>
                        <a:rPr sz="1600" spc="-5" dirty="0">
                          <a:latin typeface="Arial MT"/>
                          <a:cs typeface="Arial MT"/>
                        </a:rPr>
                        <a:t>The pairs of developers work on all areas of the </a:t>
                      </a:r>
                      <a:r>
                        <a:rPr sz="1600" dirty="0">
                          <a:latin typeface="Arial MT"/>
                          <a:cs typeface="Arial MT"/>
                        </a:rPr>
                        <a:t>system, so that </a:t>
                      </a:r>
                      <a:r>
                        <a:rPr sz="1600" spc="5" dirty="0">
                          <a:latin typeface="Arial MT"/>
                          <a:cs typeface="Arial MT"/>
                        </a:rPr>
                        <a:t> </a:t>
                      </a:r>
                      <a:r>
                        <a:rPr sz="1600" spc="-5" dirty="0">
                          <a:latin typeface="Arial MT"/>
                          <a:cs typeface="Arial MT"/>
                        </a:rPr>
                        <a:t>no</a:t>
                      </a:r>
                      <a:r>
                        <a:rPr sz="1600" dirty="0">
                          <a:latin typeface="Arial MT"/>
                          <a:cs typeface="Arial MT"/>
                        </a:rPr>
                        <a:t> </a:t>
                      </a:r>
                      <a:r>
                        <a:rPr sz="1600" spc="-5" dirty="0">
                          <a:latin typeface="Arial MT"/>
                          <a:cs typeface="Arial MT"/>
                        </a:rPr>
                        <a:t>islands</a:t>
                      </a:r>
                      <a:r>
                        <a:rPr sz="1600" dirty="0">
                          <a:latin typeface="Arial MT"/>
                          <a:cs typeface="Arial MT"/>
                        </a:rPr>
                        <a:t> </a:t>
                      </a:r>
                      <a:r>
                        <a:rPr sz="1600" spc="-5" dirty="0">
                          <a:latin typeface="Arial MT"/>
                          <a:cs typeface="Arial MT"/>
                        </a:rPr>
                        <a:t>of</a:t>
                      </a:r>
                      <a:r>
                        <a:rPr sz="1600" dirty="0">
                          <a:latin typeface="Arial MT"/>
                          <a:cs typeface="Arial MT"/>
                        </a:rPr>
                        <a:t> </a:t>
                      </a:r>
                      <a:r>
                        <a:rPr sz="1600" spc="-5" dirty="0">
                          <a:latin typeface="Arial MT"/>
                          <a:cs typeface="Arial MT"/>
                        </a:rPr>
                        <a:t>expertise</a:t>
                      </a:r>
                      <a:r>
                        <a:rPr sz="1600" dirty="0">
                          <a:latin typeface="Arial MT"/>
                          <a:cs typeface="Arial MT"/>
                        </a:rPr>
                        <a:t> </a:t>
                      </a:r>
                      <a:r>
                        <a:rPr sz="1600" spc="-5" dirty="0">
                          <a:latin typeface="Arial MT"/>
                          <a:cs typeface="Arial MT"/>
                        </a:rPr>
                        <a:t>develop</a:t>
                      </a:r>
                      <a:r>
                        <a:rPr sz="1600" dirty="0">
                          <a:latin typeface="Arial MT"/>
                          <a:cs typeface="Arial MT"/>
                        </a:rPr>
                        <a:t> </a:t>
                      </a:r>
                      <a:r>
                        <a:rPr sz="1600" spc="-5" dirty="0">
                          <a:latin typeface="Arial MT"/>
                          <a:cs typeface="Arial MT"/>
                        </a:rPr>
                        <a:t>and</a:t>
                      </a:r>
                      <a:r>
                        <a:rPr sz="1600" dirty="0">
                          <a:latin typeface="Arial MT"/>
                          <a:cs typeface="Arial MT"/>
                        </a:rPr>
                        <a:t> </a:t>
                      </a:r>
                      <a:r>
                        <a:rPr sz="1600" spc="-5" dirty="0">
                          <a:latin typeface="Arial MT"/>
                          <a:cs typeface="Arial MT"/>
                        </a:rPr>
                        <a:t>all</a:t>
                      </a:r>
                      <a:r>
                        <a:rPr sz="1600" dirty="0">
                          <a:latin typeface="Arial MT"/>
                          <a:cs typeface="Arial MT"/>
                        </a:rPr>
                        <a:t> </a:t>
                      </a:r>
                      <a:r>
                        <a:rPr sz="1600" spc="-5" dirty="0">
                          <a:latin typeface="Arial MT"/>
                          <a:cs typeface="Arial MT"/>
                        </a:rPr>
                        <a:t>the</a:t>
                      </a:r>
                      <a:r>
                        <a:rPr sz="1600" dirty="0">
                          <a:latin typeface="Arial MT"/>
                          <a:cs typeface="Arial MT"/>
                        </a:rPr>
                        <a:t> </a:t>
                      </a:r>
                      <a:r>
                        <a:rPr sz="1600" spc="-5" dirty="0">
                          <a:latin typeface="Arial MT"/>
                          <a:cs typeface="Arial MT"/>
                        </a:rPr>
                        <a:t>developers</a:t>
                      </a:r>
                      <a:r>
                        <a:rPr sz="1600" dirty="0">
                          <a:latin typeface="Arial MT"/>
                          <a:cs typeface="Arial MT"/>
                        </a:rPr>
                        <a:t> </a:t>
                      </a:r>
                      <a:r>
                        <a:rPr sz="1600" spc="-5" dirty="0">
                          <a:latin typeface="Arial MT"/>
                          <a:cs typeface="Arial MT"/>
                        </a:rPr>
                        <a:t>take </a:t>
                      </a:r>
                      <a:r>
                        <a:rPr sz="1600" spc="-430" dirty="0">
                          <a:latin typeface="Arial MT"/>
                          <a:cs typeface="Arial MT"/>
                        </a:rPr>
                        <a:t> </a:t>
                      </a:r>
                      <a:r>
                        <a:rPr sz="1600" spc="-5" dirty="0">
                          <a:latin typeface="Arial MT"/>
                          <a:cs typeface="Arial MT"/>
                        </a:rPr>
                        <a:t>responsibility</a:t>
                      </a:r>
                      <a:r>
                        <a:rPr sz="1600" spc="-25" dirty="0">
                          <a:latin typeface="Arial MT"/>
                          <a:cs typeface="Arial MT"/>
                        </a:rPr>
                        <a:t> </a:t>
                      </a:r>
                      <a:r>
                        <a:rPr sz="1600" spc="-5" dirty="0">
                          <a:latin typeface="Arial MT"/>
                          <a:cs typeface="Arial MT"/>
                        </a:rPr>
                        <a:t>for</a:t>
                      </a:r>
                      <a:r>
                        <a:rPr sz="1600" spc="20" dirty="0">
                          <a:latin typeface="Arial MT"/>
                          <a:cs typeface="Arial MT"/>
                        </a:rPr>
                        <a:t> </a:t>
                      </a:r>
                      <a:r>
                        <a:rPr sz="1600" spc="-5" dirty="0">
                          <a:latin typeface="Arial MT"/>
                          <a:cs typeface="Arial MT"/>
                        </a:rPr>
                        <a:t>all</a:t>
                      </a:r>
                      <a:r>
                        <a:rPr sz="1600" dirty="0">
                          <a:latin typeface="Arial MT"/>
                          <a:cs typeface="Arial MT"/>
                        </a:rPr>
                        <a:t> </a:t>
                      </a:r>
                      <a:r>
                        <a:rPr sz="1600" spc="-5" dirty="0">
                          <a:latin typeface="Arial MT"/>
                          <a:cs typeface="Arial MT"/>
                        </a:rPr>
                        <a:t>of</a:t>
                      </a:r>
                      <a:r>
                        <a:rPr sz="1600" spc="15" dirty="0">
                          <a:latin typeface="Arial MT"/>
                          <a:cs typeface="Arial MT"/>
                        </a:rPr>
                        <a:t> </a:t>
                      </a:r>
                      <a:r>
                        <a:rPr sz="1600" spc="-5" dirty="0">
                          <a:latin typeface="Arial MT"/>
                          <a:cs typeface="Arial MT"/>
                        </a:rPr>
                        <a:t>the</a:t>
                      </a:r>
                      <a:r>
                        <a:rPr sz="1600" spc="15" dirty="0">
                          <a:latin typeface="Arial MT"/>
                          <a:cs typeface="Arial MT"/>
                        </a:rPr>
                        <a:t> </a:t>
                      </a:r>
                      <a:r>
                        <a:rPr sz="1600" spc="-5" dirty="0">
                          <a:latin typeface="Arial MT"/>
                          <a:cs typeface="Arial MT"/>
                        </a:rPr>
                        <a:t>code.</a:t>
                      </a:r>
                      <a:r>
                        <a:rPr sz="1600" spc="-85" dirty="0">
                          <a:latin typeface="Arial MT"/>
                          <a:cs typeface="Arial MT"/>
                        </a:rPr>
                        <a:t> </a:t>
                      </a:r>
                      <a:r>
                        <a:rPr sz="1600" spc="-5" dirty="0">
                          <a:latin typeface="Arial MT"/>
                          <a:cs typeface="Arial MT"/>
                        </a:rPr>
                        <a:t>Anyone</a:t>
                      </a:r>
                      <a:r>
                        <a:rPr sz="1600" spc="15" dirty="0">
                          <a:latin typeface="Arial MT"/>
                          <a:cs typeface="Arial MT"/>
                        </a:rPr>
                        <a:t> </a:t>
                      </a:r>
                      <a:r>
                        <a:rPr sz="1600" spc="-5" dirty="0">
                          <a:latin typeface="Arial MT"/>
                          <a:cs typeface="Arial MT"/>
                        </a:rPr>
                        <a:t>can</a:t>
                      </a:r>
                      <a:r>
                        <a:rPr sz="1600" dirty="0">
                          <a:latin typeface="Arial MT"/>
                          <a:cs typeface="Arial MT"/>
                        </a:rPr>
                        <a:t> </a:t>
                      </a:r>
                      <a:r>
                        <a:rPr sz="1600" spc="-5" dirty="0">
                          <a:latin typeface="Arial MT"/>
                          <a:cs typeface="Arial MT"/>
                        </a:rPr>
                        <a:t>change</a:t>
                      </a:r>
                      <a:r>
                        <a:rPr sz="1600" dirty="0">
                          <a:latin typeface="Arial MT"/>
                          <a:cs typeface="Arial MT"/>
                        </a:rPr>
                        <a:t> </a:t>
                      </a:r>
                      <a:r>
                        <a:rPr sz="1600" spc="-5" dirty="0">
                          <a:latin typeface="Arial MT"/>
                          <a:cs typeface="Arial MT"/>
                        </a:rPr>
                        <a:t>anything.</a:t>
                      </a:r>
                      <a:endParaRPr sz="1600" dirty="0">
                        <a:latin typeface="Arial MT"/>
                        <a:cs typeface="Arial MT"/>
                      </a:endParaRPr>
                    </a:p>
                  </a:txBody>
                  <a:tcPr marL="0" marR="0" marT="3810"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D0D7E8"/>
                    </a:solidFill>
                  </a:tcPr>
                </a:tc>
                <a:extLst>
                  <a:ext uri="{0D108BD9-81ED-4DB2-BD59-A6C34878D82A}">
                    <a16:rowId xmlns:a16="http://schemas.microsoft.com/office/drawing/2014/main" xmlns="" val="10001"/>
                  </a:ext>
                </a:extLst>
              </a:tr>
              <a:tr h="830199">
                <a:tc>
                  <a:txBody>
                    <a:bodyPr/>
                    <a:lstStyle/>
                    <a:p>
                      <a:pPr marL="73025">
                        <a:lnSpc>
                          <a:spcPts val="1889"/>
                        </a:lnSpc>
                      </a:pPr>
                      <a:r>
                        <a:rPr sz="1600" spc="-5" dirty="0">
                          <a:latin typeface="Arial MT"/>
                          <a:cs typeface="Arial MT"/>
                        </a:rPr>
                        <a:t>Continuous</a:t>
                      </a:r>
                      <a:r>
                        <a:rPr sz="1600" spc="-25" dirty="0">
                          <a:latin typeface="Arial MT"/>
                          <a:cs typeface="Arial MT"/>
                        </a:rPr>
                        <a:t> </a:t>
                      </a:r>
                      <a:r>
                        <a:rPr sz="1600" spc="-5" dirty="0">
                          <a:latin typeface="Arial MT"/>
                          <a:cs typeface="Arial MT"/>
                        </a:rPr>
                        <a:t>integration</a:t>
                      </a:r>
                      <a:endParaRPr sz="1600">
                        <a:latin typeface="Arial MT"/>
                        <a:cs typeface="Arial MT"/>
                      </a:endParaRPr>
                    </a:p>
                  </a:txBody>
                  <a:tcPr marL="0" marR="0" marT="0"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c>
                  <a:txBody>
                    <a:bodyPr/>
                    <a:lstStyle/>
                    <a:p>
                      <a:pPr marL="73025" marR="63500" algn="just">
                        <a:lnSpc>
                          <a:spcPts val="1920"/>
                        </a:lnSpc>
                        <a:spcBef>
                          <a:spcPts val="30"/>
                        </a:spcBef>
                      </a:pPr>
                      <a:r>
                        <a:rPr sz="1600" spc="-5" dirty="0">
                          <a:latin typeface="Arial MT"/>
                          <a:cs typeface="Arial MT"/>
                        </a:rPr>
                        <a:t>As soon as the work on a task </a:t>
                      </a:r>
                      <a:r>
                        <a:rPr sz="1600" dirty="0">
                          <a:latin typeface="Arial MT"/>
                          <a:cs typeface="Arial MT"/>
                        </a:rPr>
                        <a:t>is </a:t>
                      </a:r>
                      <a:r>
                        <a:rPr sz="1600" spc="-5" dirty="0">
                          <a:latin typeface="Arial MT"/>
                          <a:cs typeface="Arial MT"/>
                        </a:rPr>
                        <a:t>complete, </a:t>
                      </a:r>
                      <a:r>
                        <a:rPr sz="1600" dirty="0">
                          <a:latin typeface="Arial MT"/>
                          <a:cs typeface="Arial MT"/>
                        </a:rPr>
                        <a:t>it is </a:t>
                      </a:r>
                      <a:r>
                        <a:rPr sz="1600" spc="-5" dirty="0">
                          <a:latin typeface="Arial MT"/>
                          <a:cs typeface="Arial MT"/>
                        </a:rPr>
                        <a:t>integrated into </a:t>
                      </a:r>
                      <a:r>
                        <a:rPr sz="1600" dirty="0">
                          <a:latin typeface="Arial MT"/>
                          <a:cs typeface="Arial MT"/>
                        </a:rPr>
                        <a:t> </a:t>
                      </a:r>
                      <a:r>
                        <a:rPr sz="1600" spc="-5" dirty="0">
                          <a:latin typeface="Arial MT"/>
                          <a:cs typeface="Arial MT"/>
                        </a:rPr>
                        <a:t>the </a:t>
                      </a:r>
                      <a:r>
                        <a:rPr sz="1600" spc="-10" dirty="0">
                          <a:latin typeface="Arial MT"/>
                          <a:cs typeface="Arial MT"/>
                        </a:rPr>
                        <a:t>whole </a:t>
                      </a:r>
                      <a:r>
                        <a:rPr sz="1600" spc="-5" dirty="0">
                          <a:latin typeface="Arial MT"/>
                          <a:cs typeface="Arial MT"/>
                        </a:rPr>
                        <a:t>system. </a:t>
                      </a:r>
                      <a:r>
                        <a:rPr sz="1600" dirty="0">
                          <a:latin typeface="Arial MT"/>
                          <a:cs typeface="Arial MT"/>
                        </a:rPr>
                        <a:t>After any </a:t>
                      </a:r>
                      <a:r>
                        <a:rPr sz="1600" spc="-5" dirty="0">
                          <a:latin typeface="Arial MT"/>
                          <a:cs typeface="Arial MT"/>
                        </a:rPr>
                        <a:t>such integration, all the unit tests </a:t>
                      </a:r>
                      <a:r>
                        <a:rPr sz="1600" dirty="0">
                          <a:latin typeface="Arial MT"/>
                          <a:cs typeface="Arial MT"/>
                        </a:rPr>
                        <a:t>in </a:t>
                      </a:r>
                      <a:r>
                        <a:rPr sz="1600" spc="5" dirty="0">
                          <a:latin typeface="Arial MT"/>
                          <a:cs typeface="Arial MT"/>
                        </a:rPr>
                        <a:t> </a:t>
                      </a:r>
                      <a:r>
                        <a:rPr sz="1600" spc="-5" dirty="0">
                          <a:latin typeface="Arial MT"/>
                          <a:cs typeface="Arial MT"/>
                        </a:rPr>
                        <a:t>the</a:t>
                      </a:r>
                      <a:r>
                        <a:rPr sz="1600" spc="5" dirty="0">
                          <a:latin typeface="Arial MT"/>
                          <a:cs typeface="Arial MT"/>
                        </a:rPr>
                        <a:t> </a:t>
                      </a:r>
                      <a:r>
                        <a:rPr sz="1600" spc="-10" dirty="0">
                          <a:latin typeface="Arial MT"/>
                          <a:cs typeface="Arial MT"/>
                        </a:rPr>
                        <a:t>system</a:t>
                      </a:r>
                      <a:r>
                        <a:rPr sz="1600" spc="25" dirty="0">
                          <a:latin typeface="Arial MT"/>
                          <a:cs typeface="Arial MT"/>
                        </a:rPr>
                        <a:t> </a:t>
                      </a:r>
                      <a:r>
                        <a:rPr sz="1600" spc="-5" dirty="0">
                          <a:latin typeface="Arial MT"/>
                          <a:cs typeface="Arial MT"/>
                        </a:rPr>
                        <a:t>must</a:t>
                      </a:r>
                      <a:r>
                        <a:rPr sz="1600" spc="15" dirty="0">
                          <a:latin typeface="Arial MT"/>
                          <a:cs typeface="Arial MT"/>
                        </a:rPr>
                        <a:t> </a:t>
                      </a:r>
                      <a:r>
                        <a:rPr sz="1600" dirty="0">
                          <a:latin typeface="Arial MT"/>
                          <a:cs typeface="Arial MT"/>
                        </a:rPr>
                        <a:t>pass.</a:t>
                      </a:r>
                    </a:p>
                  </a:txBody>
                  <a:tcPr marL="0" marR="0" marT="3810"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extLst>
                  <a:ext uri="{0D108BD9-81ED-4DB2-BD59-A6C34878D82A}">
                    <a16:rowId xmlns:a16="http://schemas.microsoft.com/office/drawing/2014/main" xmlns="" val="10002"/>
                  </a:ext>
                </a:extLst>
              </a:tr>
              <a:tr h="830199">
                <a:tc>
                  <a:txBody>
                    <a:bodyPr/>
                    <a:lstStyle/>
                    <a:p>
                      <a:pPr marL="73025">
                        <a:lnSpc>
                          <a:spcPts val="1889"/>
                        </a:lnSpc>
                      </a:pPr>
                      <a:r>
                        <a:rPr sz="1600" spc="-5" dirty="0">
                          <a:latin typeface="Arial MT"/>
                          <a:cs typeface="Arial MT"/>
                        </a:rPr>
                        <a:t>Sustainable</a:t>
                      </a:r>
                      <a:r>
                        <a:rPr sz="1600" spc="-40" dirty="0">
                          <a:latin typeface="Arial MT"/>
                          <a:cs typeface="Arial MT"/>
                        </a:rPr>
                        <a:t> </a:t>
                      </a:r>
                      <a:r>
                        <a:rPr sz="1600" spc="-5" dirty="0">
                          <a:latin typeface="Arial MT"/>
                          <a:cs typeface="Arial MT"/>
                        </a:rPr>
                        <a:t>pace</a:t>
                      </a:r>
                      <a:endParaRPr sz="1600">
                        <a:latin typeface="Arial MT"/>
                        <a:cs typeface="Arial MT"/>
                      </a:endParaRPr>
                    </a:p>
                  </a:txBody>
                  <a:tcPr marL="0" marR="0" marT="0"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D0D7E8"/>
                    </a:solidFill>
                  </a:tcPr>
                </a:tc>
                <a:tc>
                  <a:txBody>
                    <a:bodyPr/>
                    <a:lstStyle/>
                    <a:p>
                      <a:pPr marL="73025" marR="63500">
                        <a:lnSpc>
                          <a:spcPts val="1920"/>
                        </a:lnSpc>
                        <a:spcBef>
                          <a:spcPts val="30"/>
                        </a:spcBef>
                      </a:pPr>
                      <a:r>
                        <a:rPr sz="1600" spc="-5" dirty="0">
                          <a:latin typeface="Arial MT"/>
                          <a:cs typeface="Arial MT"/>
                        </a:rPr>
                        <a:t>Large</a:t>
                      </a:r>
                      <a:r>
                        <a:rPr sz="1600" spc="315" dirty="0">
                          <a:latin typeface="Arial MT"/>
                          <a:cs typeface="Arial MT"/>
                        </a:rPr>
                        <a:t> </a:t>
                      </a:r>
                      <a:r>
                        <a:rPr sz="1600" spc="-5" dirty="0">
                          <a:latin typeface="Arial MT"/>
                          <a:cs typeface="Arial MT"/>
                        </a:rPr>
                        <a:t>amounts</a:t>
                      </a:r>
                      <a:r>
                        <a:rPr sz="1600" spc="340" dirty="0">
                          <a:latin typeface="Arial MT"/>
                          <a:cs typeface="Arial MT"/>
                        </a:rPr>
                        <a:t> </a:t>
                      </a:r>
                      <a:r>
                        <a:rPr sz="1600" spc="-5" dirty="0">
                          <a:latin typeface="Arial MT"/>
                          <a:cs typeface="Arial MT"/>
                        </a:rPr>
                        <a:t>of</a:t>
                      </a:r>
                      <a:r>
                        <a:rPr sz="1600" spc="320" dirty="0">
                          <a:latin typeface="Arial MT"/>
                          <a:cs typeface="Arial MT"/>
                        </a:rPr>
                        <a:t> </a:t>
                      </a:r>
                      <a:r>
                        <a:rPr sz="1600" spc="-5" dirty="0">
                          <a:latin typeface="Arial MT"/>
                          <a:cs typeface="Arial MT"/>
                        </a:rPr>
                        <a:t>overtime</a:t>
                      </a:r>
                      <a:r>
                        <a:rPr sz="1600" spc="325" dirty="0">
                          <a:latin typeface="Arial MT"/>
                          <a:cs typeface="Arial MT"/>
                        </a:rPr>
                        <a:t> </a:t>
                      </a:r>
                      <a:r>
                        <a:rPr sz="1600" spc="-5" dirty="0">
                          <a:latin typeface="Arial MT"/>
                          <a:cs typeface="Arial MT"/>
                        </a:rPr>
                        <a:t>are</a:t>
                      </a:r>
                      <a:r>
                        <a:rPr sz="1600" spc="335" dirty="0">
                          <a:latin typeface="Arial MT"/>
                          <a:cs typeface="Arial MT"/>
                        </a:rPr>
                        <a:t> </a:t>
                      </a:r>
                      <a:r>
                        <a:rPr sz="1600" spc="-5" dirty="0">
                          <a:latin typeface="Arial MT"/>
                          <a:cs typeface="Arial MT"/>
                        </a:rPr>
                        <a:t>not</a:t>
                      </a:r>
                      <a:r>
                        <a:rPr sz="1600" spc="325" dirty="0">
                          <a:latin typeface="Arial MT"/>
                          <a:cs typeface="Arial MT"/>
                        </a:rPr>
                        <a:t> </a:t>
                      </a:r>
                      <a:r>
                        <a:rPr sz="1600" spc="-5" dirty="0">
                          <a:latin typeface="Arial MT"/>
                          <a:cs typeface="Arial MT"/>
                        </a:rPr>
                        <a:t>considered</a:t>
                      </a:r>
                      <a:r>
                        <a:rPr sz="1600" spc="320" dirty="0">
                          <a:latin typeface="Arial MT"/>
                          <a:cs typeface="Arial MT"/>
                        </a:rPr>
                        <a:t> </a:t>
                      </a:r>
                      <a:r>
                        <a:rPr sz="1600" spc="-5" dirty="0">
                          <a:latin typeface="Arial MT"/>
                          <a:cs typeface="Arial MT"/>
                        </a:rPr>
                        <a:t>acceptable</a:t>
                      </a:r>
                      <a:r>
                        <a:rPr sz="1600" spc="325" dirty="0">
                          <a:latin typeface="Arial MT"/>
                          <a:cs typeface="Arial MT"/>
                        </a:rPr>
                        <a:t> </a:t>
                      </a:r>
                      <a:r>
                        <a:rPr sz="1600" spc="-5" dirty="0">
                          <a:latin typeface="Arial MT"/>
                          <a:cs typeface="Arial MT"/>
                        </a:rPr>
                        <a:t>as </a:t>
                      </a:r>
                      <a:r>
                        <a:rPr sz="1600" spc="-430" dirty="0">
                          <a:latin typeface="Arial MT"/>
                          <a:cs typeface="Arial MT"/>
                        </a:rPr>
                        <a:t> </a:t>
                      </a:r>
                      <a:r>
                        <a:rPr sz="1600" spc="-5" dirty="0">
                          <a:latin typeface="Arial MT"/>
                          <a:cs typeface="Arial MT"/>
                        </a:rPr>
                        <a:t>the</a:t>
                      </a:r>
                      <a:r>
                        <a:rPr sz="1600" spc="155" dirty="0">
                          <a:latin typeface="Arial MT"/>
                          <a:cs typeface="Arial MT"/>
                        </a:rPr>
                        <a:t> </a:t>
                      </a:r>
                      <a:r>
                        <a:rPr sz="1600" spc="-5" dirty="0">
                          <a:latin typeface="Arial MT"/>
                          <a:cs typeface="Arial MT"/>
                        </a:rPr>
                        <a:t>net</a:t>
                      </a:r>
                      <a:r>
                        <a:rPr sz="1600" spc="155" dirty="0">
                          <a:latin typeface="Arial MT"/>
                          <a:cs typeface="Arial MT"/>
                        </a:rPr>
                        <a:t> </a:t>
                      </a:r>
                      <a:r>
                        <a:rPr sz="1600" spc="-5" dirty="0">
                          <a:latin typeface="Arial MT"/>
                          <a:cs typeface="Arial MT"/>
                        </a:rPr>
                        <a:t>effect</a:t>
                      </a:r>
                      <a:r>
                        <a:rPr sz="1600" spc="165" dirty="0">
                          <a:latin typeface="Arial MT"/>
                          <a:cs typeface="Arial MT"/>
                        </a:rPr>
                        <a:t> </a:t>
                      </a:r>
                      <a:r>
                        <a:rPr sz="1600" dirty="0">
                          <a:latin typeface="Arial MT"/>
                          <a:cs typeface="Arial MT"/>
                        </a:rPr>
                        <a:t>is</a:t>
                      </a:r>
                      <a:r>
                        <a:rPr sz="1600" spc="160" dirty="0">
                          <a:latin typeface="Arial MT"/>
                          <a:cs typeface="Arial MT"/>
                        </a:rPr>
                        <a:t> </a:t>
                      </a:r>
                      <a:r>
                        <a:rPr sz="1600" spc="-5" dirty="0">
                          <a:latin typeface="Arial MT"/>
                          <a:cs typeface="Arial MT"/>
                        </a:rPr>
                        <a:t>often</a:t>
                      </a:r>
                      <a:r>
                        <a:rPr sz="1600" spc="170" dirty="0">
                          <a:latin typeface="Arial MT"/>
                          <a:cs typeface="Arial MT"/>
                        </a:rPr>
                        <a:t> </a:t>
                      </a:r>
                      <a:r>
                        <a:rPr sz="1600" spc="-5" dirty="0">
                          <a:latin typeface="Arial MT"/>
                          <a:cs typeface="Arial MT"/>
                        </a:rPr>
                        <a:t>to</a:t>
                      </a:r>
                      <a:r>
                        <a:rPr sz="1600" spc="165" dirty="0">
                          <a:latin typeface="Arial MT"/>
                          <a:cs typeface="Arial MT"/>
                        </a:rPr>
                        <a:t> </a:t>
                      </a:r>
                      <a:r>
                        <a:rPr sz="1600" spc="-5" dirty="0">
                          <a:latin typeface="Arial MT"/>
                          <a:cs typeface="Arial MT"/>
                        </a:rPr>
                        <a:t>reduce</a:t>
                      </a:r>
                      <a:r>
                        <a:rPr sz="1600" spc="165" dirty="0">
                          <a:latin typeface="Arial MT"/>
                          <a:cs typeface="Arial MT"/>
                        </a:rPr>
                        <a:t> </a:t>
                      </a:r>
                      <a:r>
                        <a:rPr sz="1600" spc="-5" dirty="0">
                          <a:latin typeface="Arial MT"/>
                          <a:cs typeface="Arial MT"/>
                        </a:rPr>
                        <a:t>code</a:t>
                      </a:r>
                      <a:r>
                        <a:rPr sz="1600" spc="160" dirty="0">
                          <a:latin typeface="Arial MT"/>
                          <a:cs typeface="Arial MT"/>
                        </a:rPr>
                        <a:t> </a:t>
                      </a:r>
                      <a:r>
                        <a:rPr sz="1600" spc="-5" dirty="0">
                          <a:latin typeface="Arial MT"/>
                          <a:cs typeface="Arial MT"/>
                        </a:rPr>
                        <a:t>quality</a:t>
                      </a:r>
                      <a:r>
                        <a:rPr sz="1600" spc="140" dirty="0">
                          <a:latin typeface="Arial MT"/>
                          <a:cs typeface="Arial MT"/>
                        </a:rPr>
                        <a:t> </a:t>
                      </a:r>
                      <a:r>
                        <a:rPr sz="1600" spc="-5" dirty="0">
                          <a:latin typeface="Arial MT"/>
                          <a:cs typeface="Arial MT"/>
                        </a:rPr>
                        <a:t>and</a:t>
                      </a:r>
                      <a:r>
                        <a:rPr sz="1600" spc="165" dirty="0">
                          <a:latin typeface="Arial MT"/>
                          <a:cs typeface="Arial MT"/>
                        </a:rPr>
                        <a:t> </a:t>
                      </a:r>
                      <a:r>
                        <a:rPr sz="1600" spc="-5" dirty="0">
                          <a:latin typeface="Arial MT"/>
                          <a:cs typeface="Arial MT"/>
                        </a:rPr>
                        <a:t>medium</a:t>
                      </a:r>
                      <a:r>
                        <a:rPr sz="1600" spc="165" dirty="0">
                          <a:latin typeface="Arial MT"/>
                          <a:cs typeface="Arial MT"/>
                        </a:rPr>
                        <a:t> </a:t>
                      </a:r>
                      <a:r>
                        <a:rPr sz="1600" dirty="0">
                          <a:latin typeface="Arial MT"/>
                          <a:cs typeface="Arial MT"/>
                        </a:rPr>
                        <a:t>term</a:t>
                      </a:r>
                    </a:p>
                    <a:p>
                      <a:pPr marL="73025">
                        <a:lnSpc>
                          <a:spcPts val="1860"/>
                        </a:lnSpc>
                      </a:pPr>
                      <a:r>
                        <a:rPr sz="1600" spc="-5" dirty="0">
                          <a:latin typeface="Arial MT"/>
                          <a:cs typeface="Arial MT"/>
                        </a:rPr>
                        <a:t>productivity</a:t>
                      </a:r>
                      <a:endParaRPr sz="1600" dirty="0">
                        <a:latin typeface="Arial MT"/>
                        <a:cs typeface="Arial MT"/>
                      </a:endParaRPr>
                    </a:p>
                  </a:txBody>
                  <a:tcPr marL="0" marR="0" marT="3810"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D0D7E8"/>
                    </a:solidFill>
                  </a:tcPr>
                </a:tc>
                <a:extLst>
                  <a:ext uri="{0D108BD9-81ED-4DB2-BD59-A6C34878D82A}">
                    <a16:rowId xmlns:a16="http://schemas.microsoft.com/office/drawing/2014/main" xmlns="" val="10003"/>
                  </a:ext>
                </a:extLst>
              </a:tr>
              <a:tr h="1310665">
                <a:tc>
                  <a:txBody>
                    <a:bodyPr/>
                    <a:lstStyle/>
                    <a:p>
                      <a:pPr marL="73025">
                        <a:lnSpc>
                          <a:spcPts val="1889"/>
                        </a:lnSpc>
                      </a:pPr>
                      <a:r>
                        <a:rPr sz="1600" spc="-5" dirty="0">
                          <a:latin typeface="Arial MT"/>
                          <a:cs typeface="Arial MT"/>
                        </a:rPr>
                        <a:t>On-site</a:t>
                      </a:r>
                      <a:r>
                        <a:rPr sz="1600" spc="-10" dirty="0">
                          <a:latin typeface="Arial MT"/>
                          <a:cs typeface="Arial MT"/>
                        </a:rPr>
                        <a:t> </a:t>
                      </a:r>
                      <a:r>
                        <a:rPr sz="1600" spc="-5" dirty="0">
                          <a:latin typeface="Arial MT"/>
                          <a:cs typeface="Arial MT"/>
                        </a:rPr>
                        <a:t>customer</a:t>
                      </a:r>
                      <a:endParaRPr sz="1600" dirty="0">
                        <a:latin typeface="Arial MT"/>
                        <a:cs typeface="Arial MT"/>
                      </a:endParaRPr>
                    </a:p>
                  </a:txBody>
                  <a:tcPr marL="0" marR="0" marT="0"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c>
                  <a:txBody>
                    <a:bodyPr/>
                    <a:lstStyle/>
                    <a:p>
                      <a:pPr marL="73025" marR="64769" algn="just">
                        <a:lnSpc>
                          <a:spcPts val="1920"/>
                        </a:lnSpc>
                        <a:spcBef>
                          <a:spcPts val="35"/>
                        </a:spcBef>
                      </a:pPr>
                      <a:r>
                        <a:rPr sz="1600" spc="-5" dirty="0">
                          <a:latin typeface="Arial MT"/>
                          <a:cs typeface="Arial MT"/>
                        </a:rPr>
                        <a:t>A representative of the end-user of the system (the customer) </a:t>
                      </a:r>
                      <a:r>
                        <a:rPr sz="1600" dirty="0">
                          <a:latin typeface="Arial MT"/>
                          <a:cs typeface="Arial MT"/>
                        </a:rPr>
                        <a:t> </a:t>
                      </a:r>
                      <a:r>
                        <a:rPr sz="1600" spc="-5" dirty="0">
                          <a:latin typeface="Arial MT"/>
                          <a:cs typeface="Arial MT"/>
                        </a:rPr>
                        <a:t>should be available full time </a:t>
                      </a:r>
                      <a:r>
                        <a:rPr sz="1600" dirty="0">
                          <a:latin typeface="Arial MT"/>
                          <a:cs typeface="Arial MT"/>
                        </a:rPr>
                        <a:t>for the </a:t>
                      </a:r>
                      <a:r>
                        <a:rPr sz="1600" spc="-5" dirty="0">
                          <a:latin typeface="Arial MT"/>
                          <a:cs typeface="Arial MT"/>
                        </a:rPr>
                        <a:t>use </a:t>
                      </a:r>
                      <a:r>
                        <a:rPr sz="1600" dirty="0">
                          <a:latin typeface="Arial MT"/>
                          <a:cs typeface="Arial MT"/>
                        </a:rPr>
                        <a:t>of </a:t>
                      </a:r>
                      <a:r>
                        <a:rPr sz="1600" spc="-5" dirty="0">
                          <a:latin typeface="Arial MT"/>
                          <a:cs typeface="Arial MT"/>
                        </a:rPr>
                        <a:t>the </a:t>
                      </a:r>
                      <a:r>
                        <a:rPr sz="1600" dirty="0">
                          <a:latin typeface="Arial MT"/>
                          <a:cs typeface="Arial MT"/>
                        </a:rPr>
                        <a:t>XP </a:t>
                      </a:r>
                      <a:r>
                        <a:rPr sz="1600" spc="-5" dirty="0">
                          <a:latin typeface="Arial MT"/>
                          <a:cs typeface="Arial MT"/>
                        </a:rPr>
                        <a:t>team. In an </a:t>
                      </a:r>
                      <a:r>
                        <a:rPr sz="1600" dirty="0">
                          <a:latin typeface="Arial MT"/>
                          <a:cs typeface="Arial MT"/>
                        </a:rPr>
                        <a:t> </a:t>
                      </a:r>
                      <a:r>
                        <a:rPr sz="1600" spc="-5" dirty="0">
                          <a:latin typeface="Arial MT"/>
                          <a:cs typeface="Arial MT"/>
                        </a:rPr>
                        <a:t>extreme</a:t>
                      </a:r>
                      <a:r>
                        <a:rPr sz="1600" dirty="0">
                          <a:latin typeface="Arial MT"/>
                          <a:cs typeface="Arial MT"/>
                        </a:rPr>
                        <a:t> </a:t>
                      </a:r>
                      <a:r>
                        <a:rPr sz="1600" spc="-5" dirty="0">
                          <a:latin typeface="Arial MT"/>
                          <a:cs typeface="Arial MT"/>
                        </a:rPr>
                        <a:t>programming process, the</a:t>
                      </a:r>
                      <a:r>
                        <a:rPr sz="1600" dirty="0">
                          <a:latin typeface="Arial MT"/>
                          <a:cs typeface="Arial MT"/>
                        </a:rPr>
                        <a:t> </a:t>
                      </a:r>
                      <a:r>
                        <a:rPr sz="1600" spc="-5" dirty="0">
                          <a:latin typeface="Arial MT"/>
                          <a:cs typeface="Arial MT"/>
                        </a:rPr>
                        <a:t>customer</a:t>
                      </a:r>
                      <a:r>
                        <a:rPr sz="1600" dirty="0">
                          <a:latin typeface="Arial MT"/>
                          <a:cs typeface="Arial MT"/>
                        </a:rPr>
                        <a:t> is </a:t>
                      </a:r>
                      <a:r>
                        <a:rPr sz="1600" spc="-5" dirty="0">
                          <a:latin typeface="Arial MT"/>
                          <a:cs typeface="Arial MT"/>
                        </a:rPr>
                        <a:t>a</a:t>
                      </a:r>
                      <a:r>
                        <a:rPr sz="1600" spc="430" dirty="0">
                          <a:latin typeface="Arial MT"/>
                          <a:cs typeface="Arial MT"/>
                        </a:rPr>
                        <a:t> </a:t>
                      </a:r>
                      <a:r>
                        <a:rPr sz="1600" spc="-5" dirty="0">
                          <a:latin typeface="Arial MT"/>
                          <a:cs typeface="Arial MT"/>
                        </a:rPr>
                        <a:t>member</a:t>
                      </a:r>
                      <a:r>
                        <a:rPr sz="1600" spc="434" dirty="0">
                          <a:latin typeface="Arial MT"/>
                          <a:cs typeface="Arial MT"/>
                        </a:rPr>
                        <a:t> </a:t>
                      </a:r>
                      <a:r>
                        <a:rPr sz="1600" spc="-5" dirty="0">
                          <a:latin typeface="Arial MT"/>
                          <a:cs typeface="Arial MT"/>
                        </a:rPr>
                        <a:t>of </a:t>
                      </a:r>
                      <a:r>
                        <a:rPr sz="1600" dirty="0">
                          <a:latin typeface="Arial MT"/>
                          <a:cs typeface="Arial MT"/>
                        </a:rPr>
                        <a:t> </a:t>
                      </a:r>
                      <a:r>
                        <a:rPr sz="1600" spc="-5" dirty="0">
                          <a:latin typeface="Arial MT"/>
                          <a:cs typeface="Arial MT"/>
                        </a:rPr>
                        <a:t>the development team and </a:t>
                      </a:r>
                      <a:r>
                        <a:rPr sz="1600" dirty="0">
                          <a:latin typeface="Arial MT"/>
                          <a:cs typeface="Arial MT"/>
                        </a:rPr>
                        <a:t>is </a:t>
                      </a:r>
                      <a:r>
                        <a:rPr sz="1600" spc="-5" dirty="0">
                          <a:latin typeface="Arial MT"/>
                          <a:cs typeface="Arial MT"/>
                        </a:rPr>
                        <a:t>responsible for bringing system </a:t>
                      </a:r>
                      <a:r>
                        <a:rPr sz="1600" dirty="0">
                          <a:latin typeface="Arial MT"/>
                          <a:cs typeface="Arial MT"/>
                        </a:rPr>
                        <a:t> </a:t>
                      </a:r>
                      <a:r>
                        <a:rPr sz="1600" spc="-5" dirty="0">
                          <a:latin typeface="Arial MT"/>
                          <a:cs typeface="Arial MT"/>
                        </a:rPr>
                        <a:t>requirements</a:t>
                      </a:r>
                      <a:r>
                        <a:rPr sz="1600" spc="25" dirty="0">
                          <a:latin typeface="Arial MT"/>
                          <a:cs typeface="Arial MT"/>
                        </a:rPr>
                        <a:t> </a:t>
                      </a:r>
                      <a:r>
                        <a:rPr sz="1600" spc="-5" dirty="0">
                          <a:latin typeface="Arial MT"/>
                          <a:cs typeface="Arial MT"/>
                        </a:rPr>
                        <a:t>to</a:t>
                      </a:r>
                      <a:r>
                        <a:rPr sz="1600" spc="10" dirty="0">
                          <a:latin typeface="Arial MT"/>
                          <a:cs typeface="Arial MT"/>
                        </a:rPr>
                        <a:t> </a:t>
                      </a:r>
                      <a:r>
                        <a:rPr sz="1600" spc="-5" dirty="0">
                          <a:latin typeface="Arial MT"/>
                          <a:cs typeface="Arial MT"/>
                        </a:rPr>
                        <a:t>the</a:t>
                      </a:r>
                      <a:r>
                        <a:rPr sz="1600" spc="10" dirty="0">
                          <a:latin typeface="Arial MT"/>
                          <a:cs typeface="Arial MT"/>
                        </a:rPr>
                        <a:t> </a:t>
                      </a:r>
                      <a:r>
                        <a:rPr sz="1600" spc="-5" dirty="0">
                          <a:latin typeface="Arial MT"/>
                          <a:cs typeface="Arial MT"/>
                        </a:rPr>
                        <a:t>team</a:t>
                      </a:r>
                      <a:r>
                        <a:rPr sz="1600" spc="10" dirty="0">
                          <a:latin typeface="Arial MT"/>
                          <a:cs typeface="Arial MT"/>
                        </a:rPr>
                        <a:t> </a:t>
                      </a:r>
                      <a:r>
                        <a:rPr sz="1600" spc="-5" dirty="0">
                          <a:latin typeface="Arial MT"/>
                          <a:cs typeface="Arial MT"/>
                        </a:rPr>
                        <a:t>for</a:t>
                      </a:r>
                      <a:r>
                        <a:rPr sz="1600" spc="15" dirty="0">
                          <a:latin typeface="Arial MT"/>
                          <a:cs typeface="Arial MT"/>
                        </a:rPr>
                        <a:t> </a:t>
                      </a:r>
                      <a:r>
                        <a:rPr sz="1600" spc="-5" dirty="0">
                          <a:latin typeface="Arial MT"/>
                          <a:cs typeface="Arial MT"/>
                        </a:rPr>
                        <a:t>implementation.</a:t>
                      </a:r>
                      <a:endParaRPr sz="1600" dirty="0">
                        <a:latin typeface="Arial MT"/>
                        <a:cs typeface="Arial MT"/>
                      </a:endParaRPr>
                    </a:p>
                  </a:txBody>
                  <a:tcPr marL="0" marR="0" marT="4445"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extLst>
                  <a:ext uri="{0D108BD9-81ED-4DB2-BD59-A6C34878D82A}">
                    <a16:rowId xmlns:a16="http://schemas.microsoft.com/office/drawing/2014/main" xmlns="" val="10004"/>
                  </a:ext>
                </a:extLst>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3354704" cy="391160"/>
          </a:xfrm>
          <a:prstGeom prst="rect">
            <a:avLst/>
          </a:prstGeom>
        </p:spPr>
        <p:txBody>
          <a:bodyPr vert="horz" wrap="square" lIns="0" tIns="12700" rIns="0" bIns="0" rtlCol="0">
            <a:spAutoFit/>
          </a:bodyPr>
          <a:lstStyle/>
          <a:p>
            <a:pPr marL="12700">
              <a:lnSpc>
                <a:spcPct val="100000"/>
              </a:lnSpc>
              <a:spcBef>
                <a:spcPts val="100"/>
              </a:spcBef>
            </a:pPr>
            <a:r>
              <a:rPr dirty="0"/>
              <a:t>XP</a:t>
            </a:r>
            <a:r>
              <a:rPr spc="-90" dirty="0"/>
              <a:t> </a:t>
            </a:r>
            <a:r>
              <a:rPr dirty="0"/>
              <a:t>and</a:t>
            </a:r>
            <a:r>
              <a:rPr spc="-35" dirty="0"/>
              <a:t> </a:t>
            </a:r>
            <a:r>
              <a:rPr dirty="0"/>
              <a:t>agile</a:t>
            </a:r>
            <a:r>
              <a:rPr spc="-45" dirty="0"/>
              <a:t> </a:t>
            </a:r>
            <a:r>
              <a:rPr dirty="0"/>
              <a:t>principles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18</a:t>
            </a:fld>
            <a:endParaRPr dirty="0"/>
          </a:p>
        </p:txBody>
      </p:sp>
      <p:sp>
        <p:nvSpPr>
          <p:cNvPr id="3" name="object 3"/>
          <p:cNvSpPr txBox="1"/>
          <p:nvPr/>
        </p:nvSpPr>
        <p:spPr>
          <a:xfrm>
            <a:off x="535940" y="1626234"/>
            <a:ext cx="8058784" cy="3928110"/>
          </a:xfrm>
          <a:prstGeom prst="rect">
            <a:avLst/>
          </a:prstGeom>
        </p:spPr>
        <p:txBody>
          <a:bodyPr vert="horz" wrap="square" lIns="0" tIns="12700" rIns="0" bIns="0" rtlCol="0">
            <a:spAutoFit/>
          </a:bodyPr>
          <a:lstStyle/>
          <a:p>
            <a:pPr marL="355600" marR="518159" indent="-342900">
              <a:lnSpc>
                <a:spcPct val="100000"/>
              </a:lnSpc>
              <a:spcBef>
                <a:spcPts val="100"/>
              </a:spcBef>
              <a:buFont typeface="Wingdings"/>
              <a:buChar char=""/>
              <a:tabLst>
                <a:tab pos="355600" algn="l"/>
              </a:tabLst>
            </a:pPr>
            <a:r>
              <a:rPr sz="2400" dirty="0">
                <a:solidFill>
                  <a:srgbClr val="46424D"/>
                </a:solidFill>
                <a:latin typeface="Arial MT"/>
                <a:cs typeface="Arial MT"/>
              </a:rPr>
              <a:t>Incremental development </a:t>
            </a:r>
            <a:r>
              <a:rPr sz="2400" spc="-5" dirty="0">
                <a:solidFill>
                  <a:srgbClr val="46424D"/>
                </a:solidFill>
                <a:latin typeface="Arial MT"/>
                <a:cs typeface="Arial MT"/>
              </a:rPr>
              <a:t>is </a:t>
            </a:r>
            <a:r>
              <a:rPr sz="2400" dirty="0">
                <a:solidFill>
                  <a:srgbClr val="46424D"/>
                </a:solidFill>
                <a:latin typeface="Arial MT"/>
                <a:cs typeface="Arial MT"/>
              </a:rPr>
              <a:t>supported through </a:t>
            </a:r>
            <a:r>
              <a:rPr sz="2400" spc="-5" dirty="0">
                <a:solidFill>
                  <a:srgbClr val="46424D"/>
                </a:solidFill>
                <a:latin typeface="Arial MT"/>
                <a:cs typeface="Arial MT"/>
              </a:rPr>
              <a:t>small, </a:t>
            </a:r>
            <a:r>
              <a:rPr sz="2400" spc="-655" dirty="0">
                <a:solidFill>
                  <a:srgbClr val="46424D"/>
                </a:solidFill>
                <a:latin typeface="Arial MT"/>
                <a:cs typeface="Arial MT"/>
              </a:rPr>
              <a:t> </a:t>
            </a:r>
            <a:r>
              <a:rPr sz="2400" dirty="0">
                <a:solidFill>
                  <a:srgbClr val="46424D"/>
                </a:solidFill>
                <a:latin typeface="Arial MT"/>
                <a:cs typeface="Arial MT"/>
              </a:rPr>
              <a:t>frequent system</a:t>
            </a:r>
            <a:r>
              <a:rPr sz="2400" spc="-10" dirty="0">
                <a:solidFill>
                  <a:srgbClr val="46424D"/>
                </a:solidFill>
                <a:latin typeface="Arial MT"/>
                <a:cs typeface="Arial MT"/>
              </a:rPr>
              <a:t> </a:t>
            </a:r>
            <a:r>
              <a:rPr sz="2400" spc="-5" dirty="0">
                <a:solidFill>
                  <a:srgbClr val="46424D"/>
                </a:solidFill>
                <a:latin typeface="Arial MT"/>
                <a:cs typeface="Arial MT"/>
              </a:rPr>
              <a:t>releases.</a:t>
            </a:r>
            <a:endParaRPr sz="2400" dirty="0">
              <a:latin typeface="Arial MT"/>
              <a:cs typeface="Arial MT"/>
            </a:endParaRPr>
          </a:p>
          <a:p>
            <a:pPr marL="355600" indent="-342900">
              <a:lnSpc>
                <a:spcPct val="100000"/>
              </a:lnSpc>
              <a:spcBef>
                <a:spcPts val="1200"/>
              </a:spcBef>
              <a:buFont typeface="Wingdings"/>
              <a:buChar char=""/>
              <a:tabLst>
                <a:tab pos="355600" algn="l"/>
              </a:tabLst>
            </a:pPr>
            <a:r>
              <a:rPr sz="2400" dirty="0">
                <a:solidFill>
                  <a:srgbClr val="46424D"/>
                </a:solidFill>
                <a:latin typeface="Arial MT"/>
                <a:cs typeface="Arial MT"/>
              </a:rPr>
              <a:t>Customer </a:t>
            </a:r>
            <a:r>
              <a:rPr sz="2400" spc="-5" dirty="0">
                <a:solidFill>
                  <a:srgbClr val="46424D"/>
                </a:solidFill>
                <a:latin typeface="Arial MT"/>
                <a:cs typeface="Arial MT"/>
              </a:rPr>
              <a:t>involvement</a:t>
            </a:r>
            <a:r>
              <a:rPr sz="2400" spc="30" dirty="0">
                <a:solidFill>
                  <a:srgbClr val="46424D"/>
                </a:solidFill>
                <a:latin typeface="Arial MT"/>
                <a:cs typeface="Arial MT"/>
              </a:rPr>
              <a:t> </a:t>
            </a:r>
            <a:r>
              <a:rPr sz="2400" dirty="0">
                <a:solidFill>
                  <a:srgbClr val="46424D"/>
                </a:solidFill>
                <a:latin typeface="Arial MT"/>
                <a:cs typeface="Arial MT"/>
              </a:rPr>
              <a:t>means</a:t>
            </a:r>
            <a:r>
              <a:rPr sz="2400" spc="-5" dirty="0">
                <a:solidFill>
                  <a:srgbClr val="46424D"/>
                </a:solidFill>
                <a:latin typeface="Arial MT"/>
                <a:cs typeface="Arial MT"/>
              </a:rPr>
              <a:t> full-time</a:t>
            </a:r>
            <a:r>
              <a:rPr sz="2400" dirty="0">
                <a:solidFill>
                  <a:srgbClr val="46424D"/>
                </a:solidFill>
                <a:latin typeface="Arial MT"/>
                <a:cs typeface="Arial MT"/>
              </a:rPr>
              <a:t> customer</a:t>
            </a:r>
            <a:endParaRPr sz="2400" dirty="0">
              <a:latin typeface="Arial MT"/>
              <a:cs typeface="Arial MT"/>
            </a:endParaRPr>
          </a:p>
          <a:p>
            <a:pPr marL="355600">
              <a:lnSpc>
                <a:spcPct val="100000"/>
              </a:lnSpc>
            </a:pPr>
            <a:r>
              <a:rPr sz="2400" spc="-5" dirty="0">
                <a:solidFill>
                  <a:srgbClr val="46424D"/>
                </a:solidFill>
                <a:latin typeface="Arial MT"/>
                <a:cs typeface="Arial MT"/>
              </a:rPr>
              <a:t>engagement</a:t>
            </a:r>
            <a:r>
              <a:rPr sz="2400" spc="25" dirty="0">
                <a:solidFill>
                  <a:srgbClr val="46424D"/>
                </a:solidFill>
                <a:latin typeface="Arial MT"/>
                <a:cs typeface="Arial MT"/>
              </a:rPr>
              <a:t> </a:t>
            </a:r>
            <a:r>
              <a:rPr sz="2400" spc="-5" dirty="0">
                <a:solidFill>
                  <a:srgbClr val="46424D"/>
                </a:solidFill>
                <a:latin typeface="Arial MT"/>
                <a:cs typeface="Arial MT"/>
              </a:rPr>
              <a:t>with</a:t>
            </a:r>
            <a:r>
              <a:rPr sz="2400" dirty="0">
                <a:solidFill>
                  <a:srgbClr val="46424D"/>
                </a:solidFill>
                <a:latin typeface="Arial MT"/>
                <a:cs typeface="Arial MT"/>
              </a:rPr>
              <a:t> </a:t>
            </a:r>
            <a:r>
              <a:rPr sz="2400" spc="-5" dirty="0">
                <a:solidFill>
                  <a:srgbClr val="46424D"/>
                </a:solidFill>
                <a:latin typeface="Arial MT"/>
                <a:cs typeface="Arial MT"/>
              </a:rPr>
              <a:t>the</a:t>
            </a:r>
            <a:r>
              <a:rPr sz="2400" dirty="0">
                <a:solidFill>
                  <a:srgbClr val="46424D"/>
                </a:solidFill>
                <a:latin typeface="Arial MT"/>
                <a:cs typeface="Arial MT"/>
              </a:rPr>
              <a:t> team.</a:t>
            </a:r>
            <a:endParaRPr sz="2400" dirty="0">
              <a:latin typeface="Arial MT"/>
              <a:cs typeface="Arial MT"/>
            </a:endParaRPr>
          </a:p>
          <a:p>
            <a:pPr marL="355600" marR="5080" indent="-342900">
              <a:lnSpc>
                <a:spcPct val="100000"/>
              </a:lnSpc>
              <a:spcBef>
                <a:spcPts val="1200"/>
              </a:spcBef>
              <a:buFont typeface="Wingdings"/>
              <a:buChar char=""/>
              <a:tabLst>
                <a:tab pos="355600" algn="l"/>
              </a:tabLst>
            </a:pPr>
            <a:r>
              <a:rPr sz="2400" spc="-5" dirty="0">
                <a:solidFill>
                  <a:srgbClr val="46424D"/>
                </a:solidFill>
                <a:latin typeface="Arial MT"/>
                <a:cs typeface="Arial MT"/>
              </a:rPr>
              <a:t>People</a:t>
            </a:r>
            <a:r>
              <a:rPr sz="2400" spc="25" dirty="0">
                <a:solidFill>
                  <a:srgbClr val="46424D"/>
                </a:solidFill>
                <a:latin typeface="Arial MT"/>
                <a:cs typeface="Arial MT"/>
              </a:rPr>
              <a:t> </a:t>
            </a:r>
            <a:r>
              <a:rPr sz="2400" dirty="0">
                <a:solidFill>
                  <a:srgbClr val="46424D"/>
                </a:solidFill>
                <a:latin typeface="Arial MT"/>
                <a:cs typeface="Arial MT"/>
              </a:rPr>
              <a:t>not </a:t>
            </a:r>
            <a:r>
              <a:rPr sz="2400" spc="-5" dirty="0">
                <a:solidFill>
                  <a:srgbClr val="46424D"/>
                </a:solidFill>
                <a:latin typeface="Arial MT"/>
                <a:cs typeface="Arial MT"/>
              </a:rPr>
              <a:t>process</a:t>
            </a:r>
            <a:r>
              <a:rPr sz="2400" spc="20" dirty="0">
                <a:solidFill>
                  <a:srgbClr val="46424D"/>
                </a:solidFill>
                <a:latin typeface="Arial MT"/>
                <a:cs typeface="Arial MT"/>
              </a:rPr>
              <a:t> </a:t>
            </a:r>
            <a:r>
              <a:rPr sz="2400" dirty="0">
                <a:solidFill>
                  <a:srgbClr val="46424D"/>
                </a:solidFill>
                <a:latin typeface="Arial MT"/>
                <a:cs typeface="Arial MT"/>
              </a:rPr>
              <a:t>through </a:t>
            </a:r>
            <a:r>
              <a:rPr sz="2400" spc="-5" dirty="0">
                <a:solidFill>
                  <a:srgbClr val="46424D"/>
                </a:solidFill>
                <a:latin typeface="Arial MT"/>
                <a:cs typeface="Arial MT"/>
              </a:rPr>
              <a:t>pair</a:t>
            </a:r>
            <a:r>
              <a:rPr sz="2400" spc="20" dirty="0">
                <a:solidFill>
                  <a:srgbClr val="46424D"/>
                </a:solidFill>
                <a:latin typeface="Arial MT"/>
                <a:cs typeface="Arial MT"/>
              </a:rPr>
              <a:t> </a:t>
            </a:r>
            <a:r>
              <a:rPr sz="2400" dirty="0">
                <a:solidFill>
                  <a:srgbClr val="46424D"/>
                </a:solidFill>
                <a:latin typeface="Arial MT"/>
                <a:cs typeface="Arial MT"/>
              </a:rPr>
              <a:t>programming, </a:t>
            </a:r>
            <a:r>
              <a:rPr sz="2400" spc="-5" dirty="0">
                <a:solidFill>
                  <a:srgbClr val="46424D"/>
                </a:solidFill>
                <a:latin typeface="Arial MT"/>
                <a:cs typeface="Arial MT"/>
              </a:rPr>
              <a:t>collective </a:t>
            </a:r>
            <a:r>
              <a:rPr sz="2400" spc="-650" dirty="0">
                <a:solidFill>
                  <a:srgbClr val="46424D"/>
                </a:solidFill>
                <a:latin typeface="Arial MT"/>
                <a:cs typeface="Arial MT"/>
              </a:rPr>
              <a:t> </a:t>
            </a:r>
            <a:r>
              <a:rPr sz="2400" spc="-5" dirty="0">
                <a:solidFill>
                  <a:srgbClr val="46424D"/>
                </a:solidFill>
                <a:latin typeface="Arial MT"/>
                <a:cs typeface="Arial MT"/>
              </a:rPr>
              <a:t>ownership</a:t>
            </a:r>
            <a:r>
              <a:rPr sz="2400" spc="35" dirty="0">
                <a:solidFill>
                  <a:srgbClr val="46424D"/>
                </a:solidFill>
                <a:latin typeface="Arial MT"/>
                <a:cs typeface="Arial MT"/>
              </a:rPr>
              <a:t> </a:t>
            </a:r>
            <a:r>
              <a:rPr sz="2400" dirty="0">
                <a:solidFill>
                  <a:srgbClr val="46424D"/>
                </a:solidFill>
                <a:latin typeface="Arial MT"/>
                <a:cs typeface="Arial MT"/>
              </a:rPr>
              <a:t>and a process</a:t>
            </a:r>
            <a:r>
              <a:rPr sz="2400" spc="5" dirty="0">
                <a:solidFill>
                  <a:srgbClr val="46424D"/>
                </a:solidFill>
                <a:latin typeface="Arial MT"/>
                <a:cs typeface="Arial MT"/>
              </a:rPr>
              <a:t> </a:t>
            </a:r>
            <a:r>
              <a:rPr sz="2400" dirty="0">
                <a:solidFill>
                  <a:srgbClr val="46424D"/>
                </a:solidFill>
                <a:latin typeface="Arial MT"/>
                <a:cs typeface="Arial MT"/>
              </a:rPr>
              <a:t>that</a:t>
            </a:r>
            <a:r>
              <a:rPr sz="2400" spc="5" dirty="0">
                <a:solidFill>
                  <a:srgbClr val="46424D"/>
                </a:solidFill>
                <a:latin typeface="Arial MT"/>
                <a:cs typeface="Arial MT"/>
              </a:rPr>
              <a:t> </a:t>
            </a:r>
            <a:r>
              <a:rPr sz="2400" spc="-5" dirty="0">
                <a:solidFill>
                  <a:srgbClr val="46424D"/>
                </a:solidFill>
                <a:latin typeface="Arial MT"/>
                <a:cs typeface="Arial MT"/>
              </a:rPr>
              <a:t>avoids</a:t>
            </a:r>
            <a:r>
              <a:rPr sz="2400" spc="15" dirty="0">
                <a:solidFill>
                  <a:srgbClr val="46424D"/>
                </a:solidFill>
                <a:latin typeface="Arial MT"/>
                <a:cs typeface="Arial MT"/>
              </a:rPr>
              <a:t> </a:t>
            </a:r>
            <a:r>
              <a:rPr sz="2400" spc="-5" dirty="0">
                <a:solidFill>
                  <a:srgbClr val="46424D"/>
                </a:solidFill>
                <a:latin typeface="Arial MT"/>
                <a:cs typeface="Arial MT"/>
              </a:rPr>
              <a:t>long</a:t>
            </a:r>
            <a:r>
              <a:rPr sz="2400" spc="25" dirty="0">
                <a:solidFill>
                  <a:srgbClr val="46424D"/>
                </a:solidFill>
                <a:latin typeface="Arial MT"/>
                <a:cs typeface="Arial MT"/>
              </a:rPr>
              <a:t> </a:t>
            </a:r>
            <a:r>
              <a:rPr sz="2400" dirty="0">
                <a:solidFill>
                  <a:srgbClr val="46424D"/>
                </a:solidFill>
                <a:latin typeface="Arial MT"/>
                <a:cs typeface="Arial MT"/>
              </a:rPr>
              <a:t>working</a:t>
            </a:r>
            <a:r>
              <a:rPr sz="2400" spc="5" dirty="0">
                <a:solidFill>
                  <a:srgbClr val="46424D"/>
                </a:solidFill>
                <a:latin typeface="Arial MT"/>
                <a:cs typeface="Arial MT"/>
              </a:rPr>
              <a:t> </a:t>
            </a:r>
            <a:r>
              <a:rPr sz="2400" dirty="0">
                <a:solidFill>
                  <a:srgbClr val="46424D"/>
                </a:solidFill>
                <a:latin typeface="Arial MT"/>
                <a:cs typeface="Arial MT"/>
              </a:rPr>
              <a:t>hours.</a:t>
            </a:r>
            <a:endParaRPr sz="2400" dirty="0">
              <a:latin typeface="Arial MT"/>
              <a:cs typeface="Arial MT"/>
            </a:endParaRPr>
          </a:p>
          <a:p>
            <a:pPr marL="355600" indent="-342900">
              <a:lnSpc>
                <a:spcPct val="100000"/>
              </a:lnSpc>
              <a:spcBef>
                <a:spcPts val="1205"/>
              </a:spcBef>
              <a:buFont typeface="Wingdings"/>
              <a:buChar char=""/>
              <a:tabLst>
                <a:tab pos="355600" algn="l"/>
              </a:tabLst>
            </a:pPr>
            <a:r>
              <a:rPr sz="2400" spc="-5" dirty="0">
                <a:solidFill>
                  <a:srgbClr val="46424D"/>
                </a:solidFill>
                <a:latin typeface="Arial MT"/>
                <a:cs typeface="Arial MT"/>
              </a:rPr>
              <a:t>Change</a:t>
            </a:r>
            <a:r>
              <a:rPr sz="2400" spc="25" dirty="0">
                <a:solidFill>
                  <a:srgbClr val="46424D"/>
                </a:solidFill>
                <a:latin typeface="Arial MT"/>
                <a:cs typeface="Arial MT"/>
              </a:rPr>
              <a:t> </a:t>
            </a:r>
            <a:r>
              <a:rPr sz="2400" spc="-5" dirty="0">
                <a:solidFill>
                  <a:srgbClr val="46424D"/>
                </a:solidFill>
                <a:latin typeface="Arial MT"/>
                <a:cs typeface="Arial MT"/>
              </a:rPr>
              <a:t>supported</a:t>
            </a:r>
            <a:r>
              <a:rPr sz="2400" spc="25" dirty="0">
                <a:solidFill>
                  <a:srgbClr val="46424D"/>
                </a:solidFill>
                <a:latin typeface="Arial MT"/>
                <a:cs typeface="Arial MT"/>
              </a:rPr>
              <a:t> </a:t>
            </a:r>
            <a:r>
              <a:rPr sz="2400" dirty="0">
                <a:solidFill>
                  <a:srgbClr val="46424D"/>
                </a:solidFill>
                <a:latin typeface="Arial MT"/>
                <a:cs typeface="Arial MT"/>
              </a:rPr>
              <a:t>through</a:t>
            </a:r>
            <a:r>
              <a:rPr sz="2400" spc="20" dirty="0">
                <a:solidFill>
                  <a:srgbClr val="46424D"/>
                </a:solidFill>
                <a:latin typeface="Arial MT"/>
                <a:cs typeface="Arial MT"/>
              </a:rPr>
              <a:t> </a:t>
            </a:r>
            <a:r>
              <a:rPr sz="2400" spc="-5" dirty="0">
                <a:solidFill>
                  <a:srgbClr val="46424D"/>
                </a:solidFill>
                <a:latin typeface="Arial MT"/>
                <a:cs typeface="Arial MT"/>
              </a:rPr>
              <a:t>regular</a:t>
            </a:r>
            <a:r>
              <a:rPr sz="2400" spc="20" dirty="0">
                <a:solidFill>
                  <a:srgbClr val="46424D"/>
                </a:solidFill>
                <a:latin typeface="Arial MT"/>
                <a:cs typeface="Arial MT"/>
              </a:rPr>
              <a:t> </a:t>
            </a:r>
            <a:r>
              <a:rPr sz="2400" dirty="0">
                <a:solidFill>
                  <a:srgbClr val="46424D"/>
                </a:solidFill>
                <a:latin typeface="Arial MT"/>
                <a:cs typeface="Arial MT"/>
              </a:rPr>
              <a:t>system </a:t>
            </a:r>
            <a:r>
              <a:rPr sz="2400" spc="-5" dirty="0">
                <a:solidFill>
                  <a:srgbClr val="46424D"/>
                </a:solidFill>
                <a:latin typeface="Arial MT"/>
                <a:cs typeface="Arial MT"/>
              </a:rPr>
              <a:t>releases.</a:t>
            </a:r>
            <a:endParaRPr sz="2400" dirty="0">
              <a:latin typeface="Arial MT"/>
              <a:cs typeface="Arial MT"/>
            </a:endParaRPr>
          </a:p>
          <a:p>
            <a:pPr marL="355600" marR="584835" indent="-342900">
              <a:lnSpc>
                <a:spcPct val="100000"/>
              </a:lnSpc>
              <a:spcBef>
                <a:spcPts val="1200"/>
              </a:spcBef>
              <a:buFont typeface="Wingdings"/>
              <a:buChar char=""/>
              <a:tabLst>
                <a:tab pos="355600" algn="l"/>
              </a:tabLst>
            </a:pPr>
            <a:r>
              <a:rPr sz="2400" spc="-5" dirty="0">
                <a:solidFill>
                  <a:srgbClr val="46424D"/>
                </a:solidFill>
                <a:latin typeface="Arial MT"/>
                <a:cs typeface="Arial MT"/>
              </a:rPr>
              <a:t>Maintaining</a:t>
            </a:r>
            <a:r>
              <a:rPr sz="2400" spc="30" dirty="0">
                <a:solidFill>
                  <a:srgbClr val="46424D"/>
                </a:solidFill>
                <a:latin typeface="Arial MT"/>
                <a:cs typeface="Arial MT"/>
              </a:rPr>
              <a:t> </a:t>
            </a:r>
            <a:r>
              <a:rPr sz="2400" spc="-5" dirty="0">
                <a:solidFill>
                  <a:srgbClr val="46424D"/>
                </a:solidFill>
                <a:latin typeface="Arial MT"/>
                <a:cs typeface="Arial MT"/>
              </a:rPr>
              <a:t>simplicity</a:t>
            </a:r>
            <a:r>
              <a:rPr sz="2400" spc="30" dirty="0">
                <a:solidFill>
                  <a:srgbClr val="46424D"/>
                </a:solidFill>
                <a:latin typeface="Arial MT"/>
                <a:cs typeface="Arial MT"/>
              </a:rPr>
              <a:t> </a:t>
            </a:r>
            <a:r>
              <a:rPr sz="2400" dirty="0">
                <a:solidFill>
                  <a:srgbClr val="46424D"/>
                </a:solidFill>
                <a:latin typeface="Arial MT"/>
                <a:cs typeface="Arial MT"/>
              </a:rPr>
              <a:t>through constant</a:t>
            </a:r>
            <a:r>
              <a:rPr sz="2400" spc="5" dirty="0">
                <a:solidFill>
                  <a:srgbClr val="46424D"/>
                </a:solidFill>
                <a:latin typeface="Arial MT"/>
                <a:cs typeface="Arial MT"/>
              </a:rPr>
              <a:t> </a:t>
            </a:r>
            <a:r>
              <a:rPr sz="2400" dirty="0">
                <a:solidFill>
                  <a:srgbClr val="46424D"/>
                </a:solidFill>
                <a:latin typeface="Arial MT"/>
                <a:cs typeface="Arial MT"/>
              </a:rPr>
              <a:t>refactoring of </a:t>
            </a:r>
            <a:r>
              <a:rPr sz="2400" spc="-650" dirty="0">
                <a:solidFill>
                  <a:srgbClr val="46424D"/>
                </a:solidFill>
                <a:latin typeface="Arial MT"/>
                <a:cs typeface="Arial MT"/>
              </a:rPr>
              <a:t> </a:t>
            </a:r>
            <a:r>
              <a:rPr sz="2400" dirty="0">
                <a:solidFill>
                  <a:srgbClr val="46424D"/>
                </a:solidFill>
                <a:latin typeface="Arial MT"/>
                <a:cs typeface="Arial MT"/>
              </a:rPr>
              <a:t>code.</a:t>
            </a:r>
            <a:endParaRPr sz="2400" dirty="0">
              <a:latin typeface="Arial MT"/>
              <a:cs typeface="Arial MT"/>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3369310" cy="391160"/>
          </a:xfrm>
          <a:prstGeom prst="rect">
            <a:avLst/>
          </a:prstGeom>
        </p:spPr>
        <p:txBody>
          <a:bodyPr vert="horz" wrap="square" lIns="0" tIns="12700" rIns="0" bIns="0" rtlCol="0">
            <a:spAutoFit/>
          </a:bodyPr>
          <a:lstStyle/>
          <a:p>
            <a:pPr marL="12700">
              <a:lnSpc>
                <a:spcPct val="100000"/>
              </a:lnSpc>
              <a:spcBef>
                <a:spcPts val="100"/>
              </a:spcBef>
            </a:pPr>
            <a:r>
              <a:rPr dirty="0"/>
              <a:t>Influential</a:t>
            </a:r>
            <a:r>
              <a:rPr spc="-90" dirty="0"/>
              <a:t> </a:t>
            </a:r>
            <a:r>
              <a:rPr dirty="0"/>
              <a:t>XP</a:t>
            </a:r>
            <a:r>
              <a:rPr spc="-105" dirty="0"/>
              <a:t> </a:t>
            </a:r>
            <a:r>
              <a:rPr dirty="0"/>
              <a:t>practices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19</a:t>
            </a:fld>
            <a:endParaRPr dirty="0"/>
          </a:p>
        </p:txBody>
      </p:sp>
      <p:sp>
        <p:nvSpPr>
          <p:cNvPr id="3" name="object 3"/>
          <p:cNvSpPr txBox="1"/>
          <p:nvPr/>
        </p:nvSpPr>
        <p:spPr>
          <a:xfrm>
            <a:off x="535940" y="1626234"/>
            <a:ext cx="7731125" cy="4454525"/>
          </a:xfrm>
          <a:prstGeom prst="rect">
            <a:avLst/>
          </a:prstGeom>
        </p:spPr>
        <p:txBody>
          <a:bodyPr vert="horz" wrap="square" lIns="0" tIns="12700" rIns="0" bIns="0" rtlCol="0">
            <a:spAutoFit/>
          </a:bodyPr>
          <a:lstStyle/>
          <a:p>
            <a:pPr marL="355600" marR="5080" indent="-342900">
              <a:lnSpc>
                <a:spcPct val="100000"/>
              </a:lnSpc>
              <a:spcBef>
                <a:spcPts val="100"/>
              </a:spcBef>
              <a:buFont typeface="Wingdings"/>
              <a:buChar char=""/>
              <a:tabLst>
                <a:tab pos="355600" algn="l"/>
              </a:tabLst>
            </a:pPr>
            <a:r>
              <a:rPr sz="2400" spc="-5" dirty="0">
                <a:solidFill>
                  <a:srgbClr val="46424D"/>
                </a:solidFill>
                <a:latin typeface="Arial MT"/>
                <a:cs typeface="Arial MT"/>
              </a:rPr>
              <a:t>Extreme</a:t>
            </a:r>
            <a:r>
              <a:rPr sz="2400" dirty="0">
                <a:solidFill>
                  <a:srgbClr val="46424D"/>
                </a:solidFill>
                <a:latin typeface="Arial MT"/>
                <a:cs typeface="Arial MT"/>
              </a:rPr>
              <a:t> programming</a:t>
            </a:r>
            <a:r>
              <a:rPr sz="2400" spc="10" dirty="0">
                <a:solidFill>
                  <a:srgbClr val="46424D"/>
                </a:solidFill>
                <a:latin typeface="Arial MT"/>
                <a:cs typeface="Arial MT"/>
              </a:rPr>
              <a:t> </a:t>
            </a:r>
            <a:r>
              <a:rPr sz="2400" spc="-5" dirty="0">
                <a:solidFill>
                  <a:srgbClr val="46424D"/>
                </a:solidFill>
                <a:latin typeface="Arial MT"/>
                <a:cs typeface="Arial MT"/>
              </a:rPr>
              <a:t>has</a:t>
            </a:r>
            <a:r>
              <a:rPr sz="2400" spc="15" dirty="0">
                <a:solidFill>
                  <a:srgbClr val="46424D"/>
                </a:solidFill>
                <a:latin typeface="Arial MT"/>
                <a:cs typeface="Arial MT"/>
              </a:rPr>
              <a:t> </a:t>
            </a:r>
            <a:r>
              <a:rPr sz="2400" spc="-5" dirty="0">
                <a:solidFill>
                  <a:srgbClr val="46424D"/>
                </a:solidFill>
                <a:latin typeface="Arial MT"/>
                <a:cs typeface="Arial MT"/>
              </a:rPr>
              <a:t>a</a:t>
            </a:r>
            <a:r>
              <a:rPr sz="2400" spc="-10" dirty="0">
                <a:solidFill>
                  <a:srgbClr val="46424D"/>
                </a:solidFill>
                <a:latin typeface="Arial MT"/>
                <a:cs typeface="Arial MT"/>
              </a:rPr>
              <a:t> </a:t>
            </a:r>
            <a:r>
              <a:rPr sz="2400" spc="-5" dirty="0">
                <a:solidFill>
                  <a:srgbClr val="46424D"/>
                </a:solidFill>
                <a:latin typeface="Arial MT"/>
                <a:cs typeface="Arial MT"/>
              </a:rPr>
              <a:t>technical</a:t>
            </a:r>
            <a:r>
              <a:rPr sz="2400" spc="25" dirty="0">
                <a:solidFill>
                  <a:srgbClr val="46424D"/>
                </a:solidFill>
                <a:latin typeface="Arial MT"/>
                <a:cs typeface="Arial MT"/>
              </a:rPr>
              <a:t> </a:t>
            </a:r>
            <a:r>
              <a:rPr sz="2400" dirty="0">
                <a:solidFill>
                  <a:srgbClr val="46424D"/>
                </a:solidFill>
                <a:latin typeface="Arial MT"/>
                <a:cs typeface="Arial MT"/>
              </a:rPr>
              <a:t>focus</a:t>
            </a:r>
            <a:r>
              <a:rPr sz="2400" spc="10" dirty="0">
                <a:solidFill>
                  <a:srgbClr val="46424D"/>
                </a:solidFill>
                <a:latin typeface="Arial MT"/>
                <a:cs typeface="Arial MT"/>
              </a:rPr>
              <a:t> </a:t>
            </a:r>
            <a:r>
              <a:rPr sz="2400" spc="-5" dirty="0">
                <a:solidFill>
                  <a:srgbClr val="46424D"/>
                </a:solidFill>
                <a:latin typeface="Arial MT"/>
                <a:cs typeface="Arial MT"/>
              </a:rPr>
              <a:t>and</a:t>
            </a:r>
            <a:r>
              <a:rPr sz="2400" spc="10" dirty="0">
                <a:solidFill>
                  <a:srgbClr val="46424D"/>
                </a:solidFill>
                <a:latin typeface="Arial MT"/>
                <a:cs typeface="Arial MT"/>
              </a:rPr>
              <a:t> </a:t>
            </a:r>
            <a:r>
              <a:rPr sz="2400" spc="-5" dirty="0">
                <a:solidFill>
                  <a:srgbClr val="46424D"/>
                </a:solidFill>
                <a:latin typeface="Arial MT"/>
                <a:cs typeface="Arial MT"/>
              </a:rPr>
              <a:t>is</a:t>
            </a:r>
            <a:r>
              <a:rPr sz="2400" dirty="0">
                <a:solidFill>
                  <a:srgbClr val="46424D"/>
                </a:solidFill>
                <a:latin typeface="Arial MT"/>
                <a:cs typeface="Arial MT"/>
              </a:rPr>
              <a:t> not </a:t>
            </a:r>
            <a:r>
              <a:rPr sz="2400" spc="-650" dirty="0">
                <a:solidFill>
                  <a:srgbClr val="46424D"/>
                </a:solidFill>
                <a:latin typeface="Arial MT"/>
                <a:cs typeface="Arial MT"/>
              </a:rPr>
              <a:t> </a:t>
            </a:r>
            <a:r>
              <a:rPr sz="2400" spc="-5" dirty="0">
                <a:solidFill>
                  <a:srgbClr val="46424D"/>
                </a:solidFill>
                <a:latin typeface="Arial MT"/>
                <a:cs typeface="Arial MT"/>
              </a:rPr>
              <a:t>easy</a:t>
            </a:r>
            <a:r>
              <a:rPr sz="2400" spc="10" dirty="0">
                <a:solidFill>
                  <a:srgbClr val="46424D"/>
                </a:solidFill>
                <a:latin typeface="Arial MT"/>
                <a:cs typeface="Arial MT"/>
              </a:rPr>
              <a:t> </a:t>
            </a:r>
            <a:r>
              <a:rPr sz="2400" dirty="0">
                <a:solidFill>
                  <a:srgbClr val="46424D"/>
                </a:solidFill>
                <a:latin typeface="Arial MT"/>
                <a:cs typeface="Arial MT"/>
              </a:rPr>
              <a:t>to</a:t>
            </a:r>
            <a:r>
              <a:rPr sz="2400" spc="5" dirty="0">
                <a:solidFill>
                  <a:srgbClr val="46424D"/>
                </a:solidFill>
                <a:latin typeface="Arial MT"/>
                <a:cs typeface="Arial MT"/>
              </a:rPr>
              <a:t> </a:t>
            </a:r>
            <a:r>
              <a:rPr sz="2400" spc="-5" dirty="0">
                <a:solidFill>
                  <a:srgbClr val="46424D"/>
                </a:solidFill>
                <a:latin typeface="Arial MT"/>
                <a:cs typeface="Arial MT"/>
              </a:rPr>
              <a:t>integrate</a:t>
            </a:r>
            <a:r>
              <a:rPr sz="2400" spc="10" dirty="0">
                <a:solidFill>
                  <a:srgbClr val="46424D"/>
                </a:solidFill>
                <a:latin typeface="Arial MT"/>
                <a:cs typeface="Arial MT"/>
              </a:rPr>
              <a:t> </a:t>
            </a:r>
            <a:r>
              <a:rPr sz="2400" spc="-5" dirty="0">
                <a:solidFill>
                  <a:srgbClr val="46424D"/>
                </a:solidFill>
                <a:latin typeface="Arial MT"/>
                <a:cs typeface="Arial MT"/>
              </a:rPr>
              <a:t>with</a:t>
            </a:r>
            <a:r>
              <a:rPr sz="2400" spc="20" dirty="0">
                <a:solidFill>
                  <a:srgbClr val="46424D"/>
                </a:solidFill>
                <a:latin typeface="Arial MT"/>
                <a:cs typeface="Arial MT"/>
              </a:rPr>
              <a:t> </a:t>
            </a:r>
            <a:r>
              <a:rPr sz="2400" spc="-5" dirty="0">
                <a:solidFill>
                  <a:srgbClr val="46424D"/>
                </a:solidFill>
                <a:latin typeface="Arial MT"/>
                <a:cs typeface="Arial MT"/>
              </a:rPr>
              <a:t>management</a:t>
            </a:r>
            <a:r>
              <a:rPr sz="2400" spc="20" dirty="0">
                <a:solidFill>
                  <a:srgbClr val="46424D"/>
                </a:solidFill>
                <a:latin typeface="Arial MT"/>
                <a:cs typeface="Arial MT"/>
              </a:rPr>
              <a:t> </a:t>
            </a:r>
            <a:r>
              <a:rPr sz="2400" spc="-5" dirty="0">
                <a:solidFill>
                  <a:srgbClr val="46424D"/>
                </a:solidFill>
                <a:latin typeface="Arial MT"/>
                <a:cs typeface="Arial MT"/>
              </a:rPr>
              <a:t>practice</a:t>
            </a:r>
            <a:r>
              <a:rPr sz="2400" spc="5" dirty="0">
                <a:solidFill>
                  <a:srgbClr val="46424D"/>
                </a:solidFill>
                <a:latin typeface="Arial MT"/>
                <a:cs typeface="Arial MT"/>
              </a:rPr>
              <a:t> </a:t>
            </a:r>
            <a:r>
              <a:rPr sz="2400" spc="-5" dirty="0">
                <a:solidFill>
                  <a:srgbClr val="46424D"/>
                </a:solidFill>
                <a:latin typeface="Arial MT"/>
                <a:cs typeface="Arial MT"/>
              </a:rPr>
              <a:t>in</a:t>
            </a:r>
            <a:r>
              <a:rPr sz="2400" spc="20" dirty="0">
                <a:solidFill>
                  <a:srgbClr val="46424D"/>
                </a:solidFill>
                <a:latin typeface="Arial MT"/>
                <a:cs typeface="Arial MT"/>
              </a:rPr>
              <a:t> </a:t>
            </a:r>
            <a:r>
              <a:rPr sz="2400" dirty="0">
                <a:solidFill>
                  <a:srgbClr val="46424D"/>
                </a:solidFill>
                <a:latin typeface="Arial MT"/>
                <a:cs typeface="Arial MT"/>
              </a:rPr>
              <a:t>most </a:t>
            </a:r>
            <a:r>
              <a:rPr sz="2400" spc="5" dirty="0">
                <a:solidFill>
                  <a:srgbClr val="46424D"/>
                </a:solidFill>
                <a:latin typeface="Arial MT"/>
                <a:cs typeface="Arial MT"/>
              </a:rPr>
              <a:t> </a:t>
            </a:r>
            <a:r>
              <a:rPr sz="2400" spc="-5" dirty="0">
                <a:solidFill>
                  <a:srgbClr val="46424D"/>
                </a:solidFill>
                <a:latin typeface="Arial MT"/>
                <a:cs typeface="Arial MT"/>
              </a:rPr>
              <a:t>organizations.</a:t>
            </a:r>
            <a:endParaRPr sz="2400">
              <a:latin typeface="Arial MT"/>
              <a:cs typeface="Arial MT"/>
            </a:endParaRPr>
          </a:p>
          <a:p>
            <a:pPr marL="355600" marR="56515" indent="-342900" algn="just">
              <a:lnSpc>
                <a:spcPct val="100000"/>
              </a:lnSpc>
              <a:spcBef>
                <a:spcPts val="1200"/>
              </a:spcBef>
              <a:buFont typeface="Wingdings"/>
              <a:buChar char=""/>
              <a:tabLst>
                <a:tab pos="355600" algn="l"/>
              </a:tabLst>
            </a:pPr>
            <a:r>
              <a:rPr sz="2400" spc="-15" dirty="0">
                <a:solidFill>
                  <a:srgbClr val="46424D"/>
                </a:solidFill>
                <a:latin typeface="Arial MT"/>
                <a:cs typeface="Arial MT"/>
              </a:rPr>
              <a:t>Consequently, </a:t>
            </a:r>
            <a:r>
              <a:rPr sz="2400" spc="-5" dirty="0">
                <a:solidFill>
                  <a:srgbClr val="46424D"/>
                </a:solidFill>
                <a:latin typeface="Arial MT"/>
                <a:cs typeface="Arial MT"/>
              </a:rPr>
              <a:t>while agile development uses practices </a:t>
            </a:r>
            <a:r>
              <a:rPr sz="2400" spc="-655" dirty="0">
                <a:solidFill>
                  <a:srgbClr val="46424D"/>
                </a:solidFill>
                <a:latin typeface="Arial MT"/>
                <a:cs typeface="Arial MT"/>
              </a:rPr>
              <a:t> </a:t>
            </a:r>
            <a:r>
              <a:rPr sz="2400" dirty="0">
                <a:solidFill>
                  <a:srgbClr val="46424D"/>
                </a:solidFill>
                <a:latin typeface="Arial MT"/>
                <a:cs typeface="Arial MT"/>
              </a:rPr>
              <a:t>from </a:t>
            </a:r>
            <a:r>
              <a:rPr sz="2400" spc="-110" dirty="0">
                <a:solidFill>
                  <a:srgbClr val="46424D"/>
                </a:solidFill>
                <a:latin typeface="Arial MT"/>
                <a:cs typeface="Arial MT"/>
              </a:rPr>
              <a:t>XP, </a:t>
            </a:r>
            <a:r>
              <a:rPr sz="2400" dirty="0">
                <a:solidFill>
                  <a:srgbClr val="46424D"/>
                </a:solidFill>
                <a:latin typeface="Arial MT"/>
                <a:cs typeface="Arial MT"/>
              </a:rPr>
              <a:t>the </a:t>
            </a:r>
            <a:r>
              <a:rPr sz="2400" spc="-5" dirty="0">
                <a:solidFill>
                  <a:srgbClr val="46424D"/>
                </a:solidFill>
                <a:latin typeface="Arial MT"/>
                <a:cs typeface="Arial MT"/>
              </a:rPr>
              <a:t>method as originally defined is </a:t>
            </a:r>
            <a:r>
              <a:rPr sz="2400" dirty="0">
                <a:solidFill>
                  <a:srgbClr val="46424D"/>
                </a:solidFill>
                <a:latin typeface="Arial MT"/>
                <a:cs typeface="Arial MT"/>
              </a:rPr>
              <a:t>not </a:t>
            </a:r>
            <a:r>
              <a:rPr sz="2400" spc="-5" dirty="0">
                <a:solidFill>
                  <a:srgbClr val="46424D"/>
                </a:solidFill>
                <a:latin typeface="Arial MT"/>
                <a:cs typeface="Arial MT"/>
              </a:rPr>
              <a:t>widely </a:t>
            </a:r>
            <a:r>
              <a:rPr sz="2400" spc="-655" dirty="0">
                <a:solidFill>
                  <a:srgbClr val="46424D"/>
                </a:solidFill>
                <a:latin typeface="Arial MT"/>
                <a:cs typeface="Arial MT"/>
              </a:rPr>
              <a:t> </a:t>
            </a:r>
            <a:r>
              <a:rPr sz="2400" spc="-5" dirty="0">
                <a:solidFill>
                  <a:srgbClr val="46424D"/>
                </a:solidFill>
                <a:latin typeface="Arial MT"/>
                <a:cs typeface="Arial MT"/>
              </a:rPr>
              <a:t>used.</a:t>
            </a:r>
            <a:endParaRPr sz="2400">
              <a:latin typeface="Arial MT"/>
              <a:cs typeface="Arial MT"/>
            </a:endParaRPr>
          </a:p>
          <a:p>
            <a:pPr marL="355600" indent="-342900" algn="just">
              <a:lnSpc>
                <a:spcPct val="100000"/>
              </a:lnSpc>
              <a:spcBef>
                <a:spcPts val="1205"/>
              </a:spcBef>
              <a:buFont typeface="Wingdings"/>
              <a:buChar char=""/>
              <a:tabLst>
                <a:tab pos="355600" algn="l"/>
              </a:tabLst>
            </a:pPr>
            <a:r>
              <a:rPr sz="2400" dirty="0">
                <a:solidFill>
                  <a:srgbClr val="46424D"/>
                </a:solidFill>
                <a:latin typeface="Arial MT"/>
                <a:cs typeface="Arial MT"/>
              </a:rPr>
              <a:t>Key</a:t>
            </a:r>
            <a:r>
              <a:rPr sz="2400" spc="-100" dirty="0">
                <a:solidFill>
                  <a:srgbClr val="46424D"/>
                </a:solidFill>
                <a:latin typeface="Arial MT"/>
                <a:cs typeface="Arial MT"/>
              </a:rPr>
              <a:t> </a:t>
            </a:r>
            <a:r>
              <a:rPr sz="2400" dirty="0">
                <a:solidFill>
                  <a:srgbClr val="46424D"/>
                </a:solidFill>
                <a:latin typeface="Arial MT"/>
                <a:cs typeface="Arial MT"/>
              </a:rPr>
              <a:t>practices</a:t>
            </a:r>
            <a:endParaRPr sz="2400">
              <a:latin typeface="Arial MT"/>
              <a:cs typeface="Arial MT"/>
            </a:endParaRPr>
          </a:p>
          <a:p>
            <a:pPr marL="756285" lvl="1" indent="-287020">
              <a:lnSpc>
                <a:spcPct val="100000"/>
              </a:lnSpc>
              <a:spcBef>
                <a:spcPts val="905"/>
              </a:spcBef>
              <a:buFont typeface="Wingdings"/>
              <a:buChar char=""/>
              <a:tabLst>
                <a:tab pos="756285" algn="l"/>
                <a:tab pos="756920" algn="l"/>
              </a:tabLst>
            </a:pPr>
            <a:r>
              <a:rPr sz="2000" dirty="0">
                <a:solidFill>
                  <a:srgbClr val="46424D"/>
                </a:solidFill>
                <a:latin typeface="Arial MT"/>
                <a:cs typeface="Arial MT"/>
              </a:rPr>
              <a:t>User</a:t>
            </a:r>
            <a:r>
              <a:rPr sz="2000" spc="-35" dirty="0">
                <a:solidFill>
                  <a:srgbClr val="46424D"/>
                </a:solidFill>
                <a:latin typeface="Arial MT"/>
                <a:cs typeface="Arial MT"/>
              </a:rPr>
              <a:t> </a:t>
            </a:r>
            <a:r>
              <a:rPr sz="2000" dirty="0">
                <a:solidFill>
                  <a:srgbClr val="46424D"/>
                </a:solidFill>
                <a:latin typeface="Arial MT"/>
                <a:cs typeface="Arial MT"/>
              </a:rPr>
              <a:t>stories</a:t>
            </a:r>
            <a:r>
              <a:rPr sz="2000" spc="-50" dirty="0">
                <a:solidFill>
                  <a:srgbClr val="46424D"/>
                </a:solidFill>
                <a:latin typeface="Arial MT"/>
                <a:cs typeface="Arial MT"/>
              </a:rPr>
              <a:t> </a:t>
            </a:r>
            <a:r>
              <a:rPr sz="2000" dirty="0">
                <a:solidFill>
                  <a:srgbClr val="46424D"/>
                </a:solidFill>
                <a:latin typeface="Arial MT"/>
                <a:cs typeface="Arial MT"/>
              </a:rPr>
              <a:t>for</a:t>
            </a:r>
            <a:r>
              <a:rPr sz="2000" spc="-25" dirty="0">
                <a:solidFill>
                  <a:srgbClr val="46424D"/>
                </a:solidFill>
                <a:latin typeface="Arial MT"/>
                <a:cs typeface="Arial MT"/>
              </a:rPr>
              <a:t> </a:t>
            </a:r>
            <a:r>
              <a:rPr sz="2000" dirty="0">
                <a:solidFill>
                  <a:srgbClr val="46424D"/>
                </a:solidFill>
                <a:latin typeface="Arial MT"/>
                <a:cs typeface="Arial MT"/>
              </a:rPr>
              <a:t>specification</a:t>
            </a:r>
            <a:endParaRPr sz="2000">
              <a:latin typeface="Arial MT"/>
              <a:cs typeface="Arial MT"/>
            </a:endParaRPr>
          </a:p>
          <a:p>
            <a:pPr marL="756285" lvl="1" indent="-287020">
              <a:lnSpc>
                <a:spcPct val="100000"/>
              </a:lnSpc>
              <a:spcBef>
                <a:spcPts val="600"/>
              </a:spcBef>
              <a:buFont typeface="Wingdings"/>
              <a:buChar char=""/>
              <a:tabLst>
                <a:tab pos="756285" algn="l"/>
                <a:tab pos="756920" algn="l"/>
              </a:tabLst>
            </a:pPr>
            <a:r>
              <a:rPr sz="2000" dirty="0">
                <a:solidFill>
                  <a:srgbClr val="46424D"/>
                </a:solidFill>
                <a:latin typeface="Arial MT"/>
                <a:cs typeface="Arial MT"/>
              </a:rPr>
              <a:t>Refactoring</a:t>
            </a:r>
            <a:endParaRPr sz="2000">
              <a:latin typeface="Arial MT"/>
              <a:cs typeface="Arial MT"/>
            </a:endParaRPr>
          </a:p>
          <a:p>
            <a:pPr marL="756285" lvl="1" indent="-287020">
              <a:lnSpc>
                <a:spcPct val="100000"/>
              </a:lnSpc>
              <a:spcBef>
                <a:spcPts val="600"/>
              </a:spcBef>
              <a:buFont typeface="Wingdings"/>
              <a:buChar char=""/>
              <a:tabLst>
                <a:tab pos="756285" algn="l"/>
                <a:tab pos="756920" algn="l"/>
              </a:tabLst>
            </a:pPr>
            <a:r>
              <a:rPr sz="2000" spc="-25" dirty="0">
                <a:solidFill>
                  <a:srgbClr val="46424D"/>
                </a:solidFill>
                <a:latin typeface="Arial MT"/>
                <a:cs typeface="Arial MT"/>
              </a:rPr>
              <a:t>Test-first</a:t>
            </a:r>
            <a:r>
              <a:rPr sz="2000" spc="-70" dirty="0">
                <a:solidFill>
                  <a:srgbClr val="46424D"/>
                </a:solidFill>
                <a:latin typeface="Arial MT"/>
                <a:cs typeface="Arial MT"/>
              </a:rPr>
              <a:t> </a:t>
            </a:r>
            <a:r>
              <a:rPr sz="2000" dirty="0">
                <a:solidFill>
                  <a:srgbClr val="46424D"/>
                </a:solidFill>
                <a:latin typeface="Arial MT"/>
                <a:cs typeface="Arial MT"/>
              </a:rPr>
              <a:t>development</a:t>
            </a:r>
            <a:endParaRPr sz="2000">
              <a:latin typeface="Arial MT"/>
              <a:cs typeface="Arial MT"/>
            </a:endParaRPr>
          </a:p>
          <a:p>
            <a:pPr marL="756285" lvl="1" indent="-287020">
              <a:lnSpc>
                <a:spcPct val="100000"/>
              </a:lnSpc>
              <a:spcBef>
                <a:spcPts val="600"/>
              </a:spcBef>
              <a:buFont typeface="Wingdings"/>
              <a:buChar char=""/>
              <a:tabLst>
                <a:tab pos="756285" algn="l"/>
                <a:tab pos="756920" algn="l"/>
              </a:tabLst>
            </a:pPr>
            <a:r>
              <a:rPr sz="2000" dirty="0">
                <a:solidFill>
                  <a:srgbClr val="46424D"/>
                </a:solidFill>
                <a:latin typeface="Arial MT"/>
                <a:cs typeface="Arial MT"/>
              </a:rPr>
              <a:t>Pair</a:t>
            </a:r>
            <a:r>
              <a:rPr sz="2000" spc="-40" dirty="0">
                <a:solidFill>
                  <a:srgbClr val="46424D"/>
                </a:solidFill>
                <a:latin typeface="Arial MT"/>
                <a:cs typeface="Arial MT"/>
              </a:rPr>
              <a:t> </a:t>
            </a:r>
            <a:r>
              <a:rPr sz="2000" dirty="0">
                <a:solidFill>
                  <a:srgbClr val="46424D"/>
                </a:solidFill>
                <a:latin typeface="Arial MT"/>
                <a:cs typeface="Arial MT"/>
              </a:rPr>
              <a:t>programming</a:t>
            </a:r>
            <a:endParaRPr sz="2000">
              <a:latin typeface="Arial MT"/>
              <a:cs typeface="Arial MT"/>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4293870" cy="391160"/>
          </a:xfrm>
          <a:prstGeom prst="rect">
            <a:avLst/>
          </a:prstGeom>
        </p:spPr>
        <p:txBody>
          <a:bodyPr vert="horz" wrap="square" lIns="0" tIns="12700" rIns="0" bIns="0" rtlCol="0">
            <a:spAutoFit/>
          </a:bodyPr>
          <a:lstStyle/>
          <a:p>
            <a:pPr marL="12700">
              <a:lnSpc>
                <a:spcPct val="100000"/>
              </a:lnSpc>
              <a:spcBef>
                <a:spcPts val="100"/>
              </a:spcBef>
            </a:pPr>
            <a:r>
              <a:rPr spc="-5" dirty="0"/>
              <a:t>User</a:t>
            </a:r>
            <a:r>
              <a:rPr spc="-10" dirty="0"/>
              <a:t> </a:t>
            </a:r>
            <a:r>
              <a:rPr spc="-5" dirty="0"/>
              <a:t>stories</a:t>
            </a:r>
            <a:r>
              <a:rPr spc="-20" dirty="0"/>
              <a:t> </a:t>
            </a:r>
            <a:r>
              <a:rPr dirty="0"/>
              <a:t>for</a:t>
            </a:r>
            <a:r>
              <a:rPr spc="-30" dirty="0"/>
              <a:t> </a:t>
            </a:r>
            <a:r>
              <a:rPr dirty="0"/>
              <a:t>requirements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20</a:t>
            </a:fld>
            <a:endParaRPr dirty="0"/>
          </a:p>
        </p:txBody>
      </p:sp>
      <p:sp>
        <p:nvSpPr>
          <p:cNvPr id="3" name="object 3"/>
          <p:cNvSpPr txBox="1"/>
          <p:nvPr/>
        </p:nvSpPr>
        <p:spPr>
          <a:xfrm>
            <a:off x="535940" y="1626234"/>
            <a:ext cx="8049259" cy="4141470"/>
          </a:xfrm>
          <a:prstGeom prst="rect">
            <a:avLst/>
          </a:prstGeom>
        </p:spPr>
        <p:txBody>
          <a:bodyPr vert="horz" wrap="square" lIns="0" tIns="12700" rIns="0" bIns="0" rtlCol="0">
            <a:spAutoFit/>
          </a:bodyPr>
          <a:lstStyle/>
          <a:p>
            <a:pPr marL="355600" marR="365760" indent="-342900">
              <a:lnSpc>
                <a:spcPct val="100000"/>
              </a:lnSpc>
              <a:spcBef>
                <a:spcPts val="100"/>
              </a:spcBef>
              <a:buFont typeface="Wingdings"/>
              <a:buChar char=""/>
              <a:tabLst>
                <a:tab pos="355600" algn="l"/>
              </a:tabLst>
            </a:pPr>
            <a:r>
              <a:rPr sz="2400" dirty="0">
                <a:solidFill>
                  <a:srgbClr val="46424D"/>
                </a:solidFill>
                <a:latin typeface="Arial MT"/>
                <a:cs typeface="Arial MT"/>
              </a:rPr>
              <a:t>In</a:t>
            </a:r>
            <a:r>
              <a:rPr sz="2400" spc="-5" dirty="0">
                <a:solidFill>
                  <a:srgbClr val="46424D"/>
                </a:solidFill>
                <a:latin typeface="Arial MT"/>
                <a:cs typeface="Arial MT"/>
              </a:rPr>
              <a:t> </a:t>
            </a:r>
            <a:r>
              <a:rPr sz="2400" spc="-110" dirty="0">
                <a:solidFill>
                  <a:srgbClr val="46424D"/>
                </a:solidFill>
                <a:latin typeface="Arial MT"/>
                <a:cs typeface="Arial MT"/>
              </a:rPr>
              <a:t>XP,</a:t>
            </a:r>
            <a:r>
              <a:rPr sz="2400" spc="-15" dirty="0">
                <a:solidFill>
                  <a:srgbClr val="46424D"/>
                </a:solidFill>
                <a:latin typeface="Arial MT"/>
                <a:cs typeface="Arial MT"/>
              </a:rPr>
              <a:t> </a:t>
            </a:r>
            <a:r>
              <a:rPr sz="2400" spc="-5" dirty="0">
                <a:solidFill>
                  <a:srgbClr val="46424D"/>
                </a:solidFill>
                <a:latin typeface="Arial MT"/>
                <a:cs typeface="Arial MT"/>
              </a:rPr>
              <a:t>a</a:t>
            </a:r>
            <a:r>
              <a:rPr sz="2400" dirty="0">
                <a:solidFill>
                  <a:srgbClr val="46424D"/>
                </a:solidFill>
                <a:latin typeface="Arial MT"/>
                <a:cs typeface="Arial MT"/>
              </a:rPr>
              <a:t> customer</a:t>
            </a:r>
            <a:r>
              <a:rPr sz="2400" spc="-5" dirty="0">
                <a:solidFill>
                  <a:srgbClr val="46424D"/>
                </a:solidFill>
                <a:latin typeface="Arial MT"/>
                <a:cs typeface="Arial MT"/>
              </a:rPr>
              <a:t> </a:t>
            </a:r>
            <a:r>
              <a:rPr sz="2400" spc="-10" dirty="0">
                <a:solidFill>
                  <a:srgbClr val="46424D"/>
                </a:solidFill>
                <a:latin typeface="Arial MT"/>
                <a:cs typeface="Arial MT"/>
              </a:rPr>
              <a:t>or</a:t>
            </a:r>
            <a:r>
              <a:rPr sz="2400" dirty="0">
                <a:solidFill>
                  <a:srgbClr val="46424D"/>
                </a:solidFill>
                <a:latin typeface="Arial MT"/>
                <a:cs typeface="Arial MT"/>
              </a:rPr>
              <a:t> </a:t>
            </a:r>
            <a:r>
              <a:rPr sz="2400" spc="-5" dirty="0">
                <a:solidFill>
                  <a:srgbClr val="46424D"/>
                </a:solidFill>
                <a:latin typeface="Arial MT"/>
                <a:cs typeface="Arial MT"/>
              </a:rPr>
              <a:t>user</a:t>
            </a:r>
            <a:r>
              <a:rPr sz="2400" dirty="0">
                <a:solidFill>
                  <a:srgbClr val="46424D"/>
                </a:solidFill>
                <a:latin typeface="Arial MT"/>
                <a:cs typeface="Arial MT"/>
              </a:rPr>
              <a:t> </a:t>
            </a:r>
            <a:r>
              <a:rPr sz="2400" spc="-5" dirty="0">
                <a:solidFill>
                  <a:srgbClr val="46424D"/>
                </a:solidFill>
                <a:latin typeface="Arial MT"/>
                <a:cs typeface="Arial MT"/>
              </a:rPr>
              <a:t>is</a:t>
            </a:r>
            <a:r>
              <a:rPr sz="2400" dirty="0">
                <a:solidFill>
                  <a:srgbClr val="46424D"/>
                </a:solidFill>
                <a:latin typeface="Arial MT"/>
                <a:cs typeface="Arial MT"/>
              </a:rPr>
              <a:t> part</a:t>
            </a:r>
            <a:r>
              <a:rPr sz="2400" spc="-5" dirty="0">
                <a:solidFill>
                  <a:srgbClr val="46424D"/>
                </a:solidFill>
                <a:latin typeface="Arial MT"/>
                <a:cs typeface="Arial MT"/>
              </a:rPr>
              <a:t> </a:t>
            </a:r>
            <a:r>
              <a:rPr sz="2400" dirty="0">
                <a:solidFill>
                  <a:srgbClr val="46424D"/>
                </a:solidFill>
                <a:latin typeface="Arial MT"/>
                <a:cs typeface="Arial MT"/>
              </a:rPr>
              <a:t>of the</a:t>
            </a:r>
            <a:r>
              <a:rPr sz="2400" spc="-20" dirty="0">
                <a:solidFill>
                  <a:srgbClr val="46424D"/>
                </a:solidFill>
                <a:latin typeface="Arial MT"/>
                <a:cs typeface="Arial MT"/>
              </a:rPr>
              <a:t> </a:t>
            </a:r>
            <a:r>
              <a:rPr sz="2400" dirty="0">
                <a:solidFill>
                  <a:srgbClr val="46424D"/>
                </a:solidFill>
                <a:latin typeface="Arial MT"/>
                <a:cs typeface="Arial MT"/>
              </a:rPr>
              <a:t>XP</a:t>
            </a:r>
            <a:r>
              <a:rPr sz="2400" spc="-45" dirty="0">
                <a:solidFill>
                  <a:srgbClr val="46424D"/>
                </a:solidFill>
                <a:latin typeface="Arial MT"/>
                <a:cs typeface="Arial MT"/>
              </a:rPr>
              <a:t> </a:t>
            </a:r>
            <a:r>
              <a:rPr sz="2400" dirty="0">
                <a:solidFill>
                  <a:srgbClr val="46424D"/>
                </a:solidFill>
                <a:latin typeface="Arial MT"/>
                <a:cs typeface="Arial MT"/>
              </a:rPr>
              <a:t>team</a:t>
            </a:r>
            <a:r>
              <a:rPr sz="2400" spc="-5" dirty="0">
                <a:solidFill>
                  <a:srgbClr val="46424D"/>
                </a:solidFill>
                <a:latin typeface="Arial MT"/>
                <a:cs typeface="Arial MT"/>
              </a:rPr>
              <a:t> and</a:t>
            </a:r>
            <a:r>
              <a:rPr sz="2400" spc="-10" dirty="0">
                <a:solidFill>
                  <a:srgbClr val="46424D"/>
                </a:solidFill>
                <a:latin typeface="Arial MT"/>
                <a:cs typeface="Arial MT"/>
              </a:rPr>
              <a:t> </a:t>
            </a:r>
            <a:r>
              <a:rPr sz="2400" spc="-5" dirty="0">
                <a:solidFill>
                  <a:srgbClr val="46424D"/>
                </a:solidFill>
                <a:latin typeface="Arial MT"/>
                <a:cs typeface="Arial MT"/>
              </a:rPr>
              <a:t>is </a:t>
            </a:r>
            <a:r>
              <a:rPr sz="2400" spc="-650" dirty="0">
                <a:solidFill>
                  <a:srgbClr val="46424D"/>
                </a:solidFill>
                <a:latin typeface="Arial MT"/>
                <a:cs typeface="Arial MT"/>
              </a:rPr>
              <a:t> </a:t>
            </a:r>
            <a:r>
              <a:rPr sz="2400" spc="-5" dirty="0">
                <a:solidFill>
                  <a:srgbClr val="46424D"/>
                </a:solidFill>
                <a:latin typeface="Arial MT"/>
                <a:cs typeface="Arial MT"/>
              </a:rPr>
              <a:t>responsible</a:t>
            </a:r>
            <a:r>
              <a:rPr sz="2400" spc="30" dirty="0">
                <a:solidFill>
                  <a:srgbClr val="46424D"/>
                </a:solidFill>
                <a:latin typeface="Arial MT"/>
                <a:cs typeface="Arial MT"/>
              </a:rPr>
              <a:t> </a:t>
            </a:r>
            <a:r>
              <a:rPr sz="2400" dirty="0">
                <a:solidFill>
                  <a:srgbClr val="46424D"/>
                </a:solidFill>
                <a:latin typeface="Arial MT"/>
                <a:cs typeface="Arial MT"/>
              </a:rPr>
              <a:t>for</a:t>
            </a:r>
            <a:r>
              <a:rPr sz="2400" spc="10" dirty="0">
                <a:solidFill>
                  <a:srgbClr val="46424D"/>
                </a:solidFill>
                <a:latin typeface="Arial MT"/>
                <a:cs typeface="Arial MT"/>
              </a:rPr>
              <a:t> </a:t>
            </a:r>
            <a:r>
              <a:rPr sz="2400" spc="-5" dirty="0">
                <a:solidFill>
                  <a:srgbClr val="46424D"/>
                </a:solidFill>
                <a:latin typeface="Arial MT"/>
                <a:cs typeface="Arial MT"/>
              </a:rPr>
              <a:t>making</a:t>
            </a:r>
            <a:r>
              <a:rPr sz="2400" spc="10" dirty="0">
                <a:solidFill>
                  <a:srgbClr val="46424D"/>
                </a:solidFill>
                <a:latin typeface="Arial MT"/>
                <a:cs typeface="Arial MT"/>
              </a:rPr>
              <a:t> </a:t>
            </a:r>
            <a:r>
              <a:rPr sz="2400" spc="-5" dirty="0">
                <a:solidFill>
                  <a:srgbClr val="46424D"/>
                </a:solidFill>
                <a:latin typeface="Arial MT"/>
                <a:cs typeface="Arial MT"/>
              </a:rPr>
              <a:t>decisions</a:t>
            </a:r>
            <a:r>
              <a:rPr sz="2400" spc="25" dirty="0">
                <a:solidFill>
                  <a:srgbClr val="46424D"/>
                </a:solidFill>
                <a:latin typeface="Arial MT"/>
                <a:cs typeface="Arial MT"/>
              </a:rPr>
              <a:t> </a:t>
            </a:r>
            <a:r>
              <a:rPr sz="2400" spc="-5" dirty="0">
                <a:solidFill>
                  <a:srgbClr val="46424D"/>
                </a:solidFill>
                <a:latin typeface="Arial MT"/>
                <a:cs typeface="Arial MT"/>
              </a:rPr>
              <a:t>on</a:t>
            </a:r>
            <a:r>
              <a:rPr sz="2400" spc="15" dirty="0">
                <a:solidFill>
                  <a:srgbClr val="46424D"/>
                </a:solidFill>
                <a:latin typeface="Arial MT"/>
                <a:cs typeface="Arial MT"/>
              </a:rPr>
              <a:t> </a:t>
            </a:r>
            <a:r>
              <a:rPr sz="2400" dirty="0">
                <a:solidFill>
                  <a:srgbClr val="46424D"/>
                </a:solidFill>
                <a:latin typeface="Arial MT"/>
                <a:cs typeface="Arial MT"/>
              </a:rPr>
              <a:t>requirements.</a:t>
            </a:r>
            <a:endParaRPr sz="2400" dirty="0">
              <a:latin typeface="Arial MT"/>
              <a:cs typeface="Arial MT"/>
            </a:endParaRPr>
          </a:p>
          <a:p>
            <a:pPr marL="355600" indent="-342900">
              <a:lnSpc>
                <a:spcPct val="100000"/>
              </a:lnSpc>
              <a:spcBef>
                <a:spcPts val="1200"/>
              </a:spcBef>
              <a:buFont typeface="Wingdings"/>
              <a:buChar char=""/>
              <a:tabLst>
                <a:tab pos="355600" algn="l"/>
              </a:tabLst>
            </a:pPr>
            <a:r>
              <a:rPr sz="2400" dirty="0">
                <a:solidFill>
                  <a:srgbClr val="46424D"/>
                </a:solidFill>
                <a:latin typeface="Arial MT"/>
                <a:cs typeface="Arial MT"/>
              </a:rPr>
              <a:t>User</a:t>
            </a:r>
            <a:r>
              <a:rPr sz="2400" spc="-5" dirty="0">
                <a:solidFill>
                  <a:srgbClr val="46424D"/>
                </a:solidFill>
                <a:latin typeface="Arial MT"/>
                <a:cs typeface="Arial MT"/>
              </a:rPr>
              <a:t> requirements</a:t>
            </a:r>
            <a:r>
              <a:rPr sz="2400" spc="10" dirty="0">
                <a:solidFill>
                  <a:srgbClr val="46424D"/>
                </a:solidFill>
                <a:latin typeface="Arial MT"/>
                <a:cs typeface="Arial MT"/>
              </a:rPr>
              <a:t> </a:t>
            </a:r>
            <a:r>
              <a:rPr sz="2400" dirty="0">
                <a:solidFill>
                  <a:srgbClr val="46424D"/>
                </a:solidFill>
                <a:latin typeface="Arial MT"/>
                <a:cs typeface="Arial MT"/>
              </a:rPr>
              <a:t>are </a:t>
            </a:r>
            <a:r>
              <a:rPr sz="2400" spc="-5" dirty="0">
                <a:solidFill>
                  <a:srgbClr val="46424D"/>
                </a:solidFill>
                <a:latin typeface="Arial MT"/>
                <a:cs typeface="Arial MT"/>
              </a:rPr>
              <a:t>expressed</a:t>
            </a:r>
            <a:r>
              <a:rPr sz="2400" spc="25" dirty="0">
                <a:solidFill>
                  <a:srgbClr val="46424D"/>
                </a:solidFill>
                <a:latin typeface="Arial MT"/>
                <a:cs typeface="Arial MT"/>
              </a:rPr>
              <a:t> </a:t>
            </a:r>
            <a:r>
              <a:rPr sz="2400" dirty="0">
                <a:solidFill>
                  <a:srgbClr val="46424D"/>
                </a:solidFill>
                <a:latin typeface="Arial MT"/>
                <a:cs typeface="Arial MT"/>
              </a:rPr>
              <a:t>as</a:t>
            </a:r>
            <a:r>
              <a:rPr sz="2400" spc="10" dirty="0">
                <a:solidFill>
                  <a:srgbClr val="46424D"/>
                </a:solidFill>
                <a:latin typeface="Arial MT"/>
                <a:cs typeface="Arial MT"/>
              </a:rPr>
              <a:t> </a:t>
            </a:r>
            <a:r>
              <a:rPr sz="2400" spc="-5" dirty="0">
                <a:solidFill>
                  <a:srgbClr val="46424D"/>
                </a:solidFill>
                <a:latin typeface="Arial MT"/>
                <a:cs typeface="Arial MT"/>
              </a:rPr>
              <a:t>user</a:t>
            </a:r>
            <a:r>
              <a:rPr sz="2400" spc="5" dirty="0">
                <a:solidFill>
                  <a:srgbClr val="46424D"/>
                </a:solidFill>
                <a:latin typeface="Arial MT"/>
                <a:cs typeface="Arial MT"/>
              </a:rPr>
              <a:t> </a:t>
            </a:r>
            <a:r>
              <a:rPr sz="2400" dirty="0">
                <a:solidFill>
                  <a:srgbClr val="46424D"/>
                </a:solidFill>
                <a:latin typeface="Arial MT"/>
                <a:cs typeface="Arial MT"/>
              </a:rPr>
              <a:t>stories</a:t>
            </a:r>
            <a:r>
              <a:rPr sz="2400" spc="-10" dirty="0">
                <a:solidFill>
                  <a:srgbClr val="46424D"/>
                </a:solidFill>
                <a:latin typeface="Arial MT"/>
                <a:cs typeface="Arial MT"/>
              </a:rPr>
              <a:t> </a:t>
            </a:r>
            <a:r>
              <a:rPr sz="2400" dirty="0">
                <a:solidFill>
                  <a:srgbClr val="46424D"/>
                </a:solidFill>
                <a:latin typeface="Arial MT"/>
                <a:cs typeface="Arial MT"/>
              </a:rPr>
              <a:t>or</a:t>
            </a:r>
            <a:endParaRPr sz="2400" dirty="0">
              <a:latin typeface="Arial MT"/>
              <a:cs typeface="Arial MT"/>
            </a:endParaRPr>
          </a:p>
          <a:p>
            <a:pPr marL="355600">
              <a:lnSpc>
                <a:spcPct val="100000"/>
              </a:lnSpc>
            </a:pPr>
            <a:r>
              <a:rPr sz="2400" dirty="0">
                <a:solidFill>
                  <a:srgbClr val="46424D"/>
                </a:solidFill>
                <a:latin typeface="Arial MT"/>
                <a:cs typeface="Arial MT"/>
              </a:rPr>
              <a:t>scenarios.</a:t>
            </a:r>
            <a:endParaRPr sz="2400" dirty="0">
              <a:latin typeface="Arial MT"/>
              <a:cs typeface="Arial MT"/>
            </a:endParaRPr>
          </a:p>
          <a:p>
            <a:pPr marL="355600" marR="5080" indent="-342900">
              <a:lnSpc>
                <a:spcPct val="100000"/>
              </a:lnSpc>
              <a:spcBef>
                <a:spcPts val="1200"/>
              </a:spcBef>
              <a:buFont typeface="Wingdings"/>
              <a:buChar char=""/>
              <a:tabLst>
                <a:tab pos="355600" algn="l"/>
              </a:tabLst>
            </a:pPr>
            <a:r>
              <a:rPr sz="2400" spc="-5" dirty="0">
                <a:solidFill>
                  <a:srgbClr val="46424D"/>
                </a:solidFill>
                <a:latin typeface="Arial MT"/>
                <a:cs typeface="Arial MT"/>
              </a:rPr>
              <a:t>These</a:t>
            </a:r>
            <a:r>
              <a:rPr sz="2400" dirty="0">
                <a:solidFill>
                  <a:srgbClr val="46424D"/>
                </a:solidFill>
                <a:latin typeface="Arial MT"/>
                <a:cs typeface="Arial MT"/>
              </a:rPr>
              <a:t> are</a:t>
            </a:r>
            <a:r>
              <a:rPr sz="2400" spc="5" dirty="0">
                <a:solidFill>
                  <a:srgbClr val="46424D"/>
                </a:solidFill>
                <a:latin typeface="Arial MT"/>
                <a:cs typeface="Arial MT"/>
              </a:rPr>
              <a:t> </a:t>
            </a:r>
            <a:r>
              <a:rPr sz="2400" spc="-5" dirty="0">
                <a:solidFill>
                  <a:srgbClr val="46424D"/>
                </a:solidFill>
                <a:latin typeface="Arial MT"/>
                <a:cs typeface="Arial MT"/>
              </a:rPr>
              <a:t>written</a:t>
            </a:r>
            <a:r>
              <a:rPr sz="2400" spc="10" dirty="0">
                <a:solidFill>
                  <a:srgbClr val="46424D"/>
                </a:solidFill>
                <a:latin typeface="Arial MT"/>
                <a:cs typeface="Arial MT"/>
              </a:rPr>
              <a:t> </a:t>
            </a:r>
            <a:r>
              <a:rPr sz="2400" spc="-5" dirty="0">
                <a:solidFill>
                  <a:srgbClr val="46424D"/>
                </a:solidFill>
                <a:latin typeface="Arial MT"/>
                <a:cs typeface="Arial MT"/>
              </a:rPr>
              <a:t>on</a:t>
            </a:r>
            <a:r>
              <a:rPr sz="2400" dirty="0">
                <a:solidFill>
                  <a:srgbClr val="46424D"/>
                </a:solidFill>
                <a:latin typeface="Arial MT"/>
                <a:cs typeface="Arial MT"/>
              </a:rPr>
              <a:t> cards</a:t>
            </a:r>
            <a:r>
              <a:rPr sz="2400" spc="5" dirty="0">
                <a:solidFill>
                  <a:srgbClr val="46424D"/>
                </a:solidFill>
                <a:latin typeface="Arial MT"/>
                <a:cs typeface="Arial MT"/>
              </a:rPr>
              <a:t> </a:t>
            </a:r>
            <a:r>
              <a:rPr sz="2400" spc="-5" dirty="0">
                <a:solidFill>
                  <a:srgbClr val="46424D"/>
                </a:solidFill>
                <a:latin typeface="Arial MT"/>
                <a:cs typeface="Arial MT"/>
              </a:rPr>
              <a:t>and</a:t>
            </a:r>
            <a:r>
              <a:rPr sz="2400" spc="25" dirty="0">
                <a:solidFill>
                  <a:srgbClr val="46424D"/>
                </a:solidFill>
                <a:latin typeface="Arial MT"/>
                <a:cs typeface="Arial MT"/>
              </a:rPr>
              <a:t> </a:t>
            </a:r>
            <a:r>
              <a:rPr sz="2400" dirty="0">
                <a:solidFill>
                  <a:srgbClr val="46424D"/>
                </a:solidFill>
                <a:latin typeface="Arial MT"/>
                <a:cs typeface="Arial MT"/>
              </a:rPr>
              <a:t>the </a:t>
            </a:r>
            <a:r>
              <a:rPr sz="2400" spc="-5" dirty="0">
                <a:solidFill>
                  <a:srgbClr val="46424D"/>
                </a:solidFill>
                <a:latin typeface="Arial MT"/>
                <a:cs typeface="Arial MT"/>
              </a:rPr>
              <a:t>development</a:t>
            </a:r>
            <a:r>
              <a:rPr sz="2400" spc="35" dirty="0">
                <a:solidFill>
                  <a:srgbClr val="46424D"/>
                </a:solidFill>
                <a:latin typeface="Arial MT"/>
                <a:cs typeface="Arial MT"/>
              </a:rPr>
              <a:t> </a:t>
            </a:r>
            <a:r>
              <a:rPr sz="2400" dirty="0">
                <a:solidFill>
                  <a:srgbClr val="46424D"/>
                </a:solidFill>
                <a:latin typeface="Arial MT"/>
                <a:cs typeface="Arial MT"/>
              </a:rPr>
              <a:t>team </a:t>
            </a:r>
            <a:r>
              <a:rPr sz="2400" spc="5" dirty="0">
                <a:solidFill>
                  <a:srgbClr val="46424D"/>
                </a:solidFill>
                <a:latin typeface="Arial MT"/>
                <a:cs typeface="Arial MT"/>
              </a:rPr>
              <a:t> </a:t>
            </a:r>
            <a:r>
              <a:rPr sz="2400" dirty="0">
                <a:solidFill>
                  <a:srgbClr val="46424D"/>
                </a:solidFill>
                <a:latin typeface="Arial MT"/>
                <a:cs typeface="Arial MT"/>
              </a:rPr>
              <a:t>break</a:t>
            </a:r>
            <a:r>
              <a:rPr sz="2400" spc="-10" dirty="0">
                <a:solidFill>
                  <a:srgbClr val="46424D"/>
                </a:solidFill>
                <a:latin typeface="Arial MT"/>
                <a:cs typeface="Arial MT"/>
              </a:rPr>
              <a:t> </a:t>
            </a:r>
            <a:r>
              <a:rPr sz="2400" dirty="0">
                <a:solidFill>
                  <a:srgbClr val="46424D"/>
                </a:solidFill>
                <a:latin typeface="Arial MT"/>
                <a:cs typeface="Arial MT"/>
              </a:rPr>
              <a:t>them</a:t>
            </a:r>
            <a:r>
              <a:rPr sz="2400" spc="-5" dirty="0">
                <a:solidFill>
                  <a:srgbClr val="46424D"/>
                </a:solidFill>
                <a:latin typeface="Arial MT"/>
                <a:cs typeface="Arial MT"/>
              </a:rPr>
              <a:t> down</a:t>
            </a:r>
            <a:r>
              <a:rPr sz="2400" spc="15" dirty="0">
                <a:solidFill>
                  <a:srgbClr val="46424D"/>
                </a:solidFill>
                <a:latin typeface="Arial MT"/>
                <a:cs typeface="Arial MT"/>
              </a:rPr>
              <a:t> </a:t>
            </a:r>
            <a:r>
              <a:rPr sz="2400" dirty="0">
                <a:solidFill>
                  <a:srgbClr val="46424D"/>
                </a:solidFill>
                <a:latin typeface="Arial MT"/>
                <a:cs typeface="Arial MT"/>
              </a:rPr>
              <a:t>into</a:t>
            </a:r>
            <a:r>
              <a:rPr sz="2400" spc="-5" dirty="0">
                <a:solidFill>
                  <a:srgbClr val="46424D"/>
                </a:solidFill>
                <a:latin typeface="Arial MT"/>
                <a:cs typeface="Arial MT"/>
              </a:rPr>
              <a:t> </a:t>
            </a:r>
            <a:r>
              <a:rPr sz="2400" dirty="0">
                <a:solidFill>
                  <a:srgbClr val="46424D"/>
                </a:solidFill>
                <a:latin typeface="Arial MT"/>
                <a:cs typeface="Arial MT"/>
              </a:rPr>
              <a:t>implementation</a:t>
            </a:r>
            <a:r>
              <a:rPr sz="2400" spc="15" dirty="0">
                <a:solidFill>
                  <a:srgbClr val="46424D"/>
                </a:solidFill>
                <a:latin typeface="Arial MT"/>
                <a:cs typeface="Arial MT"/>
              </a:rPr>
              <a:t> </a:t>
            </a:r>
            <a:r>
              <a:rPr sz="2400" dirty="0">
                <a:solidFill>
                  <a:srgbClr val="46424D"/>
                </a:solidFill>
                <a:latin typeface="Arial MT"/>
                <a:cs typeface="Arial MT"/>
              </a:rPr>
              <a:t>tasks.</a:t>
            </a:r>
            <a:r>
              <a:rPr sz="2400" spc="-60" dirty="0">
                <a:solidFill>
                  <a:srgbClr val="46424D"/>
                </a:solidFill>
                <a:latin typeface="Arial MT"/>
                <a:cs typeface="Arial MT"/>
              </a:rPr>
              <a:t> </a:t>
            </a:r>
            <a:r>
              <a:rPr sz="2400" dirty="0">
                <a:solidFill>
                  <a:srgbClr val="46424D"/>
                </a:solidFill>
                <a:latin typeface="Arial MT"/>
                <a:cs typeface="Arial MT"/>
              </a:rPr>
              <a:t>These</a:t>
            </a:r>
            <a:r>
              <a:rPr sz="2400" spc="-5" dirty="0">
                <a:solidFill>
                  <a:srgbClr val="46424D"/>
                </a:solidFill>
                <a:latin typeface="Arial MT"/>
                <a:cs typeface="Arial MT"/>
              </a:rPr>
              <a:t> </a:t>
            </a:r>
            <a:r>
              <a:rPr sz="2400" dirty="0">
                <a:solidFill>
                  <a:srgbClr val="46424D"/>
                </a:solidFill>
                <a:latin typeface="Arial MT"/>
                <a:cs typeface="Arial MT"/>
              </a:rPr>
              <a:t>tasks </a:t>
            </a:r>
            <a:r>
              <a:rPr sz="2400" spc="-650" dirty="0">
                <a:solidFill>
                  <a:srgbClr val="46424D"/>
                </a:solidFill>
                <a:latin typeface="Arial MT"/>
                <a:cs typeface="Arial MT"/>
              </a:rPr>
              <a:t> </a:t>
            </a:r>
            <a:r>
              <a:rPr sz="2400" spc="-5" dirty="0">
                <a:solidFill>
                  <a:srgbClr val="46424D"/>
                </a:solidFill>
                <a:latin typeface="Arial MT"/>
                <a:cs typeface="Arial MT"/>
              </a:rPr>
              <a:t>are</a:t>
            </a:r>
            <a:r>
              <a:rPr sz="2400" spc="5" dirty="0">
                <a:solidFill>
                  <a:srgbClr val="46424D"/>
                </a:solidFill>
                <a:latin typeface="Arial MT"/>
                <a:cs typeface="Arial MT"/>
              </a:rPr>
              <a:t> </a:t>
            </a:r>
            <a:r>
              <a:rPr sz="2400" dirty="0">
                <a:solidFill>
                  <a:srgbClr val="46424D"/>
                </a:solidFill>
                <a:latin typeface="Arial MT"/>
                <a:cs typeface="Arial MT"/>
              </a:rPr>
              <a:t>the </a:t>
            </a:r>
            <a:r>
              <a:rPr sz="2400" spc="-5" dirty="0">
                <a:solidFill>
                  <a:srgbClr val="46424D"/>
                </a:solidFill>
                <a:latin typeface="Arial MT"/>
                <a:cs typeface="Arial MT"/>
              </a:rPr>
              <a:t>basis</a:t>
            </a:r>
            <a:r>
              <a:rPr sz="2400" spc="10" dirty="0">
                <a:solidFill>
                  <a:srgbClr val="46424D"/>
                </a:solidFill>
                <a:latin typeface="Arial MT"/>
                <a:cs typeface="Arial MT"/>
              </a:rPr>
              <a:t> </a:t>
            </a:r>
            <a:r>
              <a:rPr sz="2400" dirty="0">
                <a:solidFill>
                  <a:srgbClr val="46424D"/>
                </a:solidFill>
                <a:latin typeface="Arial MT"/>
                <a:cs typeface="Arial MT"/>
              </a:rPr>
              <a:t>of</a:t>
            </a:r>
            <a:r>
              <a:rPr sz="2400" spc="5" dirty="0">
                <a:solidFill>
                  <a:srgbClr val="46424D"/>
                </a:solidFill>
                <a:latin typeface="Arial MT"/>
                <a:cs typeface="Arial MT"/>
              </a:rPr>
              <a:t> </a:t>
            </a:r>
            <a:r>
              <a:rPr sz="2400" spc="-5" dirty="0">
                <a:solidFill>
                  <a:srgbClr val="46424D"/>
                </a:solidFill>
                <a:latin typeface="Arial MT"/>
                <a:cs typeface="Arial MT"/>
              </a:rPr>
              <a:t>schedule</a:t>
            </a:r>
            <a:r>
              <a:rPr sz="2400" spc="20" dirty="0">
                <a:solidFill>
                  <a:srgbClr val="46424D"/>
                </a:solidFill>
                <a:latin typeface="Arial MT"/>
                <a:cs typeface="Arial MT"/>
              </a:rPr>
              <a:t> </a:t>
            </a:r>
            <a:r>
              <a:rPr sz="2400" spc="-5" dirty="0">
                <a:solidFill>
                  <a:srgbClr val="46424D"/>
                </a:solidFill>
                <a:latin typeface="Arial MT"/>
                <a:cs typeface="Arial MT"/>
              </a:rPr>
              <a:t>and</a:t>
            </a:r>
            <a:r>
              <a:rPr sz="2400" spc="10" dirty="0">
                <a:solidFill>
                  <a:srgbClr val="46424D"/>
                </a:solidFill>
                <a:latin typeface="Arial MT"/>
                <a:cs typeface="Arial MT"/>
              </a:rPr>
              <a:t> </a:t>
            </a:r>
            <a:r>
              <a:rPr sz="2400" dirty="0">
                <a:solidFill>
                  <a:srgbClr val="46424D"/>
                </a:solidFill>
                <a:latin typeface="Arial MT"/>
                <a:cs typeface="Arial MT"/>
              </a:rPr>
              <a:t>cost</a:t>
            </a:r>
            <a:r>
              <a:rPr sz="2400" spc="5" dirty="0">
                <a:solidFill>
                  <a:srgbClr val="46424D"/>
                </a:solidFill>
                <a:latin typeface="Arial MT"/>
                <a:cs typeface="Arial MT"/>
              </a:rPr>
              <a:t> </a:t>
            </a:r>
            <a:r>
              <a:rPr sz="2400" spc="-5" dirty="0">
                <a:solidFill>
                  <a:srgbClr val="46424D"/>
                </a:solidFill>
                <a:latin typeface="Arial MT"/>
                <a:cs typeface="Arial MT"/>
              </a:rPr>
              <a:t>estimates.</a:t>
            </a:r>
            <a:endParaRPr sz="2400" dirty="0">
              <a:latin typeface="Arial MT"/>
              <a:cs typeface="Arial MT"/>
            </a:endParaRPr>
          </a:p>
          <a:p>
            <a:pPr marL="355600" marR="354965" indent="-342900">
              <a:lnSpc>
                <a:spcPct val="100000"/>
              </a:lnSpc>
              <a:spcBef>
                <a:spcPts val="1205"/>
              </a:spcBef>
              <a:buFont typeface="Wingdings"/>
              <a:buChar char=""/>
              <a:tabLst>
                <a:tab pos="355600" algn="l"/>
              </a:tabLst>
            </a:pPr>
            <a:r>
              <a:rPr sz="2400" dirty="0">
                <a:solidFill>
                  <a:srgbClr val="46424D"/>
                </a:solidFill>
                <a:latin typeface="Arial MT"/>
                <a:cs typeface="Arial MT"/>
              </a:rPr>
              <a:t>The customer </a:t>
            </a:r>
            <a:r>
              <a:rPr sz="2400" spc="-5" dirty="0">
                <a:solidFill>
                  <a:srgbClr val="46424D"/>
                </a:solidFill>
                <a:latin typeface="Arial MT"/>
                <a:cs typeface="Arial MT"/>
              </a:rPr>
              <a:t>chooses</a:t>
            </a:r>
            <a:r>
              <a:rPr sz="2400" spc="20" dirty="0">
                <a:solidFill>
                  <a:srgbClr val="46424D"/>
                </a:solidFill>
                <a:latin typeface="Arial MT"/>
                <a:cs typeface="Arial MT"/>
              </a:rPr>
              <a:t> </a:t>
            </a:r>
            <a:r>
              <a:rPr sz="2400" dirty="0">
                <a:solidFill>
                  <a:srgbClr val="46424D"/>
                </a:solidFill>
                <a:latin typeface="Arial MT"/>
                <a:cs typeface="Arial MT"/>
              </a:rPr>
              <a:t>the</a:t>
            </a:r>
            <a:r>
              <a:rPr sz="2400" spc="5" dirty="0">
                <a:solidFill>
                  <a:srgbClr val="46424D"/>
                </a:solidFill>
                <a:latin typeface="Arial MT"/>
                <a:cs typeface="Arial MT"/>
              </a:rPr>
              <a:t> </a:t>
            </a:r>
            <a:r>
              <a:rPr sz="2400" spc="-5" dirty="0">
                <a:solidFill>
                  <a:srgbClr val="46424D"/>
                </a:solidFill>
                <a:latin typeface="Arial MT"/>
                <a:cs typeface="Arial MT"/>
              </a:rPr>
              <a:t>stories</a:t>
            </a:r>
            <a:r>
              <a:rPr sz="2400" dirty="0">
                <a:solidFill>
                  <a:srgbClr val="46424D"/>
                </a:solidFill>
                <a:latin typeface="Arial MT"/>
                <a:cs typeface="Arial MT"/>
              </a:rPr>
              <a:t> for</a:t>
            </a:r>
            <a:r>
              <a:rPr sz="2400" spc="5" dirty="0">
                <a:solidFill>
                  <a:srgbClr val="46424D"/>
                </a:solidFill>
                <a:latin typeface="Arial MT"/>
                <a:cs typeface="Arial MT"/>
              </a:rPr>
              <a:t> </a:t>
            </a:r>
            <a:r>
              <a:rPr sz="2400" spc="-5" dirty="0">
                <a:solidFill>
                  <a:srgbClr val="46424D"/>
                </a:solidFill>
                <a:latin typeface="Arial MT"/>
                <a:cs typeface="Arial MT"/>
              </a:rPr>
              <a:t>inclusion</a:t>
            </a:r>
            <a:r>
              <a:rPr sz="2400" spc="30" dirty="0">
                <a:solidFill>
                  <a:srgbClr val="46424D"/>
                </a:solidFill>
                <a:latin typeface="Arial MT"/>
                <a:cs typeface="Arial MT"/>
              </a:rPr>
              <a:t> </a:t>
            </a:r>
            <a:r>
              <a:rPr sz="2400" spc="-5" dirty="0">
                <a:solidFill>
                  <a:srgbClr val="46424D"/>
                </a:solidFill>
                <a:latin typeface="Arial MT"/>
                <a:cs typeface="Arial MT"/>
              </a:rPr>
              <a:t>in</a:t>
            </a:r>
            <a:r>
              <a:rPr sz="2400" spc="10" dirty="0">
                <a:solidFill>
                  <a:srgbClr val="46424D"/>
                </a:solidFill>
                <a:latin typeface="Arial MT"/>
                <a:cs typeface="Arial MT"/>
              </a:rPr>
              <a:t> </a:t>
            </a:r>
            <a:r>
              <a:rPr sz="2400" dirty="0">
                <a:solidFill>
                  <a:srgbClr val="46424D"/>
                </a:solidFill>
                <a:latin typeface="Arial MT"/>
                <a:cs typeface="Arial MT"/>
              </a:rPr>
              <a:t>the </a:t>
            </a:r>
            <a:r>
              <a:rPr sz="2400" spc="5" dirty="0">
                <a:solidFill>
                  <a:srgbClr val="46424D"/>
                </a:solidFill>
                <a:latin typeface="Arial MT"/>
                <a:cs typeface="Arial MT"/>
              </a:rPr>
              <a:t> </a:t>
            </a:r>
            <a:r>
              <a:rPr sz="2400" spc="-5" dirty="0">
                <a:solidFill>
                  <a:srgbClr val="46424D"/>
                </a:solidFill>
                <a:latin typeface="Arial MT"/>
                <a:cs typeface="Arial MT"/>
              </a:rPr>
              <a:t>next</a:t>
            </a:r>
            <a:r>
              <a:rPr sz="2400" spc="5" dirty="0">
                <a:solidFill>
                  <a:srgbClr val="46424D"/>
                </a:solidFill>
                <a:latin typeface="Arial MT"/>
                <a:cs typeface="Arial MT"/>
              </a:rPr>
              <a:t> </a:t>
            </a:r>
            <a:r>
              <a:rPr sz="2400" dirty="0">
                <a:solidFill>
                  <a:srgbClr val="46424D"/>
                </a:solidFill>
                <a:latin typeface="Arial MT"/>
                <a:cs typeface="Arial MT"/>
              </a:rPr>
              <a:t>release</a:t>
            </a:r>
            <a:r>
              <a:rPr sz="2400" spc="20" dirty="0">
                <a:solidFill>
                  <a:srgbClr val="46424D"/>
                </a:solidFill>
                <a:latin typeface="Arial MT"/>
                <a:cs typeface="Arial MT"/>
              </a:rPr>
              <a:t> </a:t>
            </a:r>
            <a:r>
              <a:rPr sz="2400" dirty="0">
                <a:solidFill>
                  <a:srgbClr val="46424D"/>
                </a:solidFill>
                <a:latin typeface="Arial MT"/>
                <a:cs typeface="Arial MT"/>
              </a:rPr>
              <a:t>based</a:t>
            </a:r>
            <a:r>
              <a:rPr sz="2400" spc="15" dirty="0">
                <a:solidFill>
                  <a:srgbClr val="46424D"/>
                </a:solidFill>
                <a:latin typeface="Arial MT"/>
                <a:cs typeface="Arial MT"/>
              </a:rPr>
              <a:t> </a:t>
            </a:r>
            <a:r>
              <a:rPr sz="2400" dirty="0">
                <a:solidFill>
                  <a:srgbClr val="46424D"/>
                </a:solidFill>
                <a:latin typeface="Arial MT"/>
                <a:cs typeface="Arial MT"/>
              </a:rPr>
              <a:t>on their</a:t>
            </a:r>
            <a:r>
              <a:rPr sz="2400" spc="5" dirty="0">
                <a:solidFill>
                  <a:srgbClr val="46424D"/>
                </a:solidFill>
                <a:latin typeface="Arial MT"/>
                <a:cs typeface="Arial MT"/>
              </a:rPr>
              <a:t> </a:t>
            </a:r>
            <a:r>
              <a:rPr sz="2400" spc="-5" dirty="0">
                <a:solidFill>
                  <a:srgbClr val="46424D"/>
                </a:solidFill>
                <a:latin typeface="Arial MT"/>
                <a:cs typeface="Arial MT"/>
              </a:rPr>
              <a:t>priorities</a:t>
            </a:r>
            <a:r>
              <a:rPr sz="2400" spc="10" dirty="0">
                <a:solidFill>
                  <a:srgbClr val="46424D"/>
                </a:solidFill>
                <a:latin typeface="Arial MT"/>
                <a:cs typeface="Arial MT"/>
              </a:rPr>
              <a:t> </a:t>
            </a:r>
            <a:r>
              <a:rPr sz="2400" dirty="0">
                <a:solidFill>
                  <a:srgbClr val="46424D"/>
                </a:solidFill>
                <a:latin typeface="Arial MT"/>
                <a:cs typeface="Arial MT"/>
              </a:rPr>
              <a:t>and</a:t>
            </a:r>
            <a:r>
              <a:rPr sz="2400" spc="10" dirty="0">
                <a:solidFill>
                  <a:srgbClr val="46424D"/>
                </a:solidFill>
                <a:latin typeface="Arial MT"/>
                <a:cs typeface="Arial MT"/>
              </a:rPr>
              <a:t> </a:t>
            </a:r>
            <a:r>
              <a:rPr sz="2400" dirty="0">
                <a:solidFill>
                  <a:srgbClr val="46424D"/>
                </a:solidFill>
                <a:latin typeface="Arial MT"/>
                <a:cs typeface="Arial MT"/>
              </a:rPr>
              <a:t>the</a:t>
            </a:r>
            <a:r>
              <a:rPr sz="2400" spc="5" dirty="0">
                <a:solidFill>
                  <a:srgbClr val="46424D"/>
                </a:solidFill>
                <a:latin typeface="Arial MT"/>
                <a:cs typeface="Arial MT"/>
              </a:rPr>
              <a:t> </a:t>
            </a:r>
            <a:r>
              <a:rPr sz="2400" spc="-5" dirty="0">
                <a:solidFill>
                  <a:srgbClr val="46424D"/>
                </a:solidFill>
                <a:latin typeface="Arial MT"/>
                <a:cs typeface="Arial MT"/>
              </a:rPr>
              <a:t>schedule </a:t>
            </a:r>
            <a:r>
              <a:rPr sz="2400" spc="-655" dirty="0">
                <a:solidFill>
                  <a:srgbClr val="46424D"/>
                </a:solidFill>
                <a:latin typeface="Arial MT"/>
                <a:cs typeface="Arial MT"/>
              </a:rPr>
              <a:t> </a:t>
            </a:r>
            <a:r>
              <a:rPr sz="2400" dirty="0">
                <a:solidFill>
                  <a:srgbClr val="46424D"/>
                </a:solidFill>
                <a:latin typeface="Arial MT"/>
                <a:cs typeface="Arial MT"/>
              </a:rPr>
              <a:t>estimates.</a:t>
            </a:r>
            <a:endParaRPr sz="2400" dirty="0">
              <a:latin typeface="Arial MT"/>
              <a:cs typeface="Arial MT"/>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609600"/>
            <a:ext cx="3242309" cy="369332"/>
          </a:xfrm>
        </p:spPr>
        <p:txBody>
          <a:bodyPr/>
          <a:lstStyle/>
          <a:p>
            <a:r>
              <a:rPr lang="en-US" dirty="0" smtClean="0"/>
              <a:t>User Story</a:t>
            </a:r>
            <a:endParaRPr lang="en-US" dirty="0"/>
          </a:p>
        </p:txBody>
      </p:sp>
      <p:pic>
        <p:nvPicPr>
          <p:cNvPr id="3" name="Picture 4" descr="https://cdn-images.visual-paradigm.com/guide/agile/what-is-user-story/02-user-story-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732" y="3886200"/>
            <a:ext cx="6534150" cy="179070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85800" y="1524001"/>
            <a:ext cx="8229600" cy="2031325"/>
          </a:xfrm>
          <a:prstGeom prst="rect">
            <a:avLst/>
          </a:prstGeom>
        </p:spPr>
        <p:txBody>
          <a:bodyPr wrap="square">
            <a:spAutoFit/>
          </a:bodyPr>
          <a:lstStyle/>
          <a:p>
            <a:r>
              <a:rPr lang="en-US" dirty="0"/>
              <a:t>As a [</a:t>
            </a:r>
            <a:r>
              <a:rPr lang="en-US" b="1" dirty="0"/>
              <a:t>customer</a:t>
            </a:r>
            <a:r>
              <a:rPr lang="en-US" dirty="0"/>
              <a:t>], I want [</a:t>
            </a:r>
            <a:r>
              <a:rPr lang="en-US" b="1" dirty="0"/>
              <a:t>shopping cart feature</a:t>
            </a:r>
            <a:r>
              <a:rPr lang="en-US" dirty="0"/>
              <a:t>] so that [</a:t>
            </a:r>
            <a:r>
              <a:rPr lang="en-US" b="1" dirty="0"/>
              <a:t>I can easily purchase items online</a:t>
            </a:r>
            <a:r>
              <a:rPr lang="en-US" dirty="0"/>
              <a:t>].</a:t>
            </a:r>
          </a:p>
          <a:p>
            <a:r>
              <a:rPr lang="en-US" dirty="0"/>
              <a:t>As a [</a:t>
            </a:r>
            <a:r>
              <a:rPr lang="en-US" b="1" dirty="0"/>
              <a:t>manager</a:t>
            </a:r>
            <a:r>
              <a:rPr lang="en-US" dirty="0"/>
              <a:t>], I want to [</a:t>
            </a:r>
            <a:r>
              <a:rPr lang="en-US" b="1" dirty="0"/>
              <a:t>generate a report</a:t>
            </a:r>
            <a:r>
              <a:rPr lang="en-US" dirty="0"/>
              <a:t>] so that [</a:t>
            </a:r>
            <a:r>
              <a:rPr lang="en-US" b="1" dirty="0"/>
              <a:t>I can understand which departments need more resources</a:t>
            </a:r>
            <a:r>
              <a:rPr lang="en-US" dirty="0"/>
              <a:t>].</a:t>
            </a:r>
          </a:p>
          <a:p>
            <a:r>
              <a:rPr lang="en-US" dirty="0"/>
              <a:t>As a [</a:t>
            </a:r>
            <a:r>
              <a:rPr lang="en-US" b="1" dirty="0"/>
              <a:t>customer</a:t>
            </a:r>
            <a:r>
              <a:rPr lang="en-US" dirty="0"/>
              <a:t>], I want to [</a:t>
            </a:r>
            <a:r>
              <a:rPr lang="en-US" b="1" dirty="0"/>
              <a:t>receive an SMS when the item arrives</a:t>
            </a:r>
            <a:r>
              <a:rPr lang="en-US" dirty="0"/>
              <a:t>] so that [</a:t>
            </a:r>
            <a:r>
              <a:rPr lang="en-US" b="1" dirty="0"/>
              <a:t>I can go pick it up right away</a:t>
            </a:r>
            <a:r>
              <a:rPr lang="en-US" dirty="0"/>
              <a:t>]</a:t>
            </a:r>
          </a:p>
          <a:p>
            <a:endParaRPr lang="en-US" dirty="0"/>
          </a:p>
        </p:txBody>
      </p:sp>
    </p:spTree>
    <p:extLst>
      <p:ext uri="{BB962C8B-B14F-4D97-AF65-F5344CB8AC3E}">
        <p14:creationId xmlns:p14="http://schemas.microsoft.com/office/powerpoint/2010/main" val="32311060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4650740" cy="391160"/>
          </a:xfrm>
          <a:prstGeom prst="rect">
            <a:avLst/>
          </a:prstGeom>
        </p:spPr>
        <p:txBody>
          <a:bodyPr vert="horz" wrap="square" lIns="0" tIns="12700" rIns="0" bIns="0" rtlCol="0">
            <a:spAutoFit/>
          </a:bodyPr>
          <a:lstStyle/>
          <a:p>
            <a:pPr marL="12700">
              <a:lnSpc>
                <a:spcPct val="100000"/>
              </a:lnSpc>
              <a:spcBef>
                <a:spcPts val="100"/>
              </a:spcBef>
            </a:pPr>
            <a:r>
              <a:rPr dirty="0"/>
              <a:t>A</a:t>
            </a:r>
            <a:r>
              <a:rPr spc="-90" dirty="0"/>
              <a:t> </a:t>
            </a:r>
            <a:r>
              <a:rPr spc="5" dirty="0"/>
              <a:t>‘</a:t>
            </a:r>
            <a:r>
              <a:rPr dirty="0"/>
              <a:t>prescribing</a:t>
            </a:r>
            <a:r>
              <a:rPr spc="-25" dirty="0"/>
              <a:t> </a:t>
            </a:r>
            <a:r>
              <a:rPr spc="-5" dirty="0"/>
              <a:t>medication</a:t>
            </a:r>
            <a:r>
              <a:rPr dirty="0"/>
              <a:t>’</a:t>
            </a:r>
            <a:r>
              <a:rPr spc="-160" dirty="0"/>
              <a:t> </a:t>
            </a:r>
            <a:r>
              <a:rPr spc="-5" dirty="0"/>
              <a:t>story</a:t>
            </a:r>
          </a:p>
        </p:txBody>
      </p:sp>
      <p:grpSp>
        <p:nvGrpSpPr>
          <p:cNvPr id="3" name="object 3"/>
          <p:cNvGrpSpPr/>
          <p:nvPr/>
        </p:nvGrpSpPr>
        <p:grpSpPr>
          <a:xfrm>
            <a:off x="1443681" y="1575766"/>
            <a:ext cx="5948680" cy="4762500"/>
            <a:chOff x="1443681" y="1575766"/>
            <a:chExt cx="5948680" cy="4762500"/>
          </a:xfrm>
        </p:grpSpPr>
        <p:sp>
          <p:nvSpPr>
            <p:cNvPr id="4" name="object 4"/>
            <p:cNvSpPr/>
            <p:nvPr/>
          </p:nvSpPr>
          <p:spPr>
            <a:xfrm>
              <a:off x="1452815" y="1584900"/>
              <a:ext cx="5930265" cy="4744085"/>
            </a:xfrm>
            <a:custGeom>
              <a:avLst/>
              <a:gdLst/>
              <a:ahLst/>
              <a:cxnLst/>
              <a:rect l="l" t="t" r="r" b="b"/>
              <a:pathLst>
                <a:path w="5930265" h="4744085">
                  <a:moveTo>
                    <a:pt x="0" y="0"/>
                  </a:moveTo>
                  <a:lnTo>
                    <a:pt x="5930246" y="0"/>
                  </a:lnTo>
                  <a:lnTo>
                    <a:pt x="5930246" y="4743714"/>
                  </a:lnTo>
                  <a:lnTo>
                    <a:pt x="0" y="4743714"/>
                  </a:lnTo>
                  <a:lnTo>
                    <a:pt x="0" y="0"/>
                  </a:lnTo>
                  <a:close/>
                </a:path>
                <a:path w="5930265" h="4744085">
                  <a:moveTo>
                    <a:pt x="0" y="365626"/>
                  </a:moveTo>
                  <a:lnTo>
                    <a:pt x="0" y="365626"/>
                  </a:lnTo>
                  <a:lnTo>
                    <a:pt x="5910594" y="365626"/>
                  </a:lnTo>
                </a:path>
              </a:pathLst>
            </a:custGeom>
            <a:ln w="18265">
              <a:solidFill>
                <a:srgbClr val="00ACED"/>
              </a:solidFill>
            </a:ln>
          </p:spPr>
          <p:txBody>
            <a:bodyPr wrap="square" lIns="0" tIns="0" rIns="0" bIns="0" rtlCol="0"/>
            <a:lstStyle/>
            <a:p>
              <a:endParaRPr/>
            </a:p>
          </p:txBody>
        </p:sp>
        <p:pic>
          <p:nvPicPr>
            <p:cNvPr id="5" name="object 5"/>
            <p:cNvPicPr/>
            <p:nvPr/>
          </p:nvPicPr>
          <p:blipFill>
            <a:blip r:embed="rId2" cstate="print"/>
            <a:stretch>
              <a:fillRect/>
            </a:stretch>
          </p:blipFill>
          <p:spPr>
            <a:xfrm>
              <a:off x="1542668" y="2058660"/>
              <a:ext cx="3344244" cy="319150"/>
            </a:xfrm>
            <a:prstGeom prst="rect">
              <a:avLst/>
            </a:prstGeom>
          </p:spPr>
        </p:pic>
        <p:pic>
          <p:nvPicPr>
            <p:cNvPr id="6" name="object 6"/>
            <p:cNvPicPr/>
            <p:nvPr/>
          </p:nvPicPr>
          <p:blipFill>
            <a:blip r:embed="rId3" cstate="print"/>
            <a:stretch>
              <a:fillRect/>
            </a:stretch>
          </p:blipFill>
          <p:spPr>
            <a:xfrm>
              <a:off x="4791461" y="2058660"/>
              <a:ext cx="2265942" cy="333205"/>
            </a:xfrm>
            <a:prstGeom prst="rect">
              <a:avLst/>
            </a:prstGeom>
          </p:spPr>
        </p:pic>
        <p:sp>
          <p:nvSpPr>
            <p:cNvPr id="7" name="object 7"/>
            <p:cNvSpPr/>
            <p:nvPr/>
          </p:nvSpPr>
          <p:spPr>
            <a:xfrm>
              <a:off x="4900949" y="2241567"/>
              <a:ext cx="27305" cy="41275"/>
            </a:xfrm>
            <a:custGeom>
              <a:avLst/>
              <a:gdLst/>
              <a:ahLst/>
              <a:cxnLst/>
              <a:rect l="l" t="t" r="r" b="b"/>
              <a:pathLst>
                <a:path w="27304" h="41275">
                  <a:moveTo>
                    <a:pt x="25266" y="0"/>
                  </a:moveTo>
                  <a:lnTo>
                    <a:pt x="16844" y="1311"/>
                  </a:lnTo>
                  <a:lnTo>
                    <a:pt x="6924" y="1311"/>
                  </a:lnTo>
                  <a:lnTo>
                    <a:pt x="5684" y="10840"/>
                  </a:lnTo>
                  <a:lnTo>
                    <a:pt x="4023" y="20333"/>
                  </a:lnTo>
                  <a:lnTo>
                    <a:pt x="2082" y="29826"/>
                  </a:lnTo>
                  <a:lnTo>
                    <a:pt x="0" y="39355"/>
                  </a:lnTo>
                  <a:lnTo>
                    <a:pt x="0" y="40666"/>
                  </a:lnTo>
                  <a:lnTo>
                    <a:pt x="5614" y="40666"/>
                  </a:lnTo>
                  <a:lnTo>
                    <a:pt x="11229" y="39355"/>
                  </a:lnTo>
                  <a:lnTo>
                    <a:pt x="12539" y="39355"/>
                  </a:lnTo>
                  <a:lnTo>
                    <a:pt x="15130" y="29826"/>
                  </a:lnTo>
                  <a:lnTo>
                    <a:pt x="18528" y="20333"/>
                  </a:lnTo>
                  <a:lnTo>
                    <a:pt x="22488" y="10840"/>
                  </a:lnTo>
                  <a:lnTo>
                    <a:pt x="26763" y="1311"/>
                  </a:lnTo>
                  <a:lnTo>
                    <a:pt x="25266" y="0"/>
                  </a:lnTo>
                  <a:close/>
                </a:path>
              </a:pathLst>
            </a:custGeom>
            <a:solidFill>
              <a:srgbClr val="000000"/>
            </a:solidFill>
          </p:spPr>
          <p:txBody>
            <a:bodyPr wrap="square" lIns="0" tIns="0" rIns="0" bIns="0" rtlCol="0"/>
            <a:lstStyle/>
            <a:p>
              <a:endParaRPr/>
            </a:p>
          </p:txBody>
        </p:sp>
        <p:pic>
          <p:nvPicPr>
            <p:cNvPr id="8" name="object 8"/>
            <p:cNvPicPr/>
            <p:nvPr/>
          </p:nvPicPr>
          <p:blipFill>
            <a:blip r:embed="rId4" cstate="print"/>
            <a:stretch>
              <a:fillRect/>
            </a:stretch>
          </p:blipFill>
          <p:spPr>
            <a:xfrm>
              <a:off x="4981153" y="2276611"/>
              <a:ext cx="130351" cy="80209"/>
            </a:xfrm>
            <a:prstGeom prst="rect">
              <a:avLst/>
            </a:prstGeom>
          </p:spPr>
        </p:pic>
        <p:sp>
          <p:nvSpPr>
            <p:cNvPr id="9" name="object 9"/>
            <p:cNvSpPr/>
            <p:nvPr/>
          </p:nvSpPr>
          <p:spPr>
            <a:xfrm>
              <a:off x="6255791" y="2595765"/>
              <a:ext cx="73025" cy="116839"/>
            </a:xfrm>
            <a:custGeom>
              <a:avLst/>
              <a:gdLst/>
              <a:ahLst/>
              <a:cxnLst/>
              <a:rect l="l" t="t" r="r" b="b"/>
              <a:pathLst>
                <a:path w="73025" h="116839">
                  <a:moveTo>
                    <a:pt x="18161" y="11252"/>
                  </a:moveTo>
                  <a:lnTo>
                    <a:pt x="16840" y="9931"/>
                  </a:lnTo>
                  <a:lnTo>
                    <a:pt x="9728" y="11252"/>
                  </a:lnTo>
                  <a:lnTo>
                    <a:pt x="0" y="11252"/>
                  </a:lnTo>
                  <a:lnTo>
                    <a:pt x="0" y="115252"/>
                  </a:lnTo>
                  <a:lnTo>
                    <a:pt x="1308" y="116751"/>
                  </a:lnTo>
                  <a:lnTo>
                    <a:pt x="16840" y="116751"/>
                  </a:lnTo>
                  <a:lnTo>
                    <a:pt x="18161" y="115252"/>
                  </a:lnTo>
                  <a:lnTo>
                    <a:pt x="17399" y="103936"/>
                  </a:lnTo>
                  <a:lnTo>
                    <a:pt x="17005" y="91922"/>
                  </a:lnTo>
                  <a:lnTo>
                    <a:pt x="16865" y="42291"/>
                  </a:lnTo>
                  <a:lnTo>
                    <a:pt x="17005" y="29375"/>
                  </a:lnTo>
                  <a:lnTo>
                    <a:pt x="17399" y="19342"/>
                  </a:lnTo>
                  <a:lnTo>
                    <a:pt x="18161" y="11252"/>
                  </a:lnTo>
                  <a:close/>
                </a:path>
                <a:path w="73025" h="116839">
                  <a:moveTo>
                    <a:pt x="72999" y="0"/>
                  </a:moveTo>
                  <a:lnTo>
                    <a:pt x="67373" y="0"/>
                  </a:lnTo>
                  <a:lnTo>
                    <a:pt x="61988" y="266"/>
                  </a:lnTo>
                  <a:lnTo>
                    <a:pt x="54000" y="2108"/>
                  </a:lnTo>
                  <a:lnTo>
                    <a:pt x="46012" y="7124"/>
                  </a:lnTo>
                  <a:lnTo>
                    <a:pt x="40614" y="16865"/>
                  </a:lnTo>
                  <a:lnTo>
                    <a:pt x="40614" y="38049"/>
                  </a:lnTo>
                  <a:lnTo>
                    <a:pt x="30886" y="38049"/>
                  </a:lnTo>
                  <a:lnTo>
                    <a:pt x="30886" y="46482"/>
                  </a:lnTo>
                  <a:lnTo>
                    <a:pt x="29387" y="50596"/>
                  </a:lnTo>
                  <a:lnTo>
                    <a:pt x="40614" y="50596"/>
                  </a:lnTo>
                  <a:lnTo>
                    <a:pt x="40614" y="116751"/>
                  </a:lnTo>
                  <a:lnTo>
                    <a:pt x="57454" y="116751"/>
                  </a:lnTo>
                  <a:lnTo>
                    <a:pt x="57454" y="109639"/>
                  </a:lnTo>
                  <a:lnTo>
                    <a:pt x="56705" y="94881"/>
                  </a:lnTo>
                  <a:lnTo>
                    <a:pt x="56311" y="80124"/>
                  </a:lnTo>
                  <a:lnTo>
                    <a:pt x="56172" y="65366"/>
                  </a:lnTo>
                  <a:lnTo>
                    <a:pt x="56146" y="50596"/>
                  </a:lnTo>
                  <a:lnTo>
                    <a:pt x="70180" y="50596"/>
                  </a:lnTo>
                  <a:lnTo>
                    <a:pt x="71501" y="49288"/>
                  </a:lnTo>
                  <a:lnTo>
                    <a:pt x="71501" y="38049"/>
                  </a:lnTo>
                  <a:lnTo>
                    <a:pt x="56146" y="38049"/>
                  </a:lnTo>
                  <a:lnTo>
                    <a:pt x="56146" y="19685"/>
                  </a:lnTo>
                  <a:lnTo>
                    <a:pt x="58953" y="16865"/>
                  </a:lnTo>
                  <a:lnTo>
                    <a:pt x="60261" y="12750"/>
                  </a:lnTo>
                  <a:lnTo>
                    <a:pt x="64566" y="11252"/>
                  </a:lnTo>
                  <a:lnTo>
                    <a:pt x="68694" y="11252"/>
                  </a:lnTo>
                  <a:lnTo>
                    <a:pt x="70180" y="12750"/>
                  </a:lnTo>
                  <a:lnTo>
                    <a:pt x="71501" y="12750"/>
                  </a:lnTo>
                  <a:lnTo>
                    <a:pt x="72999" y="11252"/>
                  </a:lnTo>
                  <a:lnTo>
                    <a:pt x="72999" y="0"/>
                  </a:lnTo>
                  <a:close/>
                </a:path>
              </a:pathLst>
            </a:custGeom>
            <a:solidFill>
              <a:srgbClr val="000000"/>
            </a:solidFill>
          </p:spPr>
          <p:txBody>
            <a:bodyPr wrap="square" lIns="0" tIns="0" rIns="0" bIns="0" rtlCol="0"/>
            <a:lstStyle/>
            <a:p>
              <a:endParaRPr/>
            </a:p>
          </p:txBody>
        </p:sp>
        <p:pic>
          <p:nvPicPr>
            <p:cNvPr id="10" name="object 10"/>
            <p:cNvPicPr/>
            <p:nvPr/>
          </p:nvPicPr>
          <p:blipFill>
            <a:blip r:embed="rId5" cstate="print"/>
            <a:stretch>
              <a:fillRect/>
            </a:stretch>
          </p:blipFill>
          <p:spPr>
            <a:xfrm>
              <a:off x="6370902" y="2632306"/>
              <a:ext cx="234511" cy="116753"/>
            </a:xfrm>
            <a:prstGeom prst="rect">
              <a:avLst/>
            </a:prstGeom>
          </p:spPr>
        </p:pic>
        <p:pic>
          <p:nvPicPr>
            <p:cNvPr id="11" name="object 11"/>
            <p:cNvPicPr/>
            <p:nvPr/>
          </p:nvPicPr>
          <p:blipFill>
            <a:blip r:embed="rId6" cstate="print"/>
            <a:stretch>
              <a:fillRect/>
            </a:stretch>
          </p:blipFill>
          <p:spPr>
            <a:xfrm>
              <a:off x="1548285" y="2592951"/>
              <a:ext cx="4647061" cy="334705"/>
            </a:xfrm>
            <a:prstGeom prst="rect">
              <a:avLst/>
            </a:prstGeom>
          </p:spPr>
        </p:pic>
        <p:pic>
          <p:nvPicPr>
            <p:cNvPr id="12" name="object 12"/>
            <p:cNvPicPr/>
            <p:nvPr/>
          </p:nvPicPr>
          <p:blipFill>
            <a:blip r:embed="rId7" cstate="print"/>
            <a:stretch>
              <a:fillRect/>
            </a:stretch>
          </p:blipFill>
          <p:spPr>
            <a:xfrm>
              <a:off x="6658753" y="2592951"/>
              <a:ext cx="299081" cy="120876"/>
            </a:xfrm>
            <a:prstGeom prst="rect">
              <a:avLst/>
            </a:prstGeom>
          </p:spPr>
        </p:pic>
        <p:pic>
          <p:nvPicPr>
            <p:cNvPr id="13" name="object 13"/>
            <p:cNvPicPr/>
            <p:nvPr/>
          </p:nvPicPr>
          <p:blipFill>
            <a:blip r:embed="rId8" cstate="print"/>
            <a:stretch>
              <a:fillRect/>
            </a:stretch>
          </p:blipFill>
          <p:spPr>
            <a:xfrm>
              <a:off x="7012485" y="2611317"/>
              <a:ext cx="126332" cy="102510"/>
            </a:xfrm>
            <a:prstGeom prst="rect">
              <a:avLst/>
            </a:prstGeom>
          </p:spPr>
        </p:pic>
        <p:sp>
          <p:nvSpPr>
            <p:cNvPr id="14" name="object 14"/>
            <p:cNvSpPr/>
            <p:nvPr/>
          </p:nvSpPr>
          <p:spPr>
            <a:xfrm>
              <a:off x="2436990" y="3131565"/>
              <a:ext cx="1217295" cy="137795"/>
            </a:xfrm>
            <a:custGeom>
              <a:avLst/>
              <a:gdLst/>
              <a:ahLst/>
              <a:cxnLst/>
              <a:rect l="l" t="t" r="r" b="b"/>
              <a:pathLst>
                <a:path w="1217295" h="137795">
                  <a:moveTo>
                    <a:pt x="25260" y="96875"/>
                  </a:moveTo>
                  <a:lnTo>
                    <a:pt x="8420" y="96875"/>
                  </a:lnTo>
                  <a:lnTo>
                    <a:pt x="7010" y="98386"/>
                  </a:lnTo>
                  <a:lnTo>
                    <a:pt x="5918" y="107226"/>
                  </a:lnTo>
                  <a:lnTo>
                    <a:pt x="4559" y="115697"/>
                  </a:lnTo>
                  <a:lnTo>
                    <a:pt x="2667" y="124968"/>
                  </a:lnTo>
                  <a:lnTo>
                    <a:pt x="0" y="136232"/>
                  </a:lnTo>
                  <a:lnTo>
                    <a:pt x="0" y="137731"/>
                  </a:lnTo>
                  <a:lnTo>
                    <a:pt x="5613" y="136232"/>
                  </a:lnTo>
                  <a:lnTo>
                    <a:pt x="12623" y="136232"/>
                  </a:lnTo>
                  <a:lnTo>
                    <a:pt x="18415" y="118364"/>
                  </a:lnTo>
                  <a:lnTo>
                    <a:pt x="21907" y="107848"/>
                  </a:lnTo>
                  <a:lnTo>
                    <a:pt x="25260" y="98386"/>
                  </a:lnTo>
                  <a:lnTo>
                    <a:pt x="25260" y="96875"/>
                  </a:lnTo>
                  <a:close/>
                </a:path>
                <a:path w="1217295" h="137795">
                  <a:moveTo>
                    <a:pt x="1217282" y="1308"/>
                  </a:moveTo>
                  <a:lnTo>
                    <a:pt x="1215783" y="0"/>
                  </a:lnTo>
                  <a:lnTo>
                    <a:pt x="1207363" y="1308"/>
                  </a:lnTo>
                  <a:lnTo>
                    <a:pt x="1198943" y="1308"/>
                  </a:lnTo>
                  <a:lnTo>
                    <a:pt x="1197635" y="2806"/>
                  </a:lnTo>
                  <a:lnTo>
                    <a:pt x="1196276" y="12230"/>
                  </a:lnTo>
                  <a:lnTo>
                    <a:pt x="1194562" y="21564"/>
                  </a:lnTo>
                  <a:lnTo>
                    <a:pt x="1192606" y="30657"/>
                  </a:lnTo>
                  <a:lnTo>
                    <a:pt x="1190523" y="39344"/>
                  </a:lnTo>
                  <a:lnTo>
                    <a:pt x="1190523" y="40665"/>
                  </a:lnTo>
                  <a:lnTo>
                    <a:pt x="1201750" y="40665"/>
                  </a:lnTo>
                  <a:lnTo>
                    <a:pt x="1203248" y="39344"/>
                  </a:lnTo>
                  <a:lnTo>
                    <a:pt x="1205839" y="29819"/>
                  </a:lnTo>
                  <a:lnTo>
                    <a:pt x="1209205" y="20332"/>
                  </a:lnTo>
                  <a:lnTo>
                    <a:pt x="1213116" y="10833"/>
                  </a:lnTo>
                  <a:lnTo>
                    <a:pt x="1217282" y="1308"/>
                  </a:lnTo>
                  <a:close/>
                </a:path>
              </a:pathLst>
            </a:custGeom>
            <a:solidFill>
              <a:srgbClr val="000000"/>
            </a:solidFill>
          </p:spPr>
          <p:txBody>
            <a:bodyPr wrap="square" lIns="0" tIns="0" rIns="0" bIns="0" rtlCol="0"/>
            <a:lstStyle/>
            <a:p>
              <a:endParaRPr/>
            </a:p>
          </p:txBody>
        </p:sp>
        <p:pic>
          <p:nvPicPr>
            <p:cNvPr id="15" name="object 15"/>
            <p:cNvPicPr/>
            <p:nvPr/>
          </p:nvPicPr>
          <p:blipFill>
            <a:blip r:embed="rId9" cstate="print"/>
            <a:stretch>
              <a:fillRect/>
            </a:stretch>
          </p:blipFill>
          <p:spPr>
            <a:xfrm>
              <a:off x="1541264" y="3127242"/>
              <a:ext cx="5544213" cy="867497"/>
            </a:xfrm>
            <a:prstGeom prst="rect">
              <a:avLst/>
            </a:prstGeom>
          </p:spPr>
        </p:pic>
        <p:sp>
          <p:nvSpPr>
            <p:cNvPr id="16" name="object 16"/>
            <p:cNvSpPr/>
            <p:nvPr/>
          </p:nvSpPr>
          <p:spPr>
            <a:xfrm>
              <a:off x="3153009" y="4199948"/>
              <a:ext cx="26670" cy="41275"/>
            </a:xfrm>
            <a:custGeom>
              <a:avLst/>
              <a:gdLst/>
              <a:ahLst/>
              <a:cxnLst/>
              <a:rect l="l" t="t" r="r" b="b"/>
              <a:pathLst>
                <a:path w="26669" h="41275">
                  <a:moveTo>
                    <a:pt x="25266" y="0"/>
                  </a:moveTo>
                  <a:lnTo>
                    <a:pt x="18248" y="1499"/>
                  </a:lnTo>
                  <a:lnTo>
                    <a:pt x="8422" y="1499"/>
                  </a:lnTo>
                  <a:lnTo>
                    <a:pt x="8422" y="2811"/>
                  </a:lnTo>
                  <a:lnTo>
                    <a:pt x="4211" y="21645"/>
                  </a:lnTo>
                  <a:lnTo>
                    <a:pt x="2105" y="30693"/>
                  </a:lnTo>
                  <a:lnTo>
                    <a:pt x="0" y="39355"/>
                  </a:lnTo>
                  <a:lnTo>
                    <a:pt x="0" y="40854"/>
                  </a:lnTo>
                  <a:lnTo>
                    <a:pt x="11229" y="40854"/>
                  </a:lnTo>
                  <a:lnTo>
                    <a:pt x="12633" y="39355"/>
                  </a:lnTo>
                  <a:lnTo>
                    <a:pt x="15813" y="29908"/>
                  </a:lnTo>
                  <a:lnTo>
                    <a:pt x="19125" y="20427"/>
                  </a:lnTo>
                  <a:lnTo>
                    <a:pt x="22700" y="10945"/>
                  </a:lnTo>
                  <a:lnTo>
                    <a:pt x="26670" y="1499"/>
                  </a:lnTo>
                  <a:lnTo>
                    <a:pt x="25266" y="0"/>
                  </a:lnTo>
                  <a:close/>
                </a:path>
              </a:pathLst>
            </a:custGeom>
            <a:solidFill>
              <a:srgbClr val="000000"/>
            </a:solidFill>
          </p:spPr>
          <p:txBody>
            <a:bodyPr wrap="square" lIns="0" tIns="0" rIns="0" bIns="0" rtlCol="0"/>
            <a:lstStyle/>
            <a:p>
              <a:endParaRPr/>
            </a:p>
          </p:txBody>
        </p:sp>
        <p:pic>
          <p:nvPicPr>
            <p:cNvPr id="17" name="object 17"/>
            <p:cNvPicPr/>
            <p:nvPr/>
          </p:nvPicPr>
          <p:blipFill>
            <a:blip r:embed="rId10" cstate="print"/>
            <a:stretch>
              <a:fillRect/>
            </a:stretch>
          </p:blipFill>
          <p:spPr>
            <a:xfrm>
              <a:off x="1542668" y="4195825"/>
              <a:ext cx="5548424" cy="690287"/>
            </a:xfrm>
            <a:prstGeom prst="rect">
              <a:avLst/>
            </a:prstGeom>
          </p:spPr>
        </p:pic>
        <p:pic>
          <p:nvPicPr>
            <p:cNvPr id="18" name="object 18"/>
            <p:cNvPicPr/>
            <p:nvPr/>
          </p:nvPicPr>
          <p:blipFill>
            <a:blip r:embed="rId11" cstate="print"/>
            <a:stretch>
              <a:fillRect/>
            </a:stretch>
          </p:blipFill>
          <p:spPr>
            <a:xfrm>
              <a:off x="1541264" y="5085754"/>
              <a:ext cx="5391303" cy="334611"/>
            </a:xfrm>
            <a:prstGeom prst="rect">
              <a:avLst/>
            </a:prstGeom>
          </p:spPr>
        </p:pic>
        <p:pic>
          <p:nvPicPr>
            <p:cNvPr id="19" name="object 19"/>
            <p:cNvPicPr/>
            <p:nvPr/>
          </p:nvPicPr>
          <p:blipFill>
            <a:blip r:embed="rId12" cstate="print"/>
            <a:stretch>
              <a:fillRect/>
            </a:stretch>
          </p:blipFill>
          <p:spPr>
            <a:xfrm>
              <a:off x="1542668" y="5620009"/>
              <a:ext cx="5645373" cy="513170"/>
            </a:xfrm>
            <a:prstGeom prst="rect">
              <a:avLst/>
            </a:prstGeom>
          </p:spPr>
        </p:pic>
        <p:pic>
          <p:nvPicPr>
            <p:cNvPr id="20" name="object 20"/>
            <p:cNvPicPr/>
            <p:nvPr/>
          </p:nvPicPr>
          <p:blipFill>
            <a:blip r:embed="rId13" cstate="print"/>
            <a:stretch>
              <a:fillRect/>
            </a:stretch>
          </p:blipFill>
          <p:spPr>
            <a:xfrm>
              <a:off x="1598827" y="1721331"/>
              <a:ext cx="1592100" cy="156108"/>
            </a:xfrm>
            <a:prstGeom prst="rect">
              <a:avLst/>
            </a:prstGeom>
          </p:spPr>
        </p:pic>
      </p:grpSp>
      <p:sp>
        <p:nvSpPr>
          <p:cNvPr id="21" name="object 21"/>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22" name="object 22"/>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23" name="object 23"/>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22</a:t>
            </a:fld>
            <a:endParaRPr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descr="User Story In Agile Scr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260" y="685800"/>
            <a:ext cx="8893480" cy="541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91419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60375"/>
            <a:ext cx="5648960" cy="756920"/>
          </a:xfrm>
          <a:prstGeom prst="rect">
            <a:avLst/>
          </a:prstGeom>
        </p:spPr>
        <p:txBody>
          <a:bodyPr vert="horz" wrap="square" lIns="0" tIns="12700" rIns="0" bIns="0" rtlCol="0">
            <a:spAutoFit/>
          </a:bodyPr>
          <a:lstStyle/>
          <a:p>
            <a:pPr marL="12700" marR="5080">
              <a:lnSpc>
                <a:spcPct val="100000"/>
              </a:lnSpc>
              <a:spcBef>
                <a:spcPts val="100"/>
              </a:spcBef>
            </a:pPr>
            <a:r>
              <a:rPr spc="-5" dirty="0"/>
              <a:t>Examples</a:t>
            </a:r>
            <a:r>
              <a:rPr spc="10" dirty="0"/>
              <a:t> </a:t>
            </a:r>
            <a:r>
              <a:rPr dirty="0"/>
              <a:t>of</a:t>
            </a:r>
            <a:r>
              <a:rPr spc="-15" dirty="0"/>
              <a:t> </a:t>
            </a:r>
            <a:r>
              <a:rPr spc="-5" dirty="0"/>
              <a:t>task</a:t>
            </a:r>
            <a:r>
              <a:rPr spc="15" dirty="0"/>
              <a:t> </a:t>
            </a:r>
            <a:r>
              <a:rPr spc="-5" dirty="0"/>
              <a:t>cards</a:t>
            </a:r>
            <a:r>
              <a:rPr dirty="0"/>
              <a:t> for</a:t>
            </a:r>
            <a:r>
              <a:rPr spc="5" dirty="0"/>
              <a:t> </a:t>
            </a:r>
            <a:r>
              <a:rPr spc="-5" dirty="0"/>
              <a:t>prescribing </a:t>
            </a:r>
            <a:r>
              <a:rPr spc="-650" dirty="0"/>
              <a:t> </a:t>
            </a:r>
            <a:r>
              <a:rPr dirty="0"/>
              <a:t>medication</a:t>
            </a:r>
          </a:p>
        </p:txBody>
      </p:sp>
      <p:grpSp>
        <p:nvGrpSpPr>
          <p:cNvPr id="3" name="object 3"/>
          <p:cNvGrpSpPr/>
          <p:nvPr/>
        </p:nvGrpSpPr>
        <p:grpSpPr>
          <a:xfrm>
            <a:off x="1338502" y="1751153"/>
            <a:ext cx="6412865" cy="4358640"/>
            <a:chOff x="1338502" y="1751153"/>
            <a:chExt cx="6412865" cy="4358640"/>
          </a:xfrm>
        </p:grpSpPr>
        <p:sp>
          <p:nvSpPr>
            <p:cNvPr id="4" name="object 4"/>
            <p:cNvSpPr/>
            <p:nvPr/>
          </p:nvSpPr>
          <p:spPr>
            <a:xfrm>
              <a:off x="1351574" y="1764225"/>
              <a:ext cx="5864225" cy="3716654"/>
            </a:xfrm>
            <a:custGeom>
              <a:avLst/>
              <a:gdLst/>
              <a:ahLst/>
              <a:cxnLst/>
              <a:rect l="l" t="t" r="r" b="b"/>
              <a:pathLst>
                <a:path w="5864225" h="3716654">
                  <a:moveTo>
                    <a:pt x="0" y="3716335"/>
                  </a:moveTo>
                  <a:lnTo>
                    <a:pt x="5864104" y="3716335"/>
                  </a:lnTo>
                  <a:lnTo>
                    <a:pt x="5864104" y="0"/>
                  </a:lnTo>
                  <a:lnTo>
                    <a:pt x="0" y="0"/>
                  </a:lnTo>
                  <a:lnTo>
                    <a:pt x="0" y="3716335"/>
                  </a:lnTo>
                  <a:close/>
                </a:path>
              </a:pathLst>
            </a:custGeom>
            <a:ln w="26144">
              <a:solidFill>
                <a:srgbClr val="00ACED"/>
              </a:solidFill>
            </a:ln>
          </p:spPr>
          <p:txBody>
            <a:bodyPr wrap="square" lIns="0" tIns="0" rIns="0" bIns="0" rtlCol="0"/>
            <a:lstStyle/>
            <a:p>
              <a:endParaRPr/>
            </a:p>
          </p:txBody>
        </p:sp>
        <p:sp>
          <p:nvSpPr>
            <p:cNvPr id="5" name="object 5"/>
            <p:cNvSpPr/>
            <p:nvPr/>
          </p:nvSpPr>
          <p:spPr>
            <a:xfrm>
              <a:off x="1773304" y="2295329"/>
              <a:ext cx="5671820" cy="3493135"/>
            </a:xfrm>
            <a:custGeom>
              <a:avLst/>
              <a:gdLst/>
              <a:ahLst/>
              <a:cxnLst/>
              <a:rect l="l" t="t" r="r" b="b"/>
              <a:pathLst>
                <a:path w="5671820" h="3493135">
                  <a:moveTo>
                    <a:pt x="5671257" y="0"/>
                  </a:moveTo>
                  <a:lnTo>
                    <a:pt x="0" y="0"/>
                  </a:lnTo>
                  <a:lnTo>
                    <a:pt x="0" y="3493083"/>
                  </a:lnTo>
                  <a:lnTo>
                    <a:pt x="5671257" y="3493083"/>
                  </a:lnTo>
                  <a:lnTo>
                    <a:pt x="5671257" y="0"/>
                  </a:lnTo>
                  <a:close/>
                </a:path>
              </a:pathLst>
            </a:custGeom>
            <a:solidFill>
              <a:srgbClr val="FDFDFD"/>
            </a:solidFill>
          </p:spPr>
          <p:txBody>
            <a:bodyPr wrap="square" lIns="0" tIns="0" rIns="0" bIns="0" rtlCol="0"/>
            <a:lstStyle/>
            <a:p>
              <a:endParaRPr/>
            </a:p>
          </p:txBody>
        </p:sp>
        <p:sp>
          <p:nvSpPr>
            <p:cNvPr id="6" name="object 6"/>
            <p:cNvSpPr/>
            <p:nvPr/>
          </p:nvSpPr>
          <p:spPr>
            <a:xfrm>
              <a:off x="1773304" y="2295329"/>
              <a:ext cx="5671820" cy="3493135"/>
            </a:xfrm>
            <a:custGeom>
              <a:avLst/>
              <a:gdLst/>
              <a:ahLst/>
              <a:cxnLst/>
              <a:rect l="l" t="t" r="r" b="b"/>
              <a:pathLst>
                <a:path w="5671820" h="3493135">
                  <a:moveTo>
                    <a:pt x="0" y="3493083"/>
                  </a:moveTo>
                  <a:lnTo>
                    <a:pt x="5671257" y="3493083"/>
                  </a:lnTo>
                  <a:lnTo>
                    <a:pt x="5671257" y="0"/>
                  </a:lnTo>
                  <a:lnTo>
                    <a:pt x="0" y="0"/>
                  </a:lnTo>
                  <a:lnTo>
                    <a:pt x="0" y="3493083"/>
                  </a:lnTo>
                  <a:close/>
                </a:path>
              </a:pathLst>
            </a:custGeom>
            <a:ln w="26144">
              <a:solidFill>
                <a:srgbClr val="00ACED"/>
              </a:solidFill>
            </a:ln>
          </p:spPr>
          <p:txBody>
            <a:bodyPr wrap="square" lIns="0" tIns="0" rIns="0" bIns="0" rtlCol="0"/>
            <a:lstStyle/>
            <a:p>
              <a:endParaRPr/>
            </a:p>
          </p:txBody>
        </p:sp>
        <p:sp>
          <p:nvSpPr>
            <p:cNvPr id="7" name="object 7"/>
            <p:cNvSpPr/>
            <p:nvPr/>
          </p:nvSpPr>
          <p:spPr>
            <a:xfrm>
              <a:off x="2187008" y="2818655"/>
              <a:ext cx="5551170" cy="3277870"/>
            </a:xfrm>
            <a:custGeom>
              <a:avLst/>
              <a:gdLst/>
              <a:ahLst/>
              <a:cxnLst/>
              <a:rect l="l" t="t" r="r" b="b"/>
              <a:pathLst>
                <a:path w="5551170" h="3277870">
                  <a:moveTo>
                    <a:pt x="5550685" y="0"/>
                  </a:moveTo>
                  <a:lnTo>
                    <a:pt x="0" y="0"/>
                  </a:lnTo>
                  <a:lnTo>
                    <a:pt x="0" y="3277608"/>
                  </a:lnTo>
                  <a:lnTo>
                    <a:pt x="5550685" y="3277608"/>
                  </a:lnTo>
                  <a:lnTo>
                    <a:pt x="5550685" y="0"/>
                  </a:lnTo>
                  <a:close/>
                </a:path>
              </a:pathLst>
            </a:custGeom>
            <a:solidFill>
              <a:srgbClr val="FDFDFD"/>
            </a:solidFill>
          </p:spPr>
          <p:txBody>
            <a:bodyPr wrap="square" lIns="0" tIns="0" rIns="0" bIns="0" rtlCol="0"/>
            <a:lstStyle/>
            <a:p>
              <a:endParaRPr/>
            </a:p>
          </p:txBody>
        </p:sp>
        <p:sp>
          <p:nvSpPr>
            <p:cNvPr id="8" name="object 8"/>
            <p:cNvSpPr/>
            <p:nvPr/>
          </p:nvSpPr>
          <p:spPr>
            <a:xfrm>
              <a:off x="2182993" y="2818655"/>
              <a:ext cx="5554980" cy="3277870"/>
            </a:xfrm>
            <a:custGeom>
              <a:avLst/>
              <a:gdLst/>
              <a:ahLst/>
              <a:cxnLst/>
              <a:rect l="l" t="t" r="r" b="b"/>
              <a:pathLst>
                <a:path w="5554980" h="3277870">
                  <a:moveTo>
                    <a:pt x="4015" y="3277608"/>
                  </a:moveTo>
                  <a:lnTo>
                    <a:pt x="5554700" y="3277608"/>
                  </a:lnTo>
                  <a:lnTo>
                    <a:pt x="5554700" y="0"/>
                  </a:lnTo>
                  <a:lnTo>
                    <a:pt x="4015" y="0"/>
                  </a:lnTo>
                  <a:lnTo>
                    <a:pt x="4015" y="3277608"/>
                  </a:lnTo>
                  <a:close/>
                </a:path>
                <a:path w="5554980" h="3277870">
                  <a:moveTo>
                    <a:pt x="0" y="515010"/>
                  </a:moveTo>
                  <a:lnTo>
                    <a:pt x="0" y="515010"/>
                  </a:lnTo>
                  <a:lnTo>
                    <a:pt x="5542654" y="515010"/>
                  </a:lnTo>
                </a:path>
              </a:pathLst>
            </a:custGeom>
            <a:ln w="26133">
              <a:solidFill>
                <a:srgbClr val="00ACED"/>
              </a:solidFill>
            </a:ln>
          </p:spPr>
          <p:txBody>
            <a:bodyPr wrap="square" lIns="0" tIns="0" rIns="0" bIns="0" rtlCol="0"/>
            <a:lstStyle/>
            <a:p>
              <a:endParaRPr/>
            </a:p>
          </p:txBody>
        </p:sp>
        <p:pic>
          <p:nvPicPr>
            <p:cNvPr id="9" name="object 9"/>
            <p:cNvPicPr/>
            <p:nvPr/>
          </p:nvPicPr>
          <p:blipFill>
            <a:blip r:embed="rId2" cstate="print"/>
            <a:stretch>
              <a:fillRect/>
            </a:stretch>
          </p:blipFill>
          <p:spPr>
            <a:xfrm>
              <a:off x="1560432" y="1959231"/>
              <a:ext cx="202833" cy="153161"/>
            </a:xfrm>
            <a:prstGeom prst="rect">
              <a:avLst/>
            </a:prstGeom>
          </p:spPr>
        </p:pic>
        <p:pic>
          <p:nvPicPr>
            <p:cNvPr id="10" name="object 10"/>
            <p:cNvPicPr/>
            <p:nvPr/>
          </p:nvPicPr>
          <p:blipFill>
            <a:blip r:embed="rId3" cstate="print"/>
            <a:stretch>
              <a:fillRect/>
            </a:stretch>
          </p:blipFill>
          <p:spPr>
            <a:xfrm>
              <a:off x="1783343" y="1939114"/>
              <a:ext cx="216890" cy="173279"/>
            </a:xfrm>
            <a:prstGeom prst="rect">
              <a:avLst/>
            </a:prstGeom>
          </p:spPr>
        </p:pic>
        <p:sp>
          <p:nvSpPr>
            <p:cNvPr id="11" name="object 11"/>
            <p:cNvSpPr/>
            <p:nvPr/>
          </p:nvSpPr>
          <p:spPr>
            <a:xfrm>
              <a:off x="2084578" y="1961387"/>
              <a:ext cx="154940" cy="149225"/>
            </a:xfrm>
            <a:custGeom>
              <a:avLst/>
              <a:gdLst/>
              <a:ahLst/>
              <a:cxnLst/>
              <a:rect l="l" t="t" r="r" b="b"/>
              <a:pathLst>
                <a:path w="154939" h="149225">
                  <a:moveTo>
                    <a:pt x="58254" y="1879"/>
                  </a:moveTo>
                  <a:lnTo>
                    <a:pt x="56248" y="0"/>
                  </a:lnTo>
                  <a:lnTo>
                    <a:pt x="4013" y="8039"/>
                  </a:lnTo>
                  <a:lnTo>
                    <a:pt x="2006" y="8039"/>
                  </a:lnTo>
                  <a:lnTo>
                    <a:pt x="0" y="30035"/>
                  </a:lnTo>
                  <a:lnTo>
                    <a:pt x="2006" y="32181"/>
                  </a:lnTo>
                  <a:lnTo>
                    <a:pt x="20078" y="30035"/>
                  </a:lnTo>
                  <a:lnTo>
                    <a:pt x="21234" y="38011"/>
                  </a:lnTo>
                  <a:lnTo>
                    <a:pt x="21831" y="46507"/>
                  </a:lnTo>
                  <a:lnTo>
                    <a:pt x="22085" y="64376"/>
                  </a:lnTo>
                  <a:lnTo>
                    <a:pt x="21767" y="84404"/>
                  </a:lnTo>
                  <a:lnTo>
                    <a:pt x="20396" y="125895"/>
                  </a:lnTo>
                  <a:lnTo>
                    <a:pt x="20078" y="148869"/>
                  </a:lnTo>
                  <a:lnTo>
                    <a:pt x="38150" y="148158"/>
                  </a:lnTo>
                  <a:lnTo>
                    <a:pt x="46062" y="148069"/>
                  </a:lnTo>
                  <a:lnTo>
                    <a:pt x="56248" y="148869"/>
                  </a:lnTo>
                  <a:lnTo>
                    <a:pt x="58254" y="146989"/>
                  </a:lnTo>
                  <a:lnTo>
                    <a:pt x="57099" y="135585"/>
                  </a:lnTo>
                  <a:lnTo>
                    <a:pt x="56502" y="123786"/>
                  </a:lnTo>
                  <a:lnTo>
                    <a:pt x="56273" y="66154"/>
                  </a:lnTo>
                  <a:lnTo>
                    <a:pt x="56502" y="44386"/>
                  </a:lnTo>
                  <a:lnTo>
                    <a:pt x="57099" y="23025"/>
                  </a:lnTo>
                  <a:lnTo>
                    <a:pt x="58254" y="1879"/>
                  </a:lnTo>
                  <a:close/>
                </a:path>
                <a:path w="154939" h="149225">
                  <a:moveTo>
                    <a:pt x="154622" y="146989"/>
                  </a:moveTo>
                  <a:lnTo>
                    <a:pt x="152615" y="116674"/>
                  </a:lnTo>
                  <a:lnTo>
                    <a:pt x="152615" y="114795"/>
                  </a:lnTo>
                  <a:lnTo>
                    <a:pt x="118491" y="116674"/>
                  </a:lnTo>
                  <a:lnTo>
                    <a:pt x="116484" y="116674"/>
                  </a:lnTo>
                  <a:lnTo>
                    <a:pt x="118491" y="146989"/>
                  </a:lnTo>
                  <a:lnTo>
                    <a:pt x="118491" y="148869"/>
                  </a:lnTo>
                  <a:lnTo>
                    <a:pt x="152615" y="146989"/>
                  </a:lnTo>
                  <a:lnTo>
                    <a:pt x="154622" y="146989"/>
                  </a:lnTo>
                  <a:close/>
                </a:path>
                <a:path w="154939" h="149225">
                  <a:moveTo>
                    <a:pt x="154622" y="36207"/>
                  </a:moveTo>
                  <a:lnTo>
                    <a:pt x="152615" y="34061"/>
                  </a:lnTo>
                  <a:lnTo>
                    <a:pt x="118491" y="36207"/>
                  </a:lnTo>
                  <a:lnTo>
                    <a:pt x="116484" y="36207"/>
                  </a:lnTo>
                  <a:lnTo>
                    <a:pt x="116484" y="66255"/>
                  </a:lnTo>
                  <a:lnTo>
                    <a:pt x="118491" y="68402"/>
                  </a:lnTo>
                  <a:lnTo>
                    <a:pt x="152615" y="66255"/>
                  </a:lnTo>
                  <a:lnTo>
                    <a:pt x="154622" y="66255"/>
                  </a:lnTo>
                  <a:lnTo>
                    <a:pt x="154622" y="36207"/>
                  </a:lnTo>
                  <a:close/>
                </a:path>
              </a:pathLst>
            </a:custGeom>
            <a:solidFill>
              <a:srgbClr val="000000"/>
            </a:solidFill>
          </p:spPr>
          <p:txBody>
            <a:bodyPr wrap="square" lIns="0" tIns="0" rIns="0" bIns="0" rtlCol="0"/>
            <a:lstStyle/>
            <a:p>
              <a:endParaRPr/>
            </a:p>
          </p:txBody>
        </p:sp>
        <p:pic>
          <p:nvPicPr>
            <p:cNvPr id="12" name="object 12"/>
            <p:cNvPicPr/>
            <p:nvPr/>
          </p:nvPicPr>
          <p:blipFill>
            <a:blip r:embed="rId4" cstate="print"/>
            <a:stretch>
              <a:fillRect/>
            </a:stretch>
          </p:blipFill>
          <p:spPr>
            <a:xfrm>
              <a:off x="2319547" y="1939114"/>
              <a:ext cx="357486" cy="173279"/>
            </a:xfrm>
            <a:prstGeom prst="rect">
              <a:avLst/>
            </a:prstGeom>
          </p:spPr>
        </p:pic>
        <p:pic>
          <p:nvPicPr>
            <p:cNvPr id="13" name="object 13"/>
            <p:cNvPicPr/>
            <p:nvPr/>
          </p:nvPicPr>
          <p:blipFill>
            <a:blip r:embed="rId5" cstate="print"/>
            <a:stretch>
              <a:fillRect/>
            </a:stretch>
          </p:blipFill>
          <p:spPr>
            <a:xfrm>
              <a:off x="2699119" y="1993565"/>
              <a:ext cx="349429" cy="168987"/>
            </a:xfrm>
            <a:prstGeom prst="rect">
              <a:avLst/>
            </a:prstGeom>
          </p:spPr>
        </p:pic>
        <p:pic>
          <p:nvPicPr>
            <p:cNvPr id="14" name="object 14"/>
            <p:cNvPicPr/>
            <p:nvPr/>
          </p:nvPicPr>
          <p:blipFill>
            <a:blip r:embed="rId6" cstate="print"/>
            <a:stretch>
              <a:fillRect/>
            </a:stretch>
          </p:blipFill>
          <p:spPr>
            <a:xfrm>
              <a:off x="3124869" y="1939114"/>
              <a:ext cx="110453" cy="173279"/>
            </a:xfrm>
            <a:prstGeom prst="rect">
              <a:avLst/>
            </a:prstGeom>
          </p:spPr>
        </p:pic>
        <p:pic>
          <p:nvPicPr>
            <p:cNvPr id="15" name="object 15"/>
            <p:cNvPicPr/>
            <p:nvPr/>
          </p:nvPicPr>
          <p:blipFill>
            <a:blip r:embed="rId7" cstate="print"/>
            <a:stretch>
              <a:fillRect/>
            </a:stretch>
          </p:blipFill>
          <p:spPr>
            <a:xfrm>
              <a:off x="3255400" y="1993565"/>
              <a:ext cx="337382" cy="118827"/>
            </a:xfrm>
            <a:prstGeom prst="rect">
              <a:avLst/>
            </a:prstGeom>
          </p:spPr>
        </p:pic>
        <p:pic>
          <p:nvPicPr>
            <p:cNvPr id="16" name="object 16"/>
            <p:cNvPicPr/>
            <p:nvPr/>
          </p:nvPicPr>
          <p:blipFill>
            <a:blip r:embed="rId8" cstate="print"/>
            <a:stretch>
              <a:fillRect/>
            </a:stretch>
          </p:blipFill>
          <p:spPr>
            <a:xfrm>
              <a:off x="3669104" y="1939114"/>
              <a:ext cx="198820" cy="173279"/>
            </a:xfrm>
            <a:prstGeom prst="rect">
              <a:avLst/>
            </a:prstGeom>
          </p:spPr>
        </p:pic>
        <p:pic>
          <p:nvPicPr>
            <p:cNvPr id="17" name="object 17"/>
            <p:cNvPicPr/>
            <p:nvPr/>
          </p:nvPicPr>
          <p:blipFill>
            <a:blip r:embed="rId9" cstate="print"/>
            <a:stretch>
              <a:fillRect/>
            </a:stretch>
          </p:blipFill>
          <p:spPr>
            <a:xfrm>
              <a:off x="3940204" y="1993565"/>
              <a:ext cx="110453" cy="168987"/>
            </a:xfrm>
            <a:prstGeom prst="rect">
              <a:avLst/>
            </a:prstGeom>
          </p:spPr>
        </p:pic>
        <p:sp>
          <p:nvSpPr>
            <p:cNvPr id="18" name="object 18"/>
            <p:cNvSpPr/>
            <p:nvPr/>
          </p:nvSpPr>
          <p:spPr>
            <a:xfrm>
              <a:off x="4070731" y="1943137"/>
              <a:ext cx="526415" cy="169545"/>
            </a:xfrm>
            <a:custGeom>
              <a:avLst/>
              <a:gdLst/>
              <a:ahLst/>
              <a:cxnLst/>
              <a:rect l="l" t="t" r="r" b="b"/>
              <a:pathLst>
                <a:path w="526414" h="169544">
                  <a:moveTo>
                    <a:pt x="68262" y="50431"/>
                  </a:moveTo>
                  <a:lnTo>
                    <a:pt x="62369" y="50431"/>
                  </a:lnTo>
                  <a:lnTo>
                    <a:pt x="56045" y="51308"/>
                  </a:lnTo>
                  <a:lnTo>
                    <a:pt x="49517" y="54457"/>
                  </a:lnTo>
                  <a:lnTo>
                    <a:pt x="43395" y="60617"/>
                  </a:lnTo>
                  <a:lnTo>
                    <a:pt x="38277" y="70548"/>
                  </a:lnTo>
                  <a:lnTo>
                    <a:pt x="38277" y="52311"/>
                  </a:lnTo>
                  <a:lnTo>
                    <a:pt x="36131" y="50431"/>
                  </a:lnTo>
                  <a:lnTo>
                    <a:pt x="26009" y="51879"/>
                  </a:lnTo>
                  <a:lnTo>
                    <a:pt x="11061" y="54889"/>
                  </a:lnTo>
                  <a:lnTo>
                    <a:pt x="2133" y="56337"/>
                  </a:lnTo>
                  <a:lnTo>
                    <a:pt x="0" y="58483"/>
                  </a:lnTo>
                  <a:lnTo>
                    <a:pt x="1231" y="69519"/>
                  </a:lnTo>
                  <a:lnTo>
                    <a:pt x="1866" y="80378"/>
                  </a:lnTo>
                  <a:lnTo>
                    <a:pt x="2108" y="93903"/>
                  </a:lnTo>
                  <a:lnTo>
                    <a:pt x="2133" y="167119"/>
                  </a:lnTo>
                  <a:lnTo>
                    <a:pt x="12306" y="166852"/>
                  </a:lnTo>
                  <a:lnTo>
                    <a:pt x="20205" y="166408"/>
                  </a:lnTo>
                  <a:lnTo>
                    <a:pt x="28117" y="166319"/>
                  </a:lnTo>
                  <a:lnTo>
                    <a:pt x="38277" y="167119"/>
                  </a:lnTo>
                  <a:lnTo>
                    <a:pt x="40157" y="165239"/>
                  </a:lnTo>
                  <a:lnTo>
                    <a:pt x="39065" y="150698"/>
                  </a:lnTo>
                  <a:lnTo>
                    <a:pt x="38519" y="135458"/>
                  </a:lnTo>
                  <a:lnTo>
                    <a:pt x="38277" y="108915"/>
                  </a:lnTo>
                  <a:lnTo>
                    <a:pt x="38493" y="100799"/>
                  </a:lnTo>
                  <a:lnTo>
                    <a:pt x="40017" y="92887"/>
                  </a:lnTo>
                  <a:lnTo>
                    <a:pt x="44157" y="86880"/>
                  </a:lnTo>
                  <a:lnTo>
                    <a:pt x="52197" y="84505"/>
                  </a:lnTo>
                  <a:lnTo>
                    <a:pt x="56210" y="84505"/>
                  </a:lnTo>
                  <a:lnTo>
                    <a:pt x="60236" y="88519"/>
                  </a:lnTo>
                  <a:lnTo>
                    <a:pt x="62369" y="86652"/>
                  </a:lnTo>
                  <a:lnTo>
                    <a:pt x="68262" y="52311"/>
                  </a:lnTo>
                  <a:lnTo>
                    <a:pt x="68262" y="50431"/>
                  </a:lnTo>
                  <a:close/>
                </a:path>
                <a:path w="526414" h="169544">
                  <a:moveTo>
                    <a:pt x="180695" y="116954"/>
                  </a:moveTo>
                  <a:lnTo>
                    <a:pt x="180657" y="108915"/>
                  </a:lnTo>
                  <a:lnTo>
                    <a:pt x="180467" y="100723"/>
                  </a:lnTo>
                  <a:lnTo>
                    <a:pt x="180200" y="96837"/>
                  </a:lnTo>
                  <a:lnTo>
                    <a:pt x="179908" y="92443"/>
                  </a:lnTo>
                  <a:lnTo>
                    <a:pt x="153974" y="54584"/>
                  </a:lnTo>
                  <a:lnTo>
                    <a:pt x="146697" y="52311"/>
                  </a:lnTo>
                  <a:lnTo>
                    <a:pt x="146697" y="94691"/>
                  </a:lnTo>
                  <a:lnTo>
                    <a:pt x="112433" y="96837"/>
                  </a:lnTo>
                  <a:lnTo>
                    <a:pt x="112433" y="90665"/>
                  </a:lnTo>
                  <a:lnTo>
                    <a:pt x="114579" y="80479"/>
                  </a:lnTo>
                  <a:lnTo>
                    <a:pt x="122605" y="76454"/>
                  </a:lnTo>
                  <a:lnTo>
                    <a:pt x="126619" y="72428"/>
                  </a:lnTo>
                  <a:lnTo>
                    <a:pt x="136525" y="72428"/>
                  </a:lnTo>
                  <a:lnTo>
                    <a:pt x="144551" y="80479"/>
                  </a:lnTo>
                  <a:lnTo>
                    <a:pt x="146634" y="84378"/>
                  </a:lnTo>
                  <a:lnTo>
                    <a:pt x="146697" y="94691"/>
                  </a:lnTo>
                  <a:lnTo>
                    <a:pt x="146697" y="52311"/>
                  </a:lnTo>
                  <a:lnTo>
                    <a:pt x="142684" y="50431"/>
                  </a:lnTo>
                  <a:lnTo>
                    <a:pt x="132511" y="50431"/>
                  </a:lnTo>
                  <a:lnTo>
                    <a:pt x="109385" y="54444"/>
                  </a:lnTo>
                  <a:lnTo>
                    <a:pt x="91655" y="65989"/>
                  </a:lnTo>
                  <a:lnTo>
                    <a:pt x="80289" y="84378"/>
                  </a:lnTo>
                  <a:lnTo>
                    <a:pt x="76288" y="108915"/>
                  </a:lnTo>
                  <a:lnTo>
                    <a:pt x="76695" y="116370"/>
                  </a:lnTo>
                  <a:lnTo>
                    <a:pt x="94056" y="154774"/>
                  </a:lnTo>
                  <a:lnTo>
                    <a:pt x="138671" y="169265"/>
                  </a:lnTo>
                  <a:lnTo>
                    <a:pt x="150190" y="168567"/>
                  </a:lnTo>
                  <a:lnTo>
                    <a:pt x="158940" y="166751"/>
                  </a:lnTo>
                  <a:lnTo>
                    <a:pt x="166598" y="164172"/>
                  </a:lnTo>
                  <a:lnTo>
                    <a:pt x="174802" y="161213"/>
                  </a:lnTo>
                  <a:lnTo>
                    <a:pt x="176682" y="159067"/>
                  </a:lnTo>
                  <a:lnTo>
                    <a:pt x="176682" y="142976"/>
                  </a:lnTo>
                  <a:lnTo>
                    <a:pt x="176682" y="134924"/>
                  </a:lnTo>
                  <a:lnTo>
                    <a:pt x="170243" y="137883"/>
                  </a:lnTo>
                  <a:lnTo>
                    <a:pt x="162687" y="140462"/>
                  </a:lnTo>
                  <a:lnTo>
                    <a:pt x="153644" y="142278"/>
                  </a:lnTo>
                  <a:lnTo>
                    <a:pt x="142684" y="142976"/>
                  </a:lnTo>
                  <a:lnTo>
                    <a:pt x="134061" y="142252"/>
                  </a:lnTo>
                  <a:lnTo>
                    <a:pt x="126555" y="140220"/>
                  </a:lnTo>
                  <a:lnTo>
                    <a:pt x="120535" y="137071"/>
                  </a:lnTo>
                  <a:lnTo>
                    <a:pt x="116446" y="133045"/>
                  </a:lnTo>
                  <a:lnTo>
                    <a:pt x="112433" y="126885"/>
                  </a:lnTo>
                  <a:lnTo>
                    <a:pt x="112433" y="118833"/>
                  </a:lnTo>
                  <a:lnTo>
                    <a:pt x="180695" y="116954"/>
                  </a:lnTo>
                  <a:close/>
                </a:path>
                <a:path w="526414" h="169544">
                  <a:moveTo>
                    <a:pt x="285102" y="130898"/>
                  </a:moveTo>
                  <a:lnTo>
                    <a:pt x="282397" y="115963"/>
                  </a:lnTo>
                  <a:lnTo>
                    <a:pt x="275564" y="106324"/>
                  </a:lnTo>
                  <a:lnTo>
                    <a:pt x="266458" y="100469"/>
                  </a:lnTo>
                  <a:lnTo>
                    <a:pt x="256984" y="96837"/>
                  </a:lnTo>
                  <a:lnTo>
                    <a:pt x="247091" y="92544"/>
                  </a:lnTo>
                  <a:lnTo>
                    <a:pt x="239052" y="90665"/>
                  </a:lnTo>
                  <a:lnTo>
                    <a:pt x="232892" y="86652"/>
                  </a:lnTo>
                  <a:lnTo>
                    <a:pt x="232892" y="78600"/>
                  </a:lnTo>
                  <a:lnTo>
                    <a:pt x="235038" y="72428"/>
                  </a:lnTo>
                  <a:lnTo>
                    <a:pt x="248958" y="72428"/>
                  </a:lnTo>
                  <a:lnTo>
                    <a:pt x="257276" y="73418"/>
                  </a:lnTo>
                  <a:lnTo>
                    <a:pt x="264287" y="75742"/>
                  </a:lnTo>
                  <a:lnTo>
                    <a:pt x="275196" y="80479"/>
                  </a:lnTo>
                  <a:lnTo>
                    <a:pt x="277063" y="80479"/>
                  </a:lnTo>
                  <a:lnTo>
                    <a:pt x="279209" y="56337"/>
                  </a:lnTo>
                  <a:lnTo>
                    <a:pt x="277063" y="56337"/>
                  </a:lnTo>
                  <a:lnTo>
                    <a:pt x="269862" y="53721"/>
                  </a:lnTo>
                  <a:lnTo>
                    <a:pt x="262610" y="51879"/>
                  </a:lnTo>
                  <a:lnTo>
                    <a:pt x="254558" y="50787"/>
                  </a:lnTo>
                  <a:lnTo>
                    <a:pt x="244944" y="50431"/>
                  </a:lnTo>
                  <a:lnTo>
                    <a:pt x="235889" y="50685"/>
                  </a:lnTo>
                  <a:lnTo>
                    <a:pt x="224726" y="52451"/>
                  </a:lnTo>
                  <a:lnTo>
                    <a:pt x="213169" y="57226"/>
                  </a:lnTo>
                  <a:lnTo>
                    <a:pt x="202920" y="66522"/>
                  </a:lnTo>
                  <a:lnTo>
                    <a:pt x="196761" y="78600"/>
                  </a:lnTo>
                  <a:lnTo>
                    <a:pt x="196761" y="86652"/>
                  </a:lnTo>
                  <a:lnTo>
                    <a:pt x="199758" y="100507"/>
                  </a:lnTo>
                  <a:lnTo>
                    <a:pt x="207098" y="109575"/>
                  </a:lnTo>
                  <a:lnTo>
                    <a:pt x="216293" y="115239"/>
                  </a:lnTo>
                  <a:lnTo>
                    <a:pt x="224866" y="118833"/>
                  </a:lnTo>
                  <a:lnTo>
                    <a:pt x="232892" y="122859"/>
                  </a:lnTo>
                  <a:lnTo>
                    <a:pt x="239052" y="125006"/>
                  </a:lnTo>
                  <a:lnTo>
                    <a:pt x="248958" y="126885"/>
                  </a:lnTo>
                  <a:lnTo>
                    <a:pt x="248958" y="141097"/>
                  </a:lnTo>
                  <a:lnTo>
                    <a:pt x="243065" y="147002"/>
                  </a:lnTo>
                  <a:lnTo>
                    <a:pt x="224866" y="147002"/>
                  </a:lnTo>
                  <a:lnTo>
                    <a:pt x="216839" y="145122"/>
                  </a:lnTo>
                  <a:lnTo>
                    <a:pt x="204787" y="138950"/>
                  </a:lnTo>
                  <a:lnTo>
                    <a:pt x="200774" y="134924"/>
                  </a:lnTo>
                  <a:lnTo>
                    <a:pt x="198894" y="134924"/>
                  </a:lnTo>
                  <a:lnTo>
                    <a:pt x="198894" y="147002"/>
                  </a:lnTo>
                  <a:lnTo>
                    <a:pt x="196761" y="149148"/>
                  </a:lnTo>
                  <a:lnTo>
                    <a:pt x="196761" y="159067"/>
                  </a:lnTo>
                  <a:lnTo>
                    <a:pt x="232892" y="169265"/>
                  </a:lnTo>
                  <a:lnTo>
                    <a:pt x="247269" y="168160"/>
                  </a:lnTo>
                  <a:lnTo>
                    <a:pt x="263512" y="163461"/>
                  </a:lnTo>
                  <a:lnTo>
                    <a:pt x="277507" y="153085"/>
                  </a:lnTo>
                  <a:lnTo>
                    <a:pt x="285102" y="134924"/>
                  </a:lnTo>
                  <a:lnTo>
                    <a:pt x="285102" y="130898"/>
                  </a:lnTo>
                  <a:close/>
                </a:path>
                <a:path w="526414" h="169544">
                  <a:moveTo>
                    <a:pt x="389496" y="56337"/>
                  </a:moveTo>
                  <a:lnTo>
                    <a:pt x="382333" y="53721"/>
                  </a:lnTo>
                  <a:lnTo>
                    <a:pt x="375310" y="51879"/>
                  </a:lnTo>
                  <a:lnTo>
                    <a:pt x="367893" y="50787"/>
                  </a:lnTo>
                  <a:lnTo>
                    <a:pt x="359524" y="50431"/>
                  </a:lnTo>
                  <a:lnTo>
                    <a:pt x="328879" y="56730"/>
                  </a:lnTo>
                  <a:lnTo>
                    <a:pt x="310527" y="72263"/>
                  </a:lnTo>
                  <a:lnTo>
                    <a:pt x="301625" y="91960"/>
                  </a:lnTo>
                  <a:lnTo>
                    <a:pt x="299288" y="110782"/>
                  </a:lnTo>
                  <a:lnTo>
                    <a:pt x="301917" y="129768"/>
                  </a:lnTo>
                  <a:lnTo>
                    <a:pt x="311327" y="148005"/>
                  </a:lnTo>
                  <a:lnTo>
                    <a:pt x="329780" y="161709"/>
                  </a:lnTo>
                  <a:lnTo>
                    <a:pt x="359524" y="167119"/>
                  </a:lnTo>
                  <a:lnTo>
                    <a:pt x="367563" y="166789"/>
                  </a:lnTo>
                  <a:lnTo>
                    <a:pt x="374281" y="165912"/>
                  </a:lnTo>
                  <a:lnTo>
                    <a:pt x="380644" y="164630"/>
                  </a:lnTo>
                  <a:lnTo>
                    <a:pt x="387629" y="163093"/>
                  </a:lnTo>
                  <a:lnTo>
                    <a:pt x="387629" y="161213"/>
                  </a:lnTo>
                  <a:lnTo>
                    <a:pt x="389039" y="142976"/>
                  </a:lnTo>
                  <a:lnTo>
                    <a:pt x="389496" y="137071"/>
                  </a:lnTo>
                  <a:lnTo>
                    <a:pt x="387629" y="134924"/>
                  </a:lnTo>
                  <a:lnTo>
                    <a:pt x="381469" y="138950"/>
                  </a:lnTo>
                  <a:lnTo>
                    <a:pt x="375577" y="142976"/>
                  </a:lnTo>
                  <a:lnTo>
                    <a:pt x="365404" y="142976"/>
                  </a:lnTo>
                  <a:lnTo>
                    <a:pt x="350850" y="139611"/>
                  </a:lnTo>
                  <a:lnTo>
                    <a:pt x="342315" y="131178"/>
                  </a:lnTo>
                  <a:lnTo>
                    <a:pt x="338302" y="120116"/>
                  </a:lnTo>
                  <a:lnTo>
                    <a:pt x="337299" y="108915"/>
                  </a:lnTo>
                  <a:lnTo>
                    <a:pt x="338582" y="97840"/>
                  </a:lnTo>
                  <a:lnTo>
                    <a:pt x="342887" y="87350"/>
                  </a:lnTo>
                  <a:lnTo>
                    <a:pt x="350964" y="79527"/>
                  </a:lnTo>
                  <a:lnTo>
                    <a:pt x="363537" y="76454"/>
                  </a:lnTo>
                  <a:lnTo>
                    <a:pt x="373443" y="76454"/>
                  </a:lnTo>
                  <a:lnTo>
                    <a:pt x="377456" y="78600"/>
                  </a:lnTo>
                  <a:lnTo>
                    <a:pt x="385483" y="82626"/>
                  </a:lnTo>
                  <a:lnTo>
                    <a:pt x="387629" y="82626"/>
                  </a:lnTo>
                  <a:lnTo>
                    <a:pt x="387654" y="76454"/>
                  </a:lnTo>
                  <a:lnTo>
                    <a:pt x="387654" y="75907"/>
                  </a:lnTo>
                  <a:lnTo>
                    <a:pt x="387858" y="70180"/>
                  </a:lnTo>
                  <a:lnTo>
                    <a:pt x="388416" y="64096"/>
                  </a:lnTo>
                  <a:lnTo>
                    <a:pt x="389496" y="56337"/>
                  </a:lnTo>
                  <a:close/>
                </a:path>
                <a:path w="526414" h="169544">
                  <a:moveTo>
                    <a:pt x="473824" y="50431"/>
                  </a:moveTo>
                  <a:lnTo>
                    <a:pt x="467944" y="50431"/>
                  </a:lnTo>
                  <a:lnTo>
                    <a:pt x="461619" y="51308"/>
                  </a:lnTo>
                  <a:lnTo>
                    <a:pt x="455091" y="54457"/>
                  </a:lnTo>
                  <a:lnTo>
                    <a:pt x="448970" y="60617"/>
                  </a:lnTo>
                  <a:lnTo>
                    <a:pt x="443839" y="70548"/>
                  </a:lnTo>
                  <a:lnTo>
                    <a:pt x="443839" y="52311"/>
                  </a:lnTo>
                  <a:lnTo>
                    <a:pt x="441706" y="50431"/>
                  </a:lnTo>
                  <a:lnTo>
                    <a:pt x="431571" y="51879"/>
                  </a:lnTo>
                  <a:lnTo>
                    <a:pt x="416636" y="54889"/>
                  </a:lnTo>
                  <a:lnTo>
                    <a:pt x="407708" y="56337"/>
                  </a:lnTo>
                  <a:lnTo>
                    <a:pt x="405561" y="58483"/>
                  </a:lnTo>
                  <a:lnTo>
                    <a:pt x="406806" y="69519"/>
                  </a:lnTo>
                  <a:lnTo>
                    <a:pt x="407441" y="80378"/>
                  </a:lnTo>
                  <a:lnTo>
                    <a:pt x="407670" y="93903"/>
                  </a:lnTo>
                  <a:lnTo>
                    <a:pt x="407708" y="167119"/>
                  </a:lnTo>
                  <a:lnTo>
                    <a:pt x="417868" y="166852"/>
                  </a:lnTo>
                  <a:lnTo>
                    <a:pt x="425780" y="166408"/>
                  </a:lnTo>
                  <a:lnTo>
                    <a:pt x="433679" y="166319"/>
                  </a:lnTo>
                  <a:lnTo>
                    <a:pt x="443839" y="167119"/>
                  </a:lnTo>
                  <a:lnTo>
                    <a:pt x="445719" y="165239"/>
                  </a:lnTo>
                  <a:lnTo>
                    <a:pt x="444639" y="150698"/>
                  </a:lnTo>
                  <a:lnTo>
                    <a:pt x="444080" y="135458"/>
                  </a:lnTo>
                  <a:lnTo>
                    <a:pt x="443839" y="108915"/>
                  </a:lnTo>
                  <a:lnTo>
                    <a:pt x="444068" y="100799"/>
                  </a:lnTo>
                  <a:lnTo>
                    <a:pt x="445579" y="92887"/>
                  </a:lnTo>
                  <a:lnTo>
                    <a:pt x="449719" y="86880"/>
                  </a:lnTo>
                  <a:lnTo>
                    <a:pt x="457771" y="84505"/>
                  </a:lnTo>
                  <a:lnTo>
                    <a:pt x="461784" y="84505"/>
                  </a:lnTo>
                  <a:lnTo>
                    <a:pt x="465797" y="88519"/>
                  </a:lnTo>
                  <a:lnTo>
                    <a:pt x="467944" y="86652"/>
                  </a:lnTo>
                  <a:lnTo>
                    <a:pt x="473824" y="52311"/>
                  </a:lnTo>
                  <a:lnTo>
                    <a:pt x="473824" y="50431"/>
                  </a:lnTo>
                  <a:close/>
                </a:path>
                <a:path w="526414" h="169544">
                  <a:moveTo>
                    <a:pt x="524154" y="0"/>
                  </a:moveTo>
                  <a:lnTo>
                    <a:pt x="522274" y="0"/>
                  </a:lnTo>
                  <a:lnTo>
                    <a:pt x="488010" y="4025"/>
                  </a:lnTo>
                  <a:lnTo>
                    <a:pt x="486143" y="4025"/>
                  </a:lnTo>
                  <a:lnTo>
                    <a:pt x="486143" y="34340"/>
                  </a:lnTo>
                  <a:lnTo>
                    <a:pt x="488010" y="36220"/>
                  </a:lnTo>
                  <a:lnTo>
                    <a:pt x="497090" y="33858"/>
                  </a:lnTo>
                  <a:lnTo>
                    <a:pt x="504444" y="32461"/>
                  </a:lnTo>
                  <a:lnTo>
                    <a:pt x="512140" y="31470"/>
                  </a:lnTo>
                  <a:lnTo>
                    <a:pt x="522274" y="30314"/>
                  </a:lnTo>
                  <a:lnTo>
                    <a:pt x="524154" y="0"/>
                  </a:lnTo>
                  <a:close/>
                </a:path>
                <a:path w="526414" h="169544">
                  <a:moveTo>
                    <a:pt x="526300" y="165239"/>
                  </a:moveTo>
                  <a:lnTo>
                    <a:pt x="525056" y="153276"/>
                  </a:lnTo>
                  <a:lnTo>
                    <a:pt x="524421" y="140220"/>
                  </a:lnTo>
                  <a:lnTo>
                    <a:pt x="524205" y="126911"/>
                  </a:lnTo>
                  <a:lnTo>
                    <a:pt x="524154" y="50431"/>
                  </a:lnTo>
                  <a:lnTo>
                    <a:pt x="486143" y="56337"/>
                  </a:lnTo>
                  <a:lnTo>
                    <a:pt x="486143" y="58483"/>
                  </a:lnTo>
                  <a:lnTo>
                    <a:pt x="486435" y="69176"/>
                  </a:lnTo>
                  <a:lnTo>
                    <a:pt x="487083" y="79298"/>
                  </a:lnTo>
                  <a:lnTo>
                    <a:pt x="487718" y="92087"/>
                  </a:lnTo>
                  <a:lnTo>
                    <a:pt x="488010" y="110782"/>
                  </a:lnTo>
                  <a:lnTo>
                    <a:pt x="487718" y="126911"/>
                  </a:lnTo>
                  <a:lnTo>
                    <a:pt x="487057" y="140525"/>
                  </a:lnTo>
                  <a:lnTo>
                    <a:pt x="486435" y="152425"/>
                  </a:lnTo>
                  <a:lnTo>
                    <a:pt x="486143" y="165239"/>
                  </a:lnTo>
                  <a:lnTo>
                    <a:pt x="488010" y="167119"/>
                  </a:lnTo>
                  <a:lnTo>
                    <a:pt x="497395" y="166852"/>
                  </a:lnTo>
                  <a:lnTo>
                    <a:pt x="505383" y="166408"/>
                  </a:lnTo>
                  <a:lnTo>
                    <a:pt x="513727" y="166319"/>
                  </a:lnTo>
                  <a:lnTo>
                    <a:pt x="524154" y="167119"/>
                  </a:lnTo>
                  <a:lnTo>
                    <a:pt x="525056" y="166319"/>
                  </a:lnTo>
                  <a:lnTo>
                    <a:pt x="526300" y="165239"/>
                  </a:lnTo>
                  <a:close/>
                </a:path>
              </a:pathLst>
            </a:custGeom>
            <a:solidFill>
              <a:srgbClr val="000000"/>
            </a:solidFill>
          </p:spPr>
          <p:txBody>
            <a:bodyPr wrap="square" lIns="0" tIns="0" rIns="0" bIns="0" rtlCol="0"/>
            <a:lstStyle/>
            <a:p>
              <a:endParaRPr/>
            </a:p>
          </p:txBody>
        </p:sp>
        <p:pic>
          <p:nvPicPr>
            <p:cNvPr id="19" name="object 19"/>
            <p:cNvPicPr/>
            <p:nvPr/>
          </p:nvPicPr>
          <p:blipFill>
            <a:blip r:embed="rId10" cstate="print"/>
            <a:stretch>
              <a:fillRect/>
            </a:stretch>
          </p:blipFill>
          <p:spPr>
            <a:xfrm>
              <a:off x="4618985" y="1939114"/>
              <a:ext cx="355505" cy="173279"/>
            </a:xfrm>
            <a:prstGeom prst="rect">
              <a:avLst/>
            </a:prstGeom>
          </p:spPr>
        </p:pic>
        <p:pic>
          <p:nvPicPr>
            <p:cNvPr id="20" name="object 20"/>
            <p:cNvPicPr/>
            <p:nvPr/>
          </p:nvPicPr>
          <p:blipFill>
            <a:blip r:embed="rId11" cstate="print"/>
            <a:stretch>
              <a:fillRect/>
            </a:stretch>
          </p:blipFill>
          <p:spPr>
            <a:xfrm>
              <a:off x="5056675" y="1939114"/>
              <a:ext cx="110560" cy="173279"/>
            </a:xfrm>
            <a:prstGeom prst="rect">
              <a:avLst/>
            </a:prstGeom>
          </p:spPr>
        </p:pic>
        <p:pic>
          <p:nvPicPr>
            <p:cNvPr id="21" name="object 21"/>
            <p:cNvPicPr/>
            <p:nvPr/>
          </p:nvPicPr>
          <p:blipFill>
            <a:blip r:embed="rId12" cstate="print"/>
            <a:stretch>
              <a:fillRect/>
            </a:stretch>
          </p:blipFill>
          <p:spPr>
            <a:xfrm>
              <a:off x="5191328" y="1993566"/>
              <a:ext cx="311335" cy="168987"/>
            </a:xfrm>
            <a:prstGeom prst="rect">
              <a:avLst/>
            </a:prstGeom>
          </p:spPr>
        </p:pic>
        <p:pic>
          <p:nvPicPr>
            <p:cNvPr id="22" name="object 22"/>
            <p:cNvPicPr/>
            <p:nvPr/>
          </p:nvPicPr>
          <p:blipFill>
            <a:blip r:embed="rId13" cstate="print"/>
            <a:stretch>
              <a:fillRect/>
            </a:stretch>
          </p:blipFill>
          <p:spPr>
            <a:xfrm>
              <a:off x="2002242" y="2508576"/>
              <a:ext cx="202836" cy="152893"/>
            </a:xfrm>
            <a:prstGeom prst="rect">
              <a:avLst/>
            </a:prstGeom>
          </p:spPr>
        </p:pic>
        <p:pic>
          <p:nvPicPr>
            <p:cNvPr id="23" name="object 23"/>
            <p:cNvPicPr/>
            <p:nvPr/>
          </p:nvPicPr>
          <p:blipFill>
            <a:blip r:embed="rId14" cstate="print"/>
            <a:stretch>
              <a:fillRect/>
            </a:stretch>
          </p:blipFill>
          <p:spPr>
            <a:xfrm>
              <a:off x="2225156" y="2488458"/>
              <a:ext cx="216890" cy="173011"/>
            </a:xfrm>
            <a:prstGeom prst="rect">
              <a:avLst/>
            </a:prstGeom>
          </p:spPr>
        </p:pic>
        <p:pic>
          <p:nvPicPr>
            <p:cNvPr id="24" name="object 24"/>
            <p:cNvPicPr/>
            <p:nvPr/>
          </p:nvPicPr>
          <p:blipFill>
            <a:blip r:embed="rId15" cstate="print"/>
            <a:stretch>
              <a:fillRect/>
            </a:stretch>
          </p:blipFill>
          <p:spPr>
            <a:xfrm>
              <a:off x="2506321" y="2512599"/>
              <a:ext cx="106437" cy="146992"/>
            </a:xfrm>
            <a:prstGeom prst="rect">
              <a:avLst/>
            </a:prstGeom>
          </p:spPr>
        </p:pic>
        <p:sp>
          <p:nvSpPr>
            <p:cNvPr id="25" name="object 25"/>
            <p:cNvSpPr/>
            <p:nvPr/>
          </p:nvSpPr>
          <p:spPr>
            <a:xfrm>
              <a:off x="2642875" y="2544787"/>
              <a:ext cx="38735" cy="114935"/>
            </a:xfrm>
            <a:custGeom>
              <a:avLst/>
              <a:gdLst/>
              <a:ahLst/>
              <a:cxnLst/>
              <a:rect l="l" t="t" r="r" b="b"/>
              <a:pathLst>
                <a:path w="38735" h="114935">
                  <a:moveTo>
                    <a:pt x="36166" y="82616"/>
                  </a:moveTo>
                  <a:lnTo>
                    <a:pt x="2007" y="82616"/>
                  </a:lnTo>
                  <a:lnTo>
                    <a:pt x="0" y="84493"/>
                  </a:lnTo>
                  <a:lnTo>
                    <a:pt x="2007" y="112658"/>
                  </a:lnTo>
                  <a:lnTo>
                    <a:pt x="2007" y="114804"/>
                  </a:lnTo>
                  <a:lnTo>
                    <a:pt x="36166" y="114804"/>
                  </a:lnTo>
                  <a:lnTo>
                    <a:pt x="38174" y="112658"/>
                  </a:lnTo>
                  <a:lnTo>
                    <a:pt x="36166" y="82616"/>
                  </a:lnTo>
                  <a:close/>
                </a:path>
                <a:path w="38735" h="114935">
                  <a:moveTo>
                    <a:pt x="36166" y="0"/>
                  </a:moveTo>
                  <a:lnTo>
                    <a:pt x="2007" y="2145"/>
                  </a:lnTo>
                  <a:lnTo>
                    <a:pt x="0" y="4023"/>
                  </a:lnTo>
                  <a:lnTo>
                    <a:pt x="0" y="32188"/>
                  </a:lnTo>
                  <a:lnTo>
                    <a:pt x="2007" y="34334"/>
                  </a:lnTo>
                  <a:lnTo>
                    <a:pt x="36166" y="34334"/>
                  </a:lnTo>
                  <a:lnTo>
                    <a:pt x="38174" y="32188"/>
                  </a:lnTo>
                  <a:lnTo>
                    <a:pt x="38174" y="2145"/>
                  </a:lnTo>
                  <a:lnTo>
                    <a:pt x="36166" y="0"/>
                  </a:lnTo>
                  <a:close/>
                </a:path>
              </a:pathLst>
            </a:custGeom>
            <a:solidFill>
              <a:srgbClr val="000000"/>
            </a:solidFill>
          </p:spPr>
          <p:txBody>
            <a:bodyPr wrap="square" lIns="0" tIns="0" rIns="0" bIns="0" rtlCol="0"/>
            <a:lstStyle/>
            <a:p>
              <a:endParaRPr/>
            </a:p>
          </p:txBody>
        </p:sp>
        <p:pic>
          <p:nvPicPr>
            <p:cNvPr id="26" name="object 26"/>
            <p:cNvPicPr/>
            <p:nvPr/>
          </p:nvPicPr>
          <p:blipFill>
            <a:blip r:embed="rId16" cstate="print"/>
            <a:stretch>
              <a:fillRect/>
            </a:stretch>
          </p:blipFill>
          <p:spPr>
            <a:xfrm>
              <a:off x="2765375" y="2508576"/>
              <a:ext cx="214882" cy="152893"/>
            </a:xfrm>
            <a:prstGeom prst="rect">
              <a:avLst/>
            </a:prstGeom>
          </p:spPr>
        </p:pic>
        <p:pic>
          <p:nvPicPr>
            <p:cNvPr id="27" name="object 27"/>
            <p:cNvPicPr/>
            <p:nvPr/>
          </p:nvPicPr>
          <p:blipFill>
            <a:blip r:embed="rId17" cstate="print"/>
            <a:stretch>
              <a:fillRect/>
            </a:stretch>
          </p:blipFill>
          <p:spPr>
            <a:xfrm>
              <a:off x="3000362" y="2542910"/>
              <a:ext cx="247007" cy="116682"/>
            </a:xfrm>
            <a:prstGeom prst="rect">
              <a:avLst/>
            </a:prstGeom>
          </p:spPr>
        </p:pic>
        <p:pic>
          <p:nvPicPr>
            <p:cNvPr id="28" name="object 28"/>
            <p:cNvPicPr/>
            <p:nvPr/>
          </p:nvPicPr>
          <p:blipFill>
            <a:blip r:embed="rId18" cstate="print"/>
            <a:stretch>
              <a:fillRect/>
            </a:stretch>
          </p:blipFill>
          <p:spPr>
            <a:xfrm>
              <a:off x="3271462" y="2544787"/>
              <a:ext cx="106437" cy="116681"/>
            </a:xfrm>
            <a:prstGeom prst="rect">
              <a:avLst/>
            </a:prstGeom>
          </p:spPr>
        </p:pic>
        <p:pic>
          <p:nvPicPr>
            <p:cNvPr id="29" name="object 29"/>
            <p:cNvPicPr/>
            <p:nvPr/>
          </p:nvPicPr>
          <p:blipFill>
            <a:blip r:embed="rId19" cstate="print"/>
            <a:stretch>
              <a:fillRect/>
            </a:stretch>
          </p:blipFill>
          <p:spPr>
            <a:xfrm>
              <a:off x="3399985" y="2488458"/>
              <a:ext cx="160673" cy="173011"/>
            </a:xfrm>
            <a:prstGeom prst="rect">
              <a:avLst/>
            </a:prstGeom>
          </p:spPr>
        </p:pic>
        <p:pic>
          <p:nvPicPr>
            <p:cNvPr id="30" name="object 30"/>
            <p:cNvPicPr/>
            <p:nvPr/>
          </p:nvPicPr>
          <p:blipFill>
            <a:blip r:embed="rId20" cstate="print"/>
            <a:stretch>
              <a:fillRect/>
            </a:stretch>
          </p:blipFill>
          <p:spPr>
            <a:xfrm>
              <a:off x="3584752" y="2542910"/>
              <a:ext cx="176735" cy="168987"/>
            </a:xfrm>
            <a:prstGeom prst="rect">
              <a:avLst/>
            </a:prstGeom>
          </p:spPr>
        </p:pic>
        <p:pic>
          <p:nvPicPr>
            <p:cNvPr id="31" name="object 31"/>
            <p:cNvPicPr/>
            <p:nvPr/>
          </p:nvPicPr>
          <p:blipFill>
            <a:blip r:embed="rId21" cstate="print"/>
            <a:stretch>
              <a:fillRect/>
            </a:stretch>
          </p:blipFill>
          <p:spPr>
            <a:xfrm>
              <a:off x="3831759" y="2488458"/>
              <a:ext cx="265210" cy="173011"/>
            </a:xfrm>
            <a:prstGeom prst="rect">
              <a:avLst/>
            </a:prstGeom>
          </p:spPr>
        </p:pic>
        <p:pic>
          <p:nvPicPr>
            <p:cNvPr id="32" name="object 32"/>
            <p:cNvPicPr/>
            <p:nvPr/>
          </p:nvPicPr>
          <p:blipFill>
            <a:blip r:embed="rId22" cstate="print"/>
            <a:stretch>
              <a:fillRect/>
            </a:stretch>
          </p:blipFill>
          <p:spPr>
            <a:xfrm>
              <a:off x="4117047" y="2492482"/>
              <a:ext cx="341317" cy="168987"/>
            </a:xfrm>
            <a:prstGeom prst="rect">
              <a:avLst/>
            </a:prstGeom>
          </p:spPr>
        </p:pic>
        <p:pic>
          <p:nvPicPr>
            <p:cNvPr id="33" name="object 33"/>
            <p:cNvPicPr/>
            <p:nvPr/>
          </p:nvPicPr>
          <p:blipFill>
            <a:blip r:embed="rId23" cstate="print"/>
            <a:stretch>
              <a:fillRect/>
            </a:stretch>
          </p:blipFill>
          <p:spPr>
            <a:xfrm>
              <a:off x="4478442" y="2542910"/>
              <a:ext cx="239056" cy="118559"/>
            </a:xfrm>
            <a:prstGeom prst="rect">
              <a:avLst/>
            </a:prstGeom>
          </p:spPr>
        </p:pic>
        <p:pic>
          <p:nvPicPr>
            <p:cNvPr id="34" name="object 34"/>
            <p:cNvPicPr/>
            <p:nvPr/>
          </p:nvPicPr>
          <p:blipFill>
            <a:blip r:embed="rId24" cstate="print"/>
            <a:stretch>
              <a:fillRect/>
            </a:stretch>
          </p:blipFill>
          <p:spPr>
            <a:xfrm>
              <a:off x="2444054" y="3017685"/>
              <a:ext cx="202836" cy="152893"/>
            </a:xfrm>
            <a:prstGeom prst="rect">
              <a:avLst/>
            </a:prstGeom>
          </p:spPr>
        </p:pic>
        <p:pic>
          <p:nvPicPr>
            <p:cNvPr id="35" name="object 35"/>
            <p:cNvPicPr/>
            <p:nvPr/>
          </p:nvPicPr>
          <p:blipFill>
            <a:blip r:embed="rId25" cstate="print"/>
            <a:stretch>
              <a:fillRect/>
            </a:stretch>
          </p:blipFill>
          <p:spPr>
            <a:xfrm>
              <a:off x="2666968" y="2999713"/>
              <a:ext cx="216890" cy="170865"/>
            </a:xfrm>
            <a:prstGeom prst="rect">
              <a:avLst/>
            </a:prstGeom>
          </p:spPr>
        </p:pic>
        <p:pic>
          <p:nvPicPr>
            <p:cNvPr id="36" name="object 36"/>
            <p:cNvPicPr/>
            <p:nvPr/>
          </p:nvPicPr>
          <p:blipFill>
            <a:blip r:embed="rId26" cstate="print"/>
            <a:stretch>
              <a:fillRect/>
            </a:stretch>
          </p:blipFill>
          <p:spPr>
            <a:xfrm>
              <a:off x="2954157" y="3023854"/>
              <a:ext cx="98406" cy="148870"/>
            </a:xfrm>
            <a:prstGeom prst="rect">
              <a:avLst/>
            </a:prstGeom>
          </p:spPr>
        </p:pic>
        <p:sp>
          <p:nvSpPr>
            <p:cNvPr id="37" name="object 37"/>
            <p:cNvSpPr/>
            <p:nvPr/>
          </p:nvSpPr>
          <p:spPr>
            <a:xfrm>
              <a:off x="3084688" y="3056042"/>
              <a:ext cx="38735" cy="113030"/>
            </a:xfrm>
            <a:custGeom>
              <a:avLst/>
              <a:gdLst/>
              <a:ahLst/>
              <a:cxnLst/>
              <a:rect l="l" t="t" r="r" b="b"/>
              <a:pathLst>
                <a:path w="38735" h="113030">
                  <a:moveTo>
                    <a:pt x="36166" y="80470"/>
                  </a:moveTo>
                  <a:lnTo>
                    <a:pt x="2007" y="80470"/>
                  </a:lnTo>
                  <a:lnTo>
                    <a:pt x="0" y="82347"/>
                  </a:lnTo>
                  <a:lnTo>
                    <a:pt x="2007" y="112658"/>
                  </a:lnTo>
                  <a:lnTo>
                    <a:pt x="36166" y="112658"/>
                  </a:lnTo>
                  <a:lnTo>
                    <a:pt x="38174" y="110512"/>
                  </a:lnTo>
                  <a:lnTo>
                    <a:pt x="36166" y="80470"/>
                  </a:lnTo>
                  <a:close/>
                </a:path>
                <a:path w="38735" h="113030">
                  <a:moveTo>
                    <a:pt x="38174" y="0"/>
                  </a:moveTo>
                  <a:lnTo>
                    <a:pt x="2007" y="0"/>
                  </a:lnTo>
                  <a:lnTo>
                    <a:pt x="0" y="1877"/>
                  </a:lnTo>
                  <a:lnTo>
                    <a:pt x="0" y="32188"/>
                  </a:lnTo>
                  <a:lnTo>
                    <a:pt x="36166" y="32188"/>
                  </a:lnTo>
                  <a:lnTo>
                    <a:pt x="38174" y="30042"/>
                  </a:lnTo>
                  <a:lnTo>
                    <a:pt x="38174" y="0"/>
                  </a:lnTo>
                  <a:close/>
                </a:path>
              </a:pathLst>
            </a:custGeom>
            <a:solidFill>
              <a:srgbClr val="000000"/>
            </a:solidFill>
          </p:spPr>
          <p:txBody>
            <a:bodyPr wrap="square" lIns="0" tIns="0" rIns="0" bIns="0" rtlCol="0"/>
            <a:lstStyle/>
            <a:p>
              <a:endParaRPr/>
            </a:p>
          </p:txBody>
        </p:sp>
        <p:pic>
          <p:nvPicPr>
            <p:cNvPr id="38" name="object 38"/>
            <p:cNvPicPr/>
            <p:nvPr/>
          </p:nvPicPr>
          <p:blipFill>
            <a:blip r:embed="rId27" cstate="print"/>
            <a:stretch>
              <a:fillRect/>
            </a:stretch>
          </p:blipFill>
          <p:spPr>
            <a:xfrm>
              <a:off x="3207214" y="3017685"/>
              <a:ext cx="483975" cy="152893"/>
            </a:xfrm>
            <a:prstGeom prst="rect">
              <a:avLst/>
            </a:prstGeom>
          </p:spPr>
        </p:pic>
        <p:pic>
          <p:nvPicPr>
            <p:cNvPr id="39" name="object 39"/>
            <p:cNvPicPr/>
            <p:nvPr/>
          </p:nvPicPr>
          <p:blipFill>
            <a:blip r:embed="rId28" cstate="print"/>
            <a:stretch>
              <a:fillRect/>
            </a:stretch>
          </p:blipFill>
          <p:spPr>
            <a:xfrm>
              <a:off x="3767511" y="2999713"/>
              <a:ext cx="212875" cy="170865"/>
            </a:xfrm>
            <a:prstGeom prst="rect">
              <a:avLst/>
            </a:prstGeom>
          </p:spPr>
        </p:pic>
        <p:pic>
          <p:nvPicPr>
            <p:cNvPr id="40" name="object 40"/>
            <p:cNvPicPr/>
            <p:nvPr/>
          </p:nvPicPr>
          <p:blipFill>
            <a:blip r:embed="rId29" cstate="print"/>
            <a:stretch>
              <a:fillRect/>
            </a:stretch>
          </p:blipFill>
          <p:spPr>
            <a:xfrm>
              <a:off x="4000463" y="2999713"/>
              <a:ext cx="385622" cy="170865"/>
            </a:xfrm>
            <a:prstGeom prst="rect">
              <a:avLst/>
            </a:prstGeom>
          </p:spPr>
        </p:pic>
        <p:pic>
          <p:nvPicPr>
            <p:cNvPr id="41" name="object 41"/>
            <p:cNvPicPr/>
            <p:nvPr/>
          </p:nvPicPr>
          <p:blipFill>
            <a:blip r:embed="rId30" cstate="print"/>
            <a:stretch>
              <a:fillRect/>
            </a:stretch>
          </p:blipFill>
          <p:spPr>
            <a:xfrm>
              <a:off x="4408037" y="3052019"/>
              <a:ext cx="235040" cy="170865"/>
            </a:xfrm>
            <a:prstGeom prst="rect">
              <a:avLst/>
            </a:prstGeom>
          </p:spPr>
        </p:pic>
        <p:pic>
          <p:nvPicPr>
            <p:cNvPr id="42" name="object 42"/>
            <p:cNvPicPr/>
            <p:nvPr/>
          </p:nvPicPr>
          <p:blipFill>
            <a:blip r:embed="rId31" cstate="print"/>
            <a:stretch>
              <a:fillRect/>
            </a:stretch>
          </p:blipFill>
          <p:spPr>
            <a:xfrm>
              <a:off x="2446062" y="3500507"/>
              <a:ext cx="124534" cy="151042"/>
            </a:xfrm>
            <a:prstGeom prst="rect">
              <a:avLst/>
            </a:prstGeom>
          </p:spPr>
        </p:pic>
        <p:pic>
          <p:nvPicPr>
            <p:cNvPr id="43" name="object 43"/>
            <p:cNvPicPr/>
            <p:nvPr/>
          </p:nvPicPr>
          <p:blipFill>
            <a:blip r:embed="rId32" cstate="print"/>
            <a:stretch>
              <a:fillRect/>
            </a:stretch>
          </p:blipFill>
          <p:spPr>
            <a:xfrm>
              <a:off x="2590777" y="3538864"/>
              <a:ext cx="317201" cy="114697"/>
            </a:xfrm>
            <a:prstGeom prst="rect">
              <a:avLst/>
            </a:prstGeom>
          </p:spPr>
        </p:pic>
        <p:sp>
          <p:nvSpPr>
            <p:cNvPr id="44" name="object 44"/>
            <p:cNvSpPr/>
            <p:nvPr/>
          </p:nvSpPr>
          <p:spPr>
            <a:xfrm>
              <a:off x="3890010" y="3486559"/>
              <a:ext cx="26670" cy="165100"/>
            </a:xfrm>
            <a:custGeom>
              <a:avLst/>
              <a:gdLst/>
              <a:ahLst/>
              <a:cxnLst/>
              <a:rect l="l" t="t" r="r" b="b"/>
              <a:pathLst>
                <a:path w="26670" h="165100">
                  <a:moveTo>
                    <a:pt x="24093" y="52305"/>
                  </a:moveTo>
                  <a:lnTo>
                    <a:pt x="12046" y="54183"/>
                  </a:lnTo>
                  <a:lnTo>
                    <a:pt x="10038" y="56329"/>
                  </a:lnTo>
                  <a:lnTo>
                    <a:pt x="0" y="56329"/>
                  </a:lnTo>
                  <a:lnTo>
                    <a:pt x="0" y="58475"/>
                  </a:lnTo>
                  <a:lnTo>
                    <a:pt x="313" y="67337"/>
                  </a:lnTo>
                  <a:lnTo>
                    <a:pt x="1003" y="78072"/>
                  </a:lnTo>
                  <a:lnTo>
                    <a:pt x="1694" y="94064"/>
                  </a:lnTo>
                  <a:lnTo>
                    <a:pt x="2007" y="118693"/>
                  </a:lnTo>
                  <a:lnTo>
                    <a:pt x="1694" y="134426"/>
                  </a:lnTo>
                  <a:lnTo>
                    <a:pt x="1003" y="146378"/>
                  </a:lnTo>
                  <a:lnTo>
                    <a:pt x="313" y="156063"/>
                  </a:lnTo>
                  <a:lnTo>
                    <a:pt x="0" y="164991"/>
                  </a:lnTo>
                  <a:lnTo>
                    <a:pt x="24093" y="164991"/>
                  </a:lnTo>
                  <a:lnTo>
                    <a:pt x="26100" y="162979"/>
                  </a:lnTo>
                  <a:lnTo>
                    <a:pt x="24940" y="153580"/>
                  </a:lnTo>
                  <a:lnTo>
                    <a:pt x="24343" y="143612"/>
                  </a:lnTo>
                  <a:lnTo>
                    <a:pt x="24208" y="134426"/>
                  </a:lnTo>
                  <a:lnTo>
                    <a:pt x="24124" y="86283"/>
                  </a:lnTo>
                  <a:lnTo>
                    <a:pt x="24343" y="72658"/>
                  </a:lnTo>
                  <a:lnTo>
                    <a:pt x="24940" y="62402"/>
                  </a:lnTo>
                  <a:lnTo>
                    <a:pt x="26100" y="54183"/>
                  </a:lnTo>
                  <a:lnTo>
                    <a:pt x="24093" y="52305"/>
                  </a:lnTo>
                  <a:close/>
                </a:path>
                <a:path w="26670" h="165100">
                  <a:moveTo>
                    <a:pt x="24093" y="0"/>
                  </a:moveTo>
                  <a:lnTo>
                    <a:pt x="14054" y="1877"/>
                  </a:lnTo>
                  <a:lnTo>
                    <a:pt x="0" y="1877"/>
                  </a:lnTo>
                  <a:lnTo>
                    <a:pt x="0" y="24141"/>
                  </a:lnTo>
                  <a:lnTo>
                    <a:pt x="24093" y="24141"/>
                  </a:lnTo>
                  <a:lnTo>
                    <a:pt x="26100" y="21995"/>
                  </a:lnTo>
                  <a:lnTo>
                    <a:pt x="26100" y="1877"/>
                  </a:lnTo>
                  <a:lnTo>
                    <a:pt x="24093" y="0"/>
                  </a:lnTo>
                  <a:close/>
                </a:path>
              </a:pathLst>
            </a:custGeom>
            <a:solidFill>
              <a:srgbClr val="000000"/>
            </a:solidFill>
          </p:spPr>
          <p:txBody>
            <a:bodyPr wrap="square" lIns="0" tIns="0" rIns="0" bIns="0" rtlCol="0"/>
            <a:lstStyle/>
            <a:p>
              <a:endParaRPr/>
            </a:p>
          </p:txBody>
        </p:sp>
        <p:pic>
          <p:nvPicPr>
            <p:cNvPr id="45" name="object 45"/>
            <p:cNvPicPr/>
            <p:nvPr/>
          </p:nvPicPr>
          <p:blipFill>
            <a:blip r:embed="rId33" cstate="print"/>
            <a:stretch>
              <a:fillRect/>
            </a:stretch>
          </p:blipFill>
          <p:spPr>
            <a:xfrm>
              <a:off x="3936189" y="3538864"/>
              <a:ext cx="80470" cy="114697"/>
            </a:xfrm>
            <a:prstGeom prst="rect">
              <a:avLst/>
            </a:prstGeom>
          </p:spPr>
        </p:pic>
        <p:pic>
          <p:nvPicPr>
            <p:cNvPr id="46" name="object 46"/>
            <p:cNvPicPr/>
            <p:nvPr/>
          </p:nvPicPr>
          <p:blipFill>
            <a:blip r:embed="rId34" cstate="print"/>
            <a:stretch>
              <a:fillRect/>
            </a:stretch>
          </p:blipFill>
          <p:spPr>
            <a:xfrm>
              <a:off x="4094828" y="3538864"/>
              <a:ext cx="88341" cy="114697"/>
            </a:xfrm>
            <a:prstGeom prst="rect">
              <a:avLst/>
            </a:prstGeom>
          </p:spPr>
        </p:pic>
        <p:pic>
          <p:nvPicPr>
            <p:cNvPr id="47" name="object 47"/>
            <p:cNvPicPr/>
            <p:nvPr/>
          </p:nvPicPr>
          <p:blipFill>
            <a:blip r:embed="rId35" cstate="print"/>
            <a:stretch>
              <a:fillRect/>
            </a:stretch>
          </p:blipFill>
          <p:spPr>
            <a:xfrm>
              <a:off x="2809572" y="3482535"/>
              <a:ext cx="1000101" cy="426546"/>
            </a:xfrm>
            <a:prstGeom prst="rect">
              <a:avLst/>
            </a:prstGeom>
          </p:spPr>
        </p:pic>
        <p:pic>
          <p:nvPicPr>
            <p:cNvPr id="48" name="object 48"/>
            <p:cNvPicPr/>
            <p:nvPr/>
          </p:nvPicPr>
          <p:blipFill>
            <a:blip r:embed="rId36" cstate="print"/>
            <a:stretch>
              <a:fillRect/>
            </a:stretch>
          </p:blipFill>
          <p:spPr>
            <a:xfrm>
              <a:off x="5952400" y="3508554"/>
              <a:ext cx="180697" cy="145007"/>
            </a:xfrm>
            <a:prstGeom prst="rect">
              <a:avLst/>
            </a:prstGeom>
          </p:spPr>
        </p:pic>
        <p:pic>
          <p:nvPicPr>
            <p:cNvPr id="49" name="object 49"/>
            <p:cNvPicPr/>
            <p:nvPr/>
          </p:nvPicPr>
          <p:blipFill>
            <a:blip r:embed="rId37" cstate="print"/>
            <a:stretch>
              <a:fillRect/>
            </a:stretch>
          </p:blipFill>
          <p:spPr>
            <a:xfrm>
              <a:off x="6215550" y="3482535"/>
              <a:ext cx="198901" cy="171026"/>
            </a:xfrm>
            <a:prstGeom prst="rect">
              <a:avLst/>
            </a:prstGeom>
          </p:spPr>
        </p:pic>
        <p:pic>
          <p:nvPicPr>
            <p:cNvPr id="50" name="object 50"/>
            <p:cNvPicPr/>
            <p:nvPr/>
          </p:nvPicPr>
          <p:blipFill>
            <a:blip r:embed="rId38" cstate="print"/>
            <a:stretch>
              <a:fillRect/>
            </a:stretch>
          </p:blipFill>
          <p:spPr>
            <a:xfrm>
              <a:off x="6438544" y="3482535"/>
              <a:ext cx="313209" cy="171026"/>
            </a:xfrm>
            <a:prstGeom prst="rect">
              <a:avLst/>
            </a:prstGeom>
          </p:spPr>
        </p:pic>
        <p:pic>
          <p:nvPicPr>
            <p:cNvPr id="51" name="object 51"/>
            <p:cNvPicPr/>
            <p:nvPr/>
          </p:nvPicPr>
          <p:blipFill>
            <a:blip r:embed="rId39" cstate="print"/>
            <a:stretch>
              <a:fillRect/>
            </a:stretch>
          </p:blipFill>
          <p:spPr>
            <a:xfrm>
              <a:off x="6814127" y="3482535"/>
              <a:ext cx="176682" cy="171026"/>
            </a:xfrm>
            <a:prstGeom prst="rect">
              <a:avLst/>
            </a:prstGeom>
          </p:spPr>
        </p:pic>
        <p:pic>
          <p:nvPicPr>
            <p:cNvPr id="52" name="object 52"/>
            <p:cNvPicPr/>
            <p:nvPr/>
          </p:nvPicPr>
          <p:blipFill>
            <a:blip r:embed="rId40" cstate="print"/>
            <a:stretch>
              <a:fillRect/>
            </a:stretch>
          </p:blipFill>
          <p:spPr>
            <a:xfrm>
              <a:off x="7012761" y="3508554"/>
              <a:ext cx="168651" cy="145007"/>
            </a:xfrm>
            <a:prstGeom prst="rect">
              <a:avLst/>
            </a:prstGeom>
          </p:spPr>
        </p:pic>
        <p:pic>
          <p:nvPicPr>
            <p:cNvPr id="53" name="object 53"/>
            <p:cNvPicPr/>
            <p:nvPr/>
          </p:nvPicPr>
          <p:blipFill>
            <a:blip r:embed="rId41" cstate="print"/>
            <a:stretch>
              <a:fillRect/>
            </a:stretch>
          </p:blipFill>
          <p:spPr>
            <a:xfrm>
              <a:off x="2432008" y="3736044"/>
              <a:ext cx="176735" cy="171026"/>
            </a:xfrm>
            <a:prstGeom prst="rect">
              <a:avLst/>
            </a:prstGeom>
          </p:spPr>
        </p:pic>
        <p:pic>
          <p:nvPicPr>
            <p:cNvPr id="54" name="object 54"/>
            <p:cNvPicPr/>
            <p:nvPr/>
          </p:nvPicPr>
          <p:blipFill>
            <a:blip r:embed="rId42" cstate="print"/>
            <a:stretch>
              <a:fillRect/>
            </a:stretch>
          </p:blipFill>
          <p:spPr>
            <a:xfrm>
              <a:off x="2630829" y="3792400"/>
              <a:ext cx="98532" cy="116681"/>
            </a:xfrm>
            <a:prstGeom prst="rect">
              <a:avLst/>
            </a:prstGeom>
          </p:spPr>
        </p:pic>
        <p:pic>
          <p:nvPicPr>
            <p:cNvPr id="55" name="object 55"/>
            <p:cNvPicPr/>
            <p:nvPr/>
          </p:nvPicPr>
          <p:blipFill>
            <a:blip r:embed="rId43" cstate="print"/>
            <a:stretch>
              <a:fillRect/>
            </a:stretch>
          </p:blipFill>
          <p:spPr>
            <a:xfrm>
              <a:off x="4259464" y="3484413"/>
              <a:ext cx="2375840" cy="474989"/>
            </a:xfrm>
            <a:prstGeom prst="rect">
              <a:avLst/>
            </a:prstGeom>
          </p:spPr>
        </p:pic>
        <p:pic>
          <p:nvPicPr>
            <p:cNvPr id="56" name="object 56"/>
            <p:cNvPicPr/>
            <p:nvPr/>
          </p:nvPicPr>
          <p:blipFill>
            <a:blip r:embed="rId44" cstate="print"/>
            <a:stretch>
              <a:fillRect/>
            </a:stretch>
          </p:blipFill>
          <p:spPr>
            <a:xfrm>
              <a:off x="3879972" y="3794411"/>
              <a:ext cx="98406" cy="112658"/>
            </a:xfrm>
            <a:prstGeom prst="rect">
              <a:avLst/>
            </a:prstGeom>
          </p:spPr>
        </p:pic>
        <p:pic>
          <p:nvPicPr>
            <p:cNvPr id="57" name="object 57"/>
            <p:cNvPicPr/>
            <p:nvPr/>
          </p:nvPicPr>
          <p:blipFill>
            <a:blip r:embed="rId45" cstate="print"/>
            <a:stretch>
              <a:fillRect/>
            </a:stretch>
          </p:blipFill>
          <p:spPr>
            <a:xfrm>
              <a:off x="4002596" y="3762196"/>
              <a:ext cx="178699" cy="146885"/>
            </a:xfrm>
            <a:prstGeom prst="rect">
              <a:avLst/>
            </a:prstGeom>
          </p:spPr>
        </p:pic>
        <p:pic>
          <p:nvPicPr>
            <p:cNvPr id="58" name="object 58"/>
            <p:cNvPicPr/>
            <p:nvPr/>
          </p:nvPicPr>
          <p:blipFill>
            <a:blip r:embed="rId46" cstate="print"/>
            <a:stretch>
              <a:fillRect/>
            </a:stretch>
          </p:blipFill>
          <p:spPr>
            <a:xfrm>
              <a:off x="6703567" y="3792400"/>
              <a:ext cx="80310" cy="116681"/>
            </a:xfrm>
            <a:prstGeom prst="rect">
              <a:avLst/>
            </a:prstGeom>
          </p:spPr>
        </p:pic>
        <p:pic>
          <p:nvPicPr>
            <p:cNvPr id="59" name="object 59"/>
            <p:cNvPicPr/>
            <p:nvPr/>
          </p:nvPicPr>
          <p:blipFill>
            <a:blip r:embed="rId47" cstate="print"/>
            <a:stretch>
              <a:fillRect/>
            </a:stretch>
          </p:blipFill>
          <p:spPr>
            <a:xfrm>
              <a:off x="6803955" y="3792400"/>
              <a:ext cx="162761" cy="114670"/>
            </a:xfrm>
            <a:prstGeom prst="rect">
              <a:avLst/>
            </a:prstGeom>
          </p:spPr>
        </p:pic>
        <p:pic>
          <p:nvPicPr>
            <p:cNvPr id="60" name="object 60"/>
            <p:cNvPicPr/>
            <p:nvPr/>
          </p:nvPicPr>
          <p:blipFill>
            <a:blip r:embed="rId48" cstate="print"/>
            <a:stretch>
              <a:fillRect/>
            </a:stretch>
          </p:blipFill>
          <p:spPr>
            <a:xfrm>
              <a:off x="6990810" y="3792400"/>
              <a:ext cx="88341" cy="116681"/>
            </a:xfrm>
            <a:prstGeom prst="rect">
              <a:avLst/>
            </a:prstGeom>
          </p:spPr>
        </p:pic>
        <p:sp>
          <p:nvSpPr>
            <p:cNvPr id="61" name="object 61"/>
            <p:cNvSpPr/>
            <p:nvPr/>
          </p:nvSpPr>
          <p:spPr>
            <a:xfrm>
              <a:off x="7107250" y="3736047"/>
              <a:ext cx="78740" cy="171450"/>
            </a:xfrm>
            <a:custGeom>
              <a:avLst/>
              <a:gdLst/>
              <a:ahLst/>
              <a:cxnLst/>
              <a:rect l="l" t="t" r="r" b="b"/>
              <a:pathLst>
                <a:path w="78740" h="171450">
                  <a:moveTo>
                    <a:pt x="25971" y="169011"/>
                  </a:moveTo>
                  <a:lnTo>
                    <a:pt x="24892" y="154152"/>
                  </a:lnTo>
                  <a:lnTo>
                    <a:pt x="24333" y="137579"/>
                  </a:lnTo>
                  <a:lnTo>
                    <a:pt x="24091" y="0"/>
                  </a:lnTo>
                  <a:lnTo>
                    <a:pt x="13919" y="2019"/>
                  </a:lnTo>
                  <a:lnTo>
                    <a:pt x="9906" y="4025"/>
                  </a:lnTo>
                  <a:lnTo>
                    <a:pt x="0" y="4025"/>
                  </a:lnTo>
                  <a:lnTo>
                    <a:pt x="1092" y="27508"/>
                  </a:lnTo>
                  <a:lnTo>
                    <a:pt x="1638" y="49555"/>
                  </a:lnTo>
                  <a:lnTo>
                    <a:pt x="1841" y="121208"/>
                  </a:lnTo>
                  <a:lnTo>
                    <a:pt x="1638" y="141605"/>
                  </a:lnTo>
                  <a:lnTo>
                    <a:pt x="1092" y="157099"/>
                  </a:lnTo>
                  <a:lnTo>
                    <a:pt x="0" y="169011"/>
                  </a:lnTo>
                  <a:lnTo>
                    <a:pt x="1879" y="171030"/>
                  </a:lnTo>
                  <a:lnTo>
                    <a:pt x="24091" y="171030"/>
                  </a:lnTo>
                  <a:lnTo>
                    <a:pt x="25971" y="169011"/>
                  </a:lnTo>
                  <a:close/>
                </a:path>
                <a:path w="78740" h="171450">
                  <a:moveTo>
                    <a:pt x="78168" y="0"/>
                  </a:moveTo>
                  <a:lnTo>
                    <a:pt x="66128" y="2019"/>
                  </a:lnTo>
                  <a:lnTo>
                    <a:pt x="64249" y="4025"/>
                  </a:lnTo>
                  <a:lnTo>
                    <a:pt x="54076" y="4025"/>
                  </a:lnTo>
                  <a:lnTo>
                    <a:pt x="52209" y="6032"/>
                  </a:lnTo>
                  <a:lnTo>
                    <a:pt x="53289" y="27508"/>
                  </a:lnTo>
                  <a:lnTo>
                    <a:pt x="53848" y="49555"/>
                  </a:lnTo>
                  <a:lnTo>
                    <a:pt x="54076" y="171030"/>
                  </a:lnTo>
                  <a:lnTo>
                    <a:pt x="78168" y="171030"/>
                  </a:lnTo>
                  <a:lnTo>
                    <a:pt x="78168" y="169011"/>
                  </a:lnTo>
                  <a:lnTo>
                    <a:pt x="76593" y="116116"/>
                  </a:lnTo>
                  <a:lnTo>
                    <a:pt x="76327" y="65405"/>
                  </a:lnTo>
                  <a:lnTo>
                    <a:pt x="76530" y="44272"/>
                  </a:lnTo>
                  <a:lnTo>
                    <a:pt x="77089" y="23139"/>
                  </a:lnTo>
                  <a:lnTo>
                    <a:pt x="78168" y="0"/>
                  </a:lnTo>
                  <a:close/>
                </a:path>
              </a:pathLst>
            </a:custGeom>
            <a:solidFill>
              <a:srgbClr val="000000"/>
            </a:solidFill>
          </p:spPr>
          <p:txBody>
            <a:bodyPr wrap="square" lIns="0" tIns="0" rIns="0" bIns="0" rtlCol="0"/>
            <a:lstStyle/>
            <a:p>
              <a:endParaRPr/>
            </a:p>
          </p:txBody>
        </p:sp>
        <p:pic>
          <p:nvPicPr>
            <p:cNvPr id="62" name="object 62"/>
            <p:cNvPicPr/>
            <p:nvPr/>
          </p:nvPicPr>
          <p:blipFill>
            <a:blip r:embed="rId49" cstate="print"/>
            <a:stretch>
              <a:fillRect/>
            </a:stretch>
          </p:blipFill>
          <p:spPr>
            <a:xfrm>
              <a:off x="7271956" y="3792400"/>
              <a:ext cx="106484" cy="116681"/>
            </a:xfrm>
            <a:prstGeom prst="rect">
              <a:avLst/>
            </a:prstGeom>
          </p:spPr>
        </p:pic>
        <p:sp>
          <p:nvSpPr>
            <p:cNvPr id="63" name="object 63"/>
            <p:cNvSpPr/>
            <p:nvPr/>
          </p:nvSpPr>
          <p:spPr>
            <a:xfrm>
              <a:off x="7402533" y="3792400"/>
              <a:ext cx="56515" cy="114935"/>
            </a:xfrm>
            <a:custGeom>
              <a:avLst/>
              <a:gdLst/>
              <a:ahLst/>
              <a:cxnLst/>
              <a:rect l="l" t="t" r="r" b="b"/>
              <a:pathLst>
                <a:path w="56515" h="114935">
                  <a:moveTo>
                    <a:pt x="52201" y="0"/>
                  </a:moveTo>
                  <a:lnTo>
                    <a:pt x="48186" y="0"/>
                  </a:lnTo>
                  <a:lnTo>
                    <a:pt x="36971" y="2326"/>
                  </a:lnTo>
                  <a:lnTo>
                    <a:pt x="29748" y="8047"/>
                  </a:lnTo>
                  <a:lnTo>
                    <a:pt x="25184" y="15276"/>
                  </a:lnTo>
                  <a:lnTo>
                    <a:pt x="21951" y="22129"/>
                  </a:lnTo>
                  <a:lnTo>
                    <a:pt x="24093" y="4023"/>
                  </a:lnTo>
                  <a:lnTo>
                    <a:pt x="21951" y="2011"/>
                  </a:lnTo>
                  <a:lnTo>
                    <a:pt x="13920" y="4023"/>
                  </a:lnTo>
                  <a:lnTo>
                    <a:pt x="8031" y="4023"/>
                  </a:lnTo>
                  <a:lnTo>
                    <a:pt x="0" y="6035"/>
                  </a:lnTo>
                  <a:lnTo>
                    <a:pt x="0" y="114670"/>
                  </a:lnTo>
                  <a:lnTo>
                    <a:pt x="24093" y="114670"/>
                  </a:lnTo>
                  <a:lnTo>
                    <a:pt x="25966" y="112658"/>
                  </a:lnTo>
                  <a:lnTo>
                    <a:pt x="24883" y="103416"/>
                  </a:lnTo>
                  <a:lnTo>
                    <a:pt x="24327" y="93043"/>
                  </a:lnTo>
                  <a:lnTo>
                    <a:pt x="24093" y="64376"/>
                  </a:lnTo>
                  <a:lnTo>
                    <a:pt x="24218" y="49916"/>
                  </a:lnTo>
                  <a:lnTo>
                    <a:pt x="25096" y="39229"/>
                  </a:lnTo>
                  <a:lnTo>
                    <a:pt x="27481" y="31559"/>
                  </a:lnTo>
                  <a:lnTo>
                    <a:pt x="32124" y="26152"/>
                  </a:lnTo>
                  <a:lnTo>
                    <a:pt x="33997" y="26152"/>
                  </a:lnTo>
                  <a:lnTo>
                    <a:pt x="38013" y="24141"/>
                  </a:lnTo>
                  <a:lnTo>
                    <a:pt x="48186" y="24141"/>
                  </a:lnTo>
                  <a:lnTo>
                    <a:pt x="50059" y="26152"/>
                  </a:lnTo>
                  <a:lnTo>
                    <a:pt x="52201" y="24141"/>
                  </a:lnTo>
                  <a:lnTo>
                    <a:pt x="52201" y="16094"/>
                  </a:lnTo>
                  <a:lnTo>
                    <a:pt x="54075" y="14082"/>
                  </a:lnTo>
                  <a:lnTo>
                    <a:pt x="56217" y="2011"/>
                  </a:lnTo>
                  <a:lnTo>
                    <a:pt x="52201" y="2011"/>
                  </a:lnTo>
                  <a:lnTo>
                    <a:pt x="52201" y="0"/>
                  </a:lnTo>
                  <a:close/>
                </a:path>
              </a:pathLst>
            </a:custGeom>
            <a:solidFill>
              <a:srgbClr val="000000"/>
            </a:solidFill>
          </p:spPr>
          <p:txBody>
            <a:bodyPr wrap="square" lIns="0" tIns="0" rIns="0" bIns="0" rtlCol="0"/>
            <a:lstStyle/>
            <a:p>
              <a:endParaRPr/>
            </a:p>
          </p:txBody>
        </p:sp>
        <p:pic>
          <p:nvPicPr>
            <p:cNvPr id="64" name="object 64"/>
            <p:cNvPicPr/>
            <p:nvPr/>
          </p:nvPicPr>
          <p:blipFill>
            <a:blip r:embed="rId50" cstate="print"/>
            <a:stretch>
              <a:fillRect/>
            </a:stretch>
          </p:blipFill>
          <p:spPr>
            <a:xfrm>
              <a:off x="2966204" y="3991591"/>
              <a:ext cx="100414" cy="173038"/>
            </a:xfrm>
            <a:prstGeom prst="rect">
              <a:avLst/>
            </a:prstGeom>
          </p:spPr>
        </p:pic>
        <p:pic>
          <p:nvPicPr>
            <p:cNvPr id="65" name="object 65"/>
            <p:cNvPicPr/>
            <p:nvPr/>
          </p:nvPicPr>
          <p:blipFill>
            <a:blip r:embed="rId51" cstate="print"/>
            <a:stretch>
              <a:fillRect/>
            </a:stretch>
          </p:blipFill>
          <p:spPr>
            <a:xfrm>
              <a:off x="3090711" y="4047920"/>
              <a:ext cx="317305" cy="116708"/>
            </a:xfrm>
            <a:prstGeom prst="rect">
              <a:avLst/>
            </a:prstGeom>
          </p:spPr>
        </p:pic>
        <p:sp>
          <p:nvSpPr>
            <p:cNvPr id="66" name="object 66"/>
            <p:cNvSpPr/>
            <p:nvPr/>
          </p:nvSpPr>
          <p:spPr>
            <a:xfrm>
              <a:off x="3428120" y="4136464"/>
              <a:ext cx="26670" cy="26670"/>
            </a:xfrm>
            <a:custGeom>
              <a:avLst/>
              <a:gdLst/>
              <a:ahLst/>
              <a:cxnLst/>
              <a:rect l="l" t="t" r="r" b="b"/>
              <a:pathLst>
                <a:path w="26670" h="26670">
                  <a:moveTo>
                    <a:pt x="26100" y="0"/>
                  </a:moveTo>
                  <a:lnTo>
                    <a:pt x="2007" y="0"/>
                  </a:lnTo>
                  <a:lnTo>
                    <a:pt x="0" y="2011"/>
                  </a:lnTo>
                  <a:lnTo>
                    <a:pt x="0" y="24141"/>
                  </a:lnTo>
                  <a:lnTo>
                    <a:pt x="2007" y="26152"/>
                  </a:lnTo>
                  <a:lnTo>
                    <a:pt x="14054" y="26152"/>
                  </a:lnTo>
                  <a:lnTo>
                    <a:pt x="24093" y="24141"/>
                  </a:lnTo>
                  <a:lnTo>
                    <a:pt x="26100" y="22129"/>
                  </a:lnTo>
                  <a:lnTo>
                    <a:pt x="26100" y="0"/>
                  </a:lnTo>
                  <a:close/>
                </a:path>
              </a:pathLst>
            </a:custGeom>
            <a:solidFill>
              <a:srgbClr val="000000"/>
            </a:solidFill>
          </p:spPr>
          <p:txBody>
            <a:bodyPr wrap="square" lIns="0" tIns="0" rIns="0" bIns="0" rtlCol="0"/>
            <a:lstStyle/>
            <a:p>
              <a:endParaRPr/>
            </a:p>
          </p:txBody>
        </p:sp>
        <p:pic>
          <p:nvPicPr>
            <p:cNvPr id="67" name="object 67"/>
            <p:cNvPicPr/>
            <p:nvPr/>
          </p:nvPicPr>
          <p:blipFill>
            <a:blip r:embed="rId52" cstate="print"/>
            <a:stretch>
              <a:fillRect/>
            </a:stretch>
          </p:blipFill>
          <p:spPr>
            <a:xfrm>
              <a:off x="3024455" y="4247138"/>
              <a:ext cx="176708" cy="171026"/>
            </a:xfrm>
            <a:prstGeom prst="rect">
              <a:avLst/>
            </a:prstGeom>
          </p:spPr>
        </p:pic>
        <p:pic>
          <p:nvPicPr>
            <p:cNvPr id="68" name="object 68"/>
            <p:cNvPicPr/>
            <p:nvPr/>
          </p:nvPicPr>
          <p:blipFill>
            <a:blip r:embed="rId53" cstate="print"/>
            <a:stretch>
              <a:fillRect/>
            </a:stretch>
          </p:blipFill>
          <p:spPr>
            <a:xfrm>
              <a:off x="3225284" y="4303467"/>
              <a:ext cx="98406" cy="114697"/>
            </a:xfrm>
            <a:prstGeom prst="rect">
              <a:avLst/>
            </a:prstGeom>
          </p:spPr>
        </p:pic>
        <p:sp>
          <p:nvSpPr>
            <p:cNvPr id="69" name="object 69"/>
            <p:cNvSpPr/>
            <p:nvPr/>
          </p:nvSpPr>
          <p:spPr>
            <a:xfrm>
              <a:off x="4379929" y="4251161"/>
              <a:ext cx="26670" cy="165100"/>
            </a:xfrm>
            <a:custGeom>
              <a:avLst/>
              <a:gdLst/>
              <a:ahLst/>
              <a:cxnLst/>
              <a:rect l="l" t="t" r="r" b="b"/>
              <a:pathLst>
                <a:path w="26670" h="165100">
                  <a:moveTo>
                    <a:pt x="24093" y="52305"/>
                  </a:moveTo>
                  <a:lnTo>
                    <a:pt x="14188" y="54317"/>
                  </a:lnTo>
                  <a:lnTo>
                    <a:pt x="10172" y="56329"/>
                  </a:lnTo>
                  <a:lnTo>
                    <a:pt x="2141" y="56329"/>
                  </a:lnTo>
                  <a:lnTo>
                    <a:pt x="0" y="58340"/>
                  </a:lnTo>
                  <a:lnTo>
                    <a:pt x="1238" y="67205"/>
                  </a:lnTo>
                  <a:lnTo>
                    <a:pt x="1873" y="77955"/>
                  </a:lnTo>
                  <a:lnTo>
                    <a:pt x="2108" y="93986"/>
                  </a:lnTo>
                  <a:lnTo>
                    <a:pt x="2141" y="164991"/>
                  </a:lnTo>
                  <a:lnTo>
                    <a:pt x="26234" y="164991"/>
                  </a:lnTo>
                  <a:lnTo>
                    <a:pt x="26234" y="54317"/>
                  </a:lnTo>
                  <a:lnTo>
                    <a:pt x="24093" y="52305"/>
                  </a:lnTo>
                  <a:close/>
                </a:path>
                <a:path w="26670" h="165100">
                  <a:moveTo>
                    <a:pt x="26234" y="0"/>
                  </a:moveTo>
                  <a:lnTo>
                    <a:pt x="16062" y="2011"/>
                  </a:lnTo>
                  <a:lnTo>
                    <a:pt x="2141" y="2011"/>
                  </a:lnTo>
                  <a:lnTo>
                    <a:pt x="0" y="4023"/>
                  </a:lnTo>
                  <a:lnTo>
                    <a:pt x="0" y="8047"/>
                  </a:lnTo>
                  <a:lnTo>
                    <a:pt x="2141" y="12070"/>
                  </a:lnTo>
                  <a:lnTo>
                    <a:pt x="2141" y="20117"/>
                  </a:lnTo>
                  <a:lnTo>
                    <a:pt x="0" y="24141"/>
                  </a:lnTo>
                  <a:lnTo>
                    <a:pt x="26234" y="24141"/>
                  </a:lnTo>
                  <a:lnTo>
                    <a:pt x="26234" y="0"/>
                  </a:lnTo>
                  <a:close/>
                </a:path>
              </a:pathLst>
            </a:custGeom>
            <a:solidFill>
              <a:srgbClr val="000000"/>
            </a:solidFill>
          </p:spPr>
          <p:txBody>
            <a:bodyPr wrap="square" lIns="0" tIns="0" rIns="0" bIns="0" rtlCol="0"/>
            <a:lstStyle/>
            <a:p>
              <a:endParaRPr/>
            </a:p>
          </p:txBody>
        </p:sp>
        <p:pic>
          <p:nvPicPr>
            <p:cNvPr id="70" name="object 70"/>
            <p:cNvPicPr/>
            <p:nvPr/>
          </p:nvPicPr>
          <p:blipFill>
            <a:blip r:embed="rId54" cstate="print"/>
            <a:stretch>
              <a:fillRect/>
            </a:stretch>
          </p:blipFill>
          <p:spPr>
            <a:xfrm>
              <a:off x="4430256" y="4247138"/>
              <a:ext cx="100387" cy="171026"/>
            </a:xfrm>
            <a:prstGeom prst="rect">
              <a:avLst/>
            </a:prstGeom>
          </p:spPr>
        </p:pic>
        <p:pic>
          <p:nvPicPr>
            <p:cNvPr id="71" name="object 71"/>
            <p:cNvPicPr/>
            <p:nvPr/>
          </p:nvPicPr>
          <p:blipFill>
            <a:blip r:embed="rId55" cstate="print"/>
            <a:stretch>
              <a:fillRect/>
            </a:stretch>
          </p:blipFill>
          <p:spPr>
            <a:xfrm>
              <a:off x="4609080" y="4249149"/>
              <a:ext cx="176682" cy="169014"/>
            </a:xfrm>
            <a:prstGeom prst="rect">
              <a:avLst/>
            </a:prstGeom>
          </p:spPr>
        </p:pic>
        <p:sp>
          <p:nvSpPr>
            <p:cNvPr id="72" name="object 72"/>
            <p:cNvSpPr/>
            <p:nvPr/>
          </p:nvSpPr>
          <p:spPr>
            <a:xfrm>
              <a:off x="4809856" y="4303467"/>
              <a:ext cx="56515" cy="113030"/>
            </a:xfrm>
            <a:custGeom>
              <a:avLst/>
              <a:gdLst/>
              <a:ahLst/>
              <a:cxnLst/>
              <a:rect l="l" t="t" r="r" b="b"/>
              <a:pathLst>
                <a:path w="56514" h="113029">
                  <a:moveTo>
                    <a:pt x="21951" y="0"/>
                  </a:moveTo>
                  <a:lnTo>
                    <a:pt x="13920" y="2011"/>
                  </a:lnTo>
                  <a:lnTo>
                    <a:pt x="8031" y="4023"/>
                  </a:lnTo>
                  <a:lnTo>
                    <a:pt x="0" y="4023"/>
                  </a:lnTo>
                  <a:lnTo>
                    <a:pt x="56" y="7795"/>
                  </a:lnTo>
                  <a:lnTo>
                    <a:pt x="292" y="15119"/>
                  </a:lnTo>
                  <a:lnTo>
                    <a:pt x="947" y="26152"/>
                  </a:lnTo>
                  <a:lnTo>
                    <a:pt x="1581" y="40832"/>
                  </a:lnTo>
                  <a:lnTo>
                    <a:pt x="1873" y="62364"/>
                  </a:lnTo>
                  <a:lnTo>
                    <a:pt x="1873" y="112685"/>
                  </a:lnTo>
                  <a:lnTo>
                    <a:pt x="24093" y="112685"/>
                  </a:lnTo>
                  <a:lnTo>
                    <a:pt x="25966" y="110673"/>
                  </a:lnTo>
                  <a:lnTo>
                    <a:pt x="24883" y="102280"/>
                  </a:lnTo>
                  <a:lnTo>
                    <a:pt x="24327" y="91809"/>
                  </a:lnTo>
                  <a:lnTo>
                    <a:pt x="24122" y="78694"/>
                  </a:lnTo>
                  <a:lnTo>
                    <a:pt x="24218" y="48219"/>
                  </a:lnTo>
                  <a:lnTo>
                    <a:pt x="25096" y="38223"/>
                  </a:lnTo>
                  <a:lnTo>
                    <a:pt x="27481" y="31245"/>
                  </a:lnTo>
                  <a:lnTo>
                    <a:pt x="32124" y="26152"/>
                  </a:lnTo>
                  <a:lnTo>
                    <a:pt x="33997" y="24141"/>
                  </a:lnTo>
                  <a:lnTo>
                    <a:pt x="38013" y="22129"/>
                  </a:lnTo>
                  <a:lnTo>
                    <a:pt x="52576" y="22129"/>
                  </a:lnTo>
                  <a:lnTo>
                    <a:pt x="52951" y="20117"/>
                  </a:lnTo>
                  <a:lnTo>
                    <a:pt x="24093" y="20117"/>
                  </a:lnTo>
                  <a:lnTo>
                    <a:pt x="24093" y="2011"/>
                  </a:lnTo>
                  <a:lnTo>
                    <a:pt x="21951" y="0"/>
                  </a:lnTo>
                  <a:close/>
                </a:path>
                <a:path w="56514" h="113029">
                  <a:moveTo>
                    <a:pt x="52576" y="22129"/>
                  </a:moveTo>
                  <a:lnTo>
                    <a:pt x="46044" y="22129"/>
                  </a:lnTo>
                  <a:lnTo>
                    <a:pt x="48186" y="24141"/>
                  </a:lnTo>
                  <a:lnTo>
                    <a:pt x="52201" y="24141"/>
                  </a:lnTo>
                  <a:lnTo>
                    <a:pt x="52576" y="22129"/>
                  </a:lnTo>
                  <a:close/>
                </a:path>
                <a:path w="56514" h="113029">
                  <a:moveTo>
                    <a:pt x="54075" y="0"/>
                  </a:moveTo>
                  <a:lnTo>
                    <a:pt x="48186" y="0"/>
                  </a:lnTo>
                  <a:lnTo>
                    <a:pt x="37005" y="2294"/>
                  </a:lnTo>
                  <a:lnTo>
                    <a:pt x="30015" y="7795"/>
                  </a:lnTo>
                  <a:lnTo>
                    <a:pt x="26088" y="14428"/>
                  </a:lnTo>
                  <a:lnTo>
                    <a:pt x="24093" y="20117"/>
                  </a:lnTo>
                  <a:lnTo>
                    <a:pt x="52951" y="20117"/>
                  </a:lnTo>
                  <a:lnTo>
                    <a:pt x="54011" y="14428"/>
                  </a:lnTo>
                  <a:lnTo>
                    <a:pt x="54075" y="12070"/>
                  </a:lnTo>
                  <a:lnTo>
                    <a:pt x="56217" y="2011"/>
                  </a:lnTo>
                  <a:lnTo>
                    <a:pt x="54075" y="0"/>
                  </a:lnTo>
                  <a:close/>
                </a:path>
              </a:pathLst>
            </a:custGeom>
            <a:solidFill>
              <a:srgbClr val="000000"/>
            </a:solidFill>
          </p:spPr>
          <p:txBody>
            <a:bodyPr wrap="square" lIns="0" tIns="0" rIns="0" bIns="0" rtlCol="0"/>
            <a:lstStyle/>
            <a:p>
              <a:endParaRPr/>
            </a:p>
          </p:txBody>
        </p:sp>
        <p:pic>
          <p:nvPicPr>
            <p:cNvPr id="73" name="object 73"/>
            <p:cNvPicPr/>
            <p:nvPr/>
          </p:nvPicPr>
          <p:blipFill>
            <a:blip r:embed="rId56" cstate="print"/>
            <a:stretch>
              <a:fillRect/>
            </a:stretch>
          </p:blipFill>
          <p:spPr>
            <a:xfrm>
              <a:off x="4930321" y="4247138"/>
              <a:ext cx="176682" cy="171026"/>
            </a:xfrm>
            <a:prstGeom prst="rect">
              <a:avLst/>
            </a:prstGeom>
          </p:spPr>
        </p:pic>
        <p:pic>
          <p:nvPicPr>
            <p:cNvPr id="74" name="object 74"/>
            <p:cNvPicPr/>
            <p:nvPr/>
          </p:nvPicPr>
          <p:blipFill>
            <a:blip r:embed="rId57" cstate="print"/>
            <a:stretch>
              <a:fillRect/>
            </a:stretch>
          </p:blipFill>
          <p:spPr>
            <a:xfrm>
              <a:off x="5131096" y="4303467"/>
              <a:ext cx="98513" cy="114697"/>
            </a:xfrm>
            <a:prstGeom prst="rect">
              <a:avLst/>
            </a:prstGeom>
          </p:spPr>
        </p:pic>
        <p:pic>
          <p:nvPicPr>
            <p:cNvPr id="75" name="object 75"/>
            <p:cNvPicPr/>
            <p:nvPr/>
          </p:nvPicPr>
          <p:blipFill>
            <a:blip r:embed="rId58" cstate="print"/>
            <a:stretch>
              <a:fillRect/>
            </a:stretch>
          </p:blipFill>
          <p:spPr>
            <a:xfrm>
              <a:off x="6062960" y="4247138"/>
              <a:ext cx="102529" cy="171026"/>
            </a:xfrm>
            <a:prstGeom prst="rect">
              <a:avLst/>
            </a:prstGeom>
          </p:spPr>
        </p:pic>
        <p:pic>
          <p:nvPicPr>
            <p:cNvPr id="76" name="object 76"/>
            <p:cNvPicPr/>
            <p:nvPr/>
          </p:nvPicPr>
          <p:blipFill>
            <a:blip r:embed="rId59" cstate="print"/>
            <a:stretch>
              <a:fillRect/>
            </a:stretch>
          </p:blipFill>
          <p:spPr>
            <a:xfrm>
              <a:off x="6193598" y="4303467"/>
              <a:ext cx="166509" cy="114697"/>
            </a:xfrm>
            <a:prstGeom prst="rect">
              <a:avLst/>
            </a:prstGeom>
          </p:spPr>
        </p:pic>
        <p:pic>
          <p:nvPicPr>
            <p:cNvPr id="77" name="object 77"/>
            <p:cNvPicPr/>
            <p:nvPr/>
          </p:nvPicPr>
          <p:blipFill>
            <a:blip r:embed="rId60" cstate="print"/>
            <a:stretch>
              <a:fillRect/>
            </a:stretch>
          </p:blipFill>
          <p:spPr>
            <a:xfrm>
              <a:off x="6382327" y="4305479"/>
              <a:ext cx="100387" cy="164991"/>
            </a:xfrm>
            <a:prstGeom prst="rect">
              <a:avLst/>
            </a:prstGeom>
          </p:spPr>
        </p:pic>
        <p:pic>
          <p:nvPicPr>
            <p:cNvPr id="78" name="object 78"/>
            <p:cNvPicPr/>
            <p:nvPr/>
          </p:nvPicPr>
          <p:blipFill>
            <a:blip r:embed="rId61" cstate="print"/>
            <a:stretch>
              <a:fillRect/>
            </a:stretch>
          </p:blipFill>
          <p:spPr>
            <a:xfrm>
              <a:off x="2444054" y="3991591"/>
              <a:ext cx="935853" cy="937640"/>
            </a:xfrm>
            <a:prstGeom prst="rect">
              <a:avLst/>
            </a:prstGeom>
          </p:spPr>
        </p:pic>
        <p:pic>
          <p:nvPicPr>
            <p:cNvPr id="79" name="object 79"/>
            <p:cNvPicPr/>
            <p:nvPr/>
          </p:nvPicPr>
          <p:blipFill>
            <a:blip r:embed="rId62" cstate="print"/>
            <a:stretch>
              <a:fillRect/>
            </a:stretch>
          </p:blipFill>
          <p:spPr>
            <a:xfrm>
              <a:off x="3154986" y="4500646"/>
              <a:ext cx="174728" cy="171026"/>
            </a:xfrm>
            <a:prstGeom prst="rect">
              <a:avLst/>
            </a:prstGeom>
          </p:spPr>
        </p:pic>
        <p:pic>
          <p:nvPicPr>
            <p:cNvPr id="80" name="object 80"/>
            <p:cNvPicPr/>
            <p:nvPr/>
          </p:nvPicPr>
          <p:blipFill>
            <a:blip r:embed="rId63" cstate="print"/>
            <a:stretch>
              <a:fillRect/>
            </a:stretch>
          </p:blipFill>
          <p:spPr>
            <a:xfrm>
              <a:off x="3353807" y="4557002"/>
              <a:ext cx="98406" cy="116681"/>
            </a:xfrm>
            <a:prstGeom prst="rect">
              <a:avLst/>
            </a:prstGeom>
          </p:spPr>
        </p:pic>
        <p:pic>
          <p:nvPicPr>
            <p:cNvPr id="81" name="object 81"/>
            <p:cNvPicPr/>
            <p:nvPr/>
          </p:nvPicPr>
          <p:blipFill>
            <a:blip r:embed="rId64" cstate="print"/>
            <a:stretch>
              <a:fillRect/>
            </a:stretch>
          </p:blipFill>
          <p:spPr>
            <a:xfrm>
              <a:off x="4934336" y="4251161"/>
              <a:ext cx="1058219" cy="422522"/>
            </a:xfrm>
            <a:prstGeom prst="rect">
              <a:avLst/>
            </a:prstGeom>
          </p:spPr>
        </p:pic>
        <p:pic>
          <p:nvPicPr>
            <p:cNvPr id="82" name="object 82"/>
            <p:cNvPicPr/>
            <p:nvPr/>
          </p:nvPicPr>
          <p:blipFill>
            <a:blip r:embed="rId65" cstate="print"/>
            <a:stretch>
              <a:fillRect/>
            </a:stretch>
          </p:blipFill>
          <p:spPr>
            <a:xfrm>
              <a:off x="4504409" y="4557002"/>
              <a:ext cx="90482" cy="116681"/>
            </a:xfrm>
            <a:prstGeom prst="rect">
              <a:avLst/>
            </a:prstGeom>
          </p:spPr>
        </p:pic>
        <p:pic>
          <p:nvPicPr>
            <p:cNvPr id="83" name="object 83"/>
            <p:cNvPicPr/>
            <p:nvPr/>
          </p:nvPicPr>
          <p:blipFill>
            <a:blip r:embed="rId66" cstate="print"/>
            <a:stretch>
              <a:fillRect/>
            </a:stretch>
          </p:blipFill>
          <p:spPr>
            <a:xfrm>
              <a:off x="3395970" y="4247138"/>
              <a:ext cx="1401839" cy="682093"/>
            </a:xfrm>
            <a:prstGeom prst="rect">
              <a:avLst/>
            </a:prstGeom>
          </p:spPr>
        </p:pic>
        <p:pic>
          <p:nvPicPr>
            <p:cNvPr id="84" name="object 84"/>
            <p:cNvPicPr/>
            <p:nvPr/>
          </p:nvPicPr>
          <p:blipFill>
            <a:blip r:embed="rId67" cstate="print"/>
            <a:stretch>
              <a:fillRect/>
            </a:stretch>
          </p:blipFill>
          <p:spPr>
            <a:xfrm>
              <a:off x="4621127" y="4559014"/>
              <a:ext cx="98246" cy="112658"/>
            </a:xfrm>
            <a:prstGeom prst="rect">
              <a:avLst/>
            </a:prstGeom>
          </p:spPr>
        </p:pic>
        <p:pic>
          <p:nvPicPr>
            <p:cNvPr id="85" name="object 85"/>
            <p:cNvPicPr/>
            <p:nvPr/>
          </p:nvPicPr>
          <p:blipFill>
            <a:blip r:embed="rId68" cstate="print"/>
            <a:stretch>
              <a:fillRect/>
            </a:stretch>
          </p:blipFill>
          <p:spPr>
            <a:xfrm>
              <a:off x="4741592" y="4500646"/>
              <a:ext cx="102261" cy="173038"/>
            </a:xfrm>
            <a:prstGeom prst="rect">
              <a:avLst/>
            </a:prstGeom>
          </p:spPr>
        </p:pic>
        <p:pic>
          <p:nvPicPr>
            <p:cNvPr id="86" name="object 86"/>
            <p:cNvPicPr/>
            <p:nvPr/>
          </p:nvPicPr>
          <p:blipFill>
            <a:blip r:embed="rId69" cstate="print"/>
            <a:stretch>
              <a:fillRect/>
            </a:stretch>
          </p:blipFill>
          <p:spPr>
            <a:xfrm>
              <a:off x="6076881" y="4303467"/>
              <a:ext cx="1373837" cy="370217"/>
            </a:xfrm>
            <a:prstGeom prst="rect">
              <a:avLst/>
            </a:prstGeom>
          </p:spPr>
        </p:pic>
        <p:pic>
          <p:nvPicPr>
            <p:cNvPr id="87" name="object 87"/>
            <p:cNvPicPr/>
            <p:nvPr/>
          </p:nvPicPr>
          <p:blipFill>
            <a:blip r:embed="rId70" cstate="print"/>
            <a:stretch>
              <a:fillRect/>
            </a:stretch>
          </p:blipFill>
          <p:spPr>
            <a:xfrm>
              <a:off x="4886150" y="4756193"/>
              <a:ext cx="100387" cy="173038"/>
            </a:xfrm>
            <a:prstGeom prst="rect">
              <a:avLst/>
            </a:prstGeom>
          </p:spPr>
        </p:pic>
        <p:pic>
          <p:nvPicPr>
            <p:cNvPr id="88" name="object 88"/>
            <p:cNvPicPr/>
            <p:nvPr/>
          </p:nvPicPr>
          <p:blipFill>
            <a:blip r:embed="rId71" cstate="print"/>
            <a:stretch>
              <a:fillRect/>
            </a:stretch>
          </p:blipFill>
          <p:spPr>
            <a:xfrm>
              <a:off x="5010630" y="4812522"/>
              <a:ext cx="316246" cy="116708"/>
            </a:xfrm>
            <a:prstGeom prst="rect">
              <a:avLst/>
            </a:prstGeom>
          </p:spPr>
        </p:pic>
        <p:sp>
          <p:nvSpPr>
            <p:cNvPr id="89" name="object 89"/>
            <p:cNvSpPr/>
            <p:nvPr/>
          </p:nvSpPr>
          <p:spPr>
            <a:xfrm>
              <a:off x="5346059" y="4901066"/>
              <a:ext cx="28575" cy="26670"/>
            </a:xfrm>
            <a:custGeom>
              <a:avLst/>
              <a:gdLst/>
              <a:ahLst/>
              <a:cxnLst/>
              <a:rect l="l" t="t" r="r" b="b"/>
              <a:pathLst>
                <a:path w="28575" h="26670">
                  <a:moveTo>
                    <a:pt x="28108" y="0"/>
                  </a:moveTo>
                  <a:lnTo>
                    <a:pt x="1873" y="0"/>
                  </a:lnTo>
                  <a:lnTo>
                    <a:pt x="0" y="2011"/>
                  </a:lnTo>
                  <a:lnTo>
                    <a:pt x="0" y="24141"/>
                  </a:lnTo>
                  <a:lnTo>
                    <a:pt x="1873" y="26152"/>
                  </a:lnTo>
                  <a:lnTo>
                    <a:pt x="13920" y="26152"/>
                  </a:lnTo>
                  <a:lnTo>
                    <a:pt x="25966" y="24141"/>
                  </a:lnTo>
                  <a:lnTo>
                    <a:pt x="28108" y="22129"/>
                  </a:lnTo>
                  <a:lnTo>
                    <a:pt x="25966" y="14082"/>
                  </a:lnTo>
                  <a:lnTo>
                    <a:pt x="25966" y="10058"/>
                  </a:lnTo>
                  <a:lnTo>
                    <a:pt x="28108" y="0"/>
                  </a:lnTo>
                  <a:close/>
                </a:path>
              </a:pathLst>
            </a:custGeom>
            <a:solidFill>
              <a:srgbClr val="000000"/>
            </a:solidFill>
          </p:spPr>
          <p:txBody>
            <a:bodyPr wrap="square" lIns="0" tIns="0" rIns="0" bIns="0" rtlCol="0"/>
            <a:lstStyle/>
            <a:p>
              <a:endParaRPr/>
            </a:p>
          </p:txBody>
        </p:sp>
        <p:pic>
          <p:nvPicPr>
            <p:cNvPr id="90" name="object 90"/>
            <p:cNvPicPr/>
            <p:nvPr/>
          </p:nvPicPr>
          <p:blipFill>
            <a:blip r:embed="rId72" cstate="print"/>
            <a:stretch>
              <a:fillRect/>
            </a:stretch>
          </p:blipFill>
          <p:spPr>
            <a:xfrm>
              <a:off x="2440039" y="5027834"/>
              <a:ext cx="118484" cy="156943"/>
            </a:xfrm>
            <a:prstGeom prst="rect">
              <a:avLst/>
            </a:prstGeom>
          </p:spPr>
        </p:pic>
        <p:pic>
          <p:nvPicPr>
            <p:cNvPr id="91" name="object 91"/>
            <p:cNvPicPr/>
            <p:nvPr/>
          </p:nvPicPr>
          <p:blipFill>
            <a:blip r:embed="rId73" cstate="print"/>
            <a:stretch>
              <a:fillRect/>
            </a:stretch>
          </p:blipFill>
          <p:spPr>
            <a:xfrm>
              <a:off x="2578627" y="5011740"/>
              <a:ext cx="96398" cy="169014"/>
            </a:xfrm>
            <a:prstGeom prst="rect">
              <a:avLst/>
            </a:prstGeom>
          </p:spPr>
        </p:pic>
        <p:pic>
          <p:nvPicPr>
            <p:cNvPr id="92" name="object 92"/>
            <p:cNvPicPr/>
            <p:nvPr/>
          </p:nvPicPr>
          <p:blipFill>
            <a:blip r:embed="rId74" cstate="print"/>
            <a:stretch>
              <a:fillRect/>
            </a:stretch>
          </p:blipFill>
          <p:spPr>
            <a:xfrm>
              <a:off x="2699119" y="5011740"/>
              <a:ext cx="311281" cy="171026"/>
            </a:xfrm>
            <a:prstGeom prst="rect">
              <a:avLst/>
            </a:prstGeom>
          </p:spPr>
        </p:pic>
        <p:pic>
          <p:nvPicPr>
            <p:cNvPr id="93" name="object 93"/>
            <p:cNvPicPr/>
            <p:nvPr/>
          </p:nvPicPr>
          <p:blipFill>
            <a:blip r:embed="rId75" cstate="print"/>
            <a:stretch>
              <a:fillRect/>
            </a:stretch>
          </p:blipFill>
          <p:spPr>
            <a:xfrm>
              <a:off x="3074649" y="5011740"/>
              <a:ext cx="176735" cy="171026"/>
            </a:xfrm>
            <a:prstGeom prst="rect">
              <a:avLst/>
            </a:prstGeom>
          </p:spPr>
        </p:pic>
        <p:pic>
          <p:nvPicPr>
            <p:cNvPr id="94" name="object 94"/>
            <p:cNvPicPr/>
            <p:nvPr/>
          </p:nvPicPr>
          <p:blipFill>
            <a:blip r:embed="rId76" cstate="print"/>
            <a:stretch>
              <a:fillRect/>
            </a:stretch>
          </p:blipFill>
          <p:spPr>
            <a:xfrm>
              <a:off x="3273470" y="5068069"/>
              <a:ext cx="98532" cy="114697"/>
            </a:xfrm>
            <a:prstGeom prst="rect">
              <a:avLst/>
            </a:prstGeom>
          </p:spPr>
        </p:pic>
        <p:pic>
          <p:nvPicPr>
            <p:cNvPr id="95" name="object 95"/>
            <p:cNvPicPr/>
            <p:nvPr/>
          </p:nvPicPr>
          <p:blipFill>
            <a:blip r:embed="rId77" cstate="print"/>
            <a:stretch>
              <a:fillRect/>
            </a:stretch>
          </p:blipFill>
          <p:spPr>
            <a:xfrm>
              <a:off x="4510566" y="5011740"/>
              <a:ext cx="100387" cy="171026"/>
            </a:xfrm>
            <a:prstGeom prst="rect">
              <a:avLst/>
            </a:prstGeom>
          </p:spPr>
        </p:pic>
        <p:pic>
          <p:nvPicPr>
            <p:cNvPr id="96" name="object 96"/>
            <p:cNvPicPr/>
            <p:nvPr/>
          </p:nvPicPr>
          <p:blipFill>
            <a:blip r:embed="rId78" cstate="print"/>
            <a:stretch>
              <a:fillRect/>
            </a:stretch>
          </p:blipFill>
          <p:spPr>
            <a:xfrm>
              <a:off x="4635172" y="5068069"/>
              <a:ext cx="317099" cy="114697"/>
            </a:xfrm>
            <a:prstGeom prst="rect">
              <a:avLst/>
            </a:prstGeom>
          </p:spPr>
        </p:pic>
        <p:pic>
          <p:nvPicPr>
            <p:cNvPr id="97" name="object 97"/>
            <p:cNvPicPr/>
            <p:nvPr/>
          </p:nvPicPr>
          <p:blipFill>
            <a:blip r:embed="rId79" cstate="print"/>
            <a:stretch>
              <a:fillRect/>
            </a:stretch>
          </p:blipFill>
          <p:spPr>
            <a:xfrm>
              <a:off x="5759656" y="5011740"/>
              <a:ext cx="176682" cy="171026"/>
            </a:xfrm>
            <a:prstGeom prst="rect">
              <a:avLst/>
            </a:prstGeom>
          </p:spPr>
        </p:pic>
        <p:pic>
          <p:nvPicPr>
            <p:cNvPr id="98" name="object 98"/>
            <p:cNvPicPr/>
            <p:nvPr/>
          </p:nvPicPr>
          <p:blipFill>
            <a:blip r:embed="rId80" cstate="print"/>
            <a:stretch>
              <a:fillRect/>
            </a:stretch>
          </p:blipFill>
          <p:spPr>
            <a:xfrm>
              <a:off x="5960431" y="5068069"/>
              <a:ext cx="98513" cy="114697"/>
            </a:xfrm>
            <a:prstGeom prst="rect">
              <a:avLst/>
            </a:prstGeom>
          </p:spPr>
        </p:pic>
        <p:pic>
          <p:nvPicPr>
            <p:cNvPr id="99" name="object 99"/>
            <p:cNvPicPr/>
            <p:nvPr/>
          </p:nvPicPr>
          <p:blipFill>
            <a:blip r:embed="rId81" cstate="print"/>
            <a:stretch>
              <a:fillRect/>
            </a:stretch>
          </p:blipFill>
          <p:spPr>
            <a:xfrm>
              <a:off x="6143271" y="5068069"/>
              <a:ext cx="162761" cy="112685"/>
            </a:xfrm>
            <a:prstGeom prst="rect">
              <a:avLst/>
            </a:prstGeom>
          </p:spPr>
        </p:pic>
        <p:sp>
          <p:nvSpPr>
            <p:cNvPr id="100" name="object 100"/>
            <p:cNvSpPr/>
            <p:nvPr/>
          </p:nvSpPr>
          <p:spPr>
            <a:xfrm>
              <a:off x="6336015" y="5015763"/>
              <a:ext cx="26670" cy="165100"/>
            </a:xfrm>
            <a:custGeom>
              <a:avLst/>
              <a:gdLst/>
              <a:ahLst/>
              <a:cxnLst/>
              <a:rect l="l" t="t" r="r" b="b"/>
              <a:pathLst>
                <a:path w="26670" h="165100">
                  <a:moveTo>
                    <a:pt x="24093" y="52305"/>
                  </a:moveTo>
                  <a:lnTo>
                    <a:pt x="12046" y="54317"/>
                  </a:lnTo>
                  <a:lnTo>
                    <a:pt x="10172" y="56329"/>
                  </a:lnTo>
                  <a:lnTo>
                    <a:pt x="0" y="56329"/>
                  </a:lnTo>
                  <a:lnTo>
                    <a:pt x="0" y="58340"/>
                  </a:lnTo>
                  <a:lnTo>
                    <a:pt x="334" y="67205"/>
                  </a:lnTo>
                  <a:lnTo>
                    <a:pt x="1070" y="77958"/>
                  </a:lnTo>
                  <a:lnTo>
                    <a:pt x="1806" y="93998"/>
                  </a:lnTo>
                  <a:lnTo>
                    <a:pt x="2141" y="118720"/>
                  </a:lnTo>
                  <a:lnTo>
                    <a:pt x="1806" y="134437"/>
                  </a:lnTo>
                  <a:lnTo>
                    <a:pt x="1070" y="146382"/>
                  </a:lnTo>
                  <a:lnTo>
                    <a:pt x="334" y="156063"/>
                  </a:lnTo>
                  <a:lnTo>
                    <a:pt x="0" y="164991"/>
                  </a:lnTo>
                  <a:lnTo>
                    <a:pt x="24093" y="164991"/>
                  </a:lnTo>
                  <a:lnTo>
                    <a:pt x="26234" y="162979"/>
                  </a:lnTo>
                  <a:lnTo>
                    <a:pt x="24996" y="153580"/>
                  </a:lnTo>
                  <a:lnTo>
                    <a:pt x="24360" y="143612"/>
                  </a:lnTo>
                  <a:lnTo>
                    <a:pt x="24216" y="134437"/>
                  </a:lnTo>
                  <a:lnTo>
                    <a:pt x="24126" y="86285"/>
                  </a:lnTo>
                  <a:lnTo>
                    <a:pt x="24360" y="72674"/>
                  </a:lnTo>
                  <a:lnTo>
                    <a:pt x="24996" y="62458"/>
                  </a:lnTo>
                  <a:lnTo>
                    <a:pt x="26234" y="54317"/>
                  </a:lnTo>
                  <a:lnTo>
                    <a:pt x="24093" y="52305"/>
                  </a:lnTo>
                  <a:close/>
                </a:path>
                <a:path w="26670" h="165100">
                  <a:moveTo>
                    <a:pt x="24093" y="0"/>
                  </a:moveTo>
                  <a:lnTo>
                    <a:pt x="14188" y="2011"/>
                  </a:lnTo>
                  <a:lnTo>
                    <a:pt x="0" y="2011"/>
                  </a:lnTo>
                  <a:lnTo>
                    <a:pt x="0" y="24141"/>
                  </a:lnTo>
                  <a:lnTo>
                    <a:pt x="24093" y="24141"/>
                  </a:lnTo>
                  <a:lnTo>
                    <a:pt x="26234" y="22129"/>
                  </a:lnTo>
                  <a:lnTo>
                    <a:pt x="26234" y="2011"/>
                  </a:lnTo>
                  <a:lnTo>
                    <a:pt x="24093" y="0"/>
                  </a:lnTo>
                  <a:close/>
                </a:path>
              </a:pathLst>
            </a:custGeom>
            <a:solidFill>
              <a:srgbClr val="000000"/>
            </a:solidFill>
          </p:spPr>
          <p:txBody>
            <a:bodyPr wrap="square" lIns="0" tIns="0" rIns="0" bIns="0" rtlCol="0"/>
            <a:lstStyle/>
            <a:p>
              <a:endParaRPr/>
            </a:p>
          </p:txBody>
        </p:sp>
        <p:pic>
          <p:nvPicPr>
            <p:cNvPr id="101" name="object 101"/>
            <p:cNvPicPr/>
            <p:nvPr/>
          </p:nvPicPr>
          <p:blipFill>
            <a:blip r:embed="rId82" cstate="print"/>
            <a:stretch>
              <a:fillRect/>
            </a:stretch>
          </p:blipFill>
          <p:spPr>
            <a:xfrm>
              <a:off x="6388216" y="5068069"/>
              <a:ext cx="98513" cy="112685"/>
            </a:xfrm>
            <a:prstGeom prst="rect">
              <a:avLst/>
            </a:prstGeom>
          </p:spPr>
        </p:pic>
        <p:sp>
          <p:nvSpPr>
            <p:cNvPr id="102" name="object 102"/>
            <p:cNvSpPr/>
            <p:nvPr/>
          </p:nvSpPr>
          <p:spPr>
            <a:xfrm>
              <a:off x="6512697" y="5015763"/>
              <a:ext cx="28575" cy="165100"/>
            </a:xfrm>
            <a:custGeom>
              <a:avLst/>
              <a:gdLst/>
              <a:ahLst/>
              <a:cxnLst/>
              <a:rect l="l" t="t" r="r" b="b"/>
              <a:pathLst>
                <a:path w="28575" h="165100">
                  <a:moveTo>
                    <a:pt x="24093" y="52305"/>
                  </a:moveTo>
                  <a:lnTo>
                    <a:pt x="14188" y="54317"/>
                  </a:lnTo>
                  <a:lnTo>
                    <a:pt x="10172" y="56329"/>
                  </a:lnTo>
                  <a:lnTo>
                    <a:pt x="2141" y="56329"/>
                  </a:lnTo>
                  <a:lnTo>
                    <a:pt x="0" y="58340"/>
                  </a:lnTo>
                  <a:lnTo>
                    <a:pt x="1238" y="67205"/>
                  </a:lnTo>
                  <a:lnTo>
                    <a:pt x="1873" y="77958"/>
                  </a:lnTo>
                  <a:lnTo>
                    <a:pt x="2108" y="93998"/>
                  </a:lnTo>
                  <a:lnTo>
                    <a:pt x="2141" y="164991"/>
                  </a:lnTo>
                  <a:lnTo>
                    <a:pt x="26234" y="164991"/>
                  </a:lnTo>
                  <a:lnTo>
                    <a:pt x="26234" y="54317"/>
                  </a:lnTo>
                  <a:lnTo>
                    <a:pt x="24093" y="52305"/>
                  </a:lnTo>
                  <a:close/>
                </a:path>
                <a:path w="28575" h="165100">
                  <a:moveTo>
                    <a:pt x="26234" y="0"/>
                  </a:moveTo>
                  <a:lnTo>
                    <a:pt x="16062" y="2011"/>
                  </a:lnTo>
                  <a:lnTo>
                    <a:pt x="2141" y="2011"/>
                  </a:lnTo>
                  <a:lnTo>
                    <a:pt x="2141" y="24141"/>
                  </a:lnTo>
                  <a:lnTo>
                    <a:pt x="26234" y="24141"/>
                  </a:lnTo>
                  <a:lnTo>
                    <a:pt x="28108" y="22129"/>
                  </a:lnTo>
                  <a:lnTo>
                    <a:pt x="28108" y="2011"/>
                  </a:lnTo>
                  <a:lnTo>
                    <a:pt x="26234" y="0"/>
                  </a:lnTo>
                  <a:close/>
                </a:path>
              </a:pathLst>
            </a:custGeom>
            <a:solidFill>
              <a:srgbClr val="000000"/>
            </a:solidFill>
          </p:spPr>
          <p:txBody>
            <a:bodyPr wrap="square" lIns="0" tIns="0" rIns="0" bIns="0" rtlCol="0"/>
            <a:lstStyle/>
            <a:p>
              <a:endParaRPr/>
            </a:p>
          </p:txBody>
        </p:sp>
        <p:pic>
          <p:nvPicPr>
            <p:cNvPr id="103" name="object 103"/>
            <p:cNvPicPr/>
            <p:nvPr/>
          </p:nvPicPr>
          <p:blipFill>
            <a:blip r:embed="rId83" cstate="print"/>
            <a:stretch>
              <a:fillRect/>
            </a:stretch>
          </p:blipFill>
          <p:spPr>
            <a:xfrm>
              <a:off x="6567040" y="5068069"/>
              <a:ext cx="162761" cy="112685"/>
            </a:xfrm>
            <a:prstGeom prst="rect">
              <a:avLst/>
            </a:prstGeom>
          </p:spPr>
        </p:pic>
        <p:pic>
          <p:nvPicPr>
            <p:cNvPr id="104" name="object 104"/>
            <p:cNvPicPr/>
            <p:nvPr/>
          </p:nvPicPr>
          <p:blipFill>
            <a:blip r:embed="rId84" cstate="print"/>
            <a:stretch>
              <a:fillRect/>
            </a:stretch>
          </p:blipFill>
          <p:spPr>
            <a:xfrm>
              <a:off x="3456229" y="5011740"/>
              <a:ext cx="1299429" cy="426573"/>
            </a:xfrm>
            <a:prstGeom prst="rect">
              <a:avLst/>
            </a:prstGeom>
          </p:spPr>
        </p:pic>
        <p:pic>
          <p:nvPicPr>
            <p:cNvPr id="105" name="object 105"/>
            <p:cNvPicPr/>
            <p:nvPr/>
          </p:nvPicPr>
          <p:blipFill>
            <a:blip r:embed="rId85" cstate="print"/>
            <a:stretch>
              <a:fillRect/>
            </a:stretch>
          </p:blipFill>
          <p:spPr>
            <a:xfrm>
              <a:off x="6759784" y="5070081"/>
              <a:ext cx="96372" cy="112685"/>
            </a:xfrm>
            <a:prstGeom prst="rect">
              <a:avLst/>
            </a:prstGeom>
          </p:spPr>
        </p:pic>
        <p:pic>
          <p:nvPicPr>
            <p:cNvPr id="106" name="object 106"/>
            <p:cNvPicPr/>
            <p:nvPr/>
          </p:nvPicPr>
          <p:blipFill>
            <a:blip r:embed="rId86" cstate="print"/>
            <a:stretch>
              <a:fillRect/>
            </a:stretch>
          </p:blipFill>
          <p:spPr>
            <a:xfrm>
              <a:off x="6884265" y="5068069"/>
              <a:ext cx="162761" cy="112685"/>
            </a:xfrm>
            <a:prstGeom prst="rect">
              <a:avLst/>
            </a:prstGeom>
          </p:spPr>
        </p:pic>
        <p:pic>
          <p:nvPicPr>
            <p:cNvPr id="107" name="object 107"/>
            <p:cNvPicPr/>
            <p:nvPr/>
          </p:nvPicPr>
          <p:blipFill>
            <a:blip r:embed="rId87" cstate="print"/>
            <a:stretch>
              <a:fillRect/>
            </a:stretch>
          </p:blipFill>
          <p:spPr>
            <a:xfrm>
              <a:off x="7133226" y="5068069"/>
              <a:ext cx="90482" cy="114697"/>
            </a:xfrm>
            <a:prstGeom prst="rect">
              <a:avLst/>
            </a:prstGeom>
          </p:spPr>
        </p:pic>
        <p:pic>
          <p:nvPicPr>
            <p:cNvPr id="108" name="object 108"/>
            <p:cNvPicPr/>
            <p:nvPr/>
          </p:nvPicPr>
          <p:blipFill>
            <a:blip r:embed="rId88" cstate="print"/>
            <a:stretch>
              <a:fillRect/>
            </a:stretch>
          </p:blipFill>
          <p:spPr>
            <a:xfrm>
              <a:off x="7249943" y="5068069"/>
              <a:ext cx="98246" cy="112685"/>
            </a:xfrm>
            <a:prstGeom prst="rect">
              <a:avLst/>
            </a:prstGeom>
          </p:spPr>
        </p:pic>
        <p:pic>
          <p:nvPicPr>
            <p:cNvPr id="109" name="object 109"/>
            <p:cNvPicPr/>
            <p:nvPr/>
          </p:nvPicPr>
          <p:blipFill>
            <a:blip r:embed="rId89" cstate="print"/>
            <a:stretch>
              <a:fillRect/>
            </a:stretch>
          </p:blipFill>
          <p:spPr>
            <a:xfrm>
              <a:off x="7370409" y="5011740"/>
              <a:ext cx="102261" cy="171026"/>
            </a:xfrm>
            <a:prstGeom prst="rect">
              <a:avLst/>
            </a:prstGeom>
          </p:spPr>
        </p:pic>
        <p:pic>
          <p:nvPicPr>
            <p:cNvPr id="110" name="object 110"/>
            <p:cNvPicPr/>
            <p:nvPr/>
          </p:nvPicPr>
          <p:blipFill>
            <a:blip r:embed="rId90" cstate="print"/>
            <a:stretch>
              <a:fillRect/>
            </a:stretch>
          </p:blipFill>
          <p:spPr>
            <a:xfrm>
              <a:off x="2444054" y="5321604"/>
              <a:ext cx="162681" cy="114697"/>
            </a:xfrm>
            <a:prstGeom prst="rect">
              <a:avLst/>
            </a:prstGeom>
          </p:spPr>
        </p:pic>
        <p:pic>
          <p:nvPicPr>
            <p:cNvPr id="111" name="object 111"/>
            <p:cNvPicPr/>
            <p:nvPr/>
          </p:nvPicPr>
          <p:blipFill>
            <a:blip r:embed="rId91" cstate="print"/>
            <a:stretch>
              <a:fillRect/>
            </a:stretch>
          </p:blipFill>
          <p:spPr>
            <a:xfrm>
              <a:off x="5030708" y="5015763"/>
              <a:ext cx="917676" cy="422549"/>
            </a:xfrm>
            <a:prstGeom prst="rect">
              <a:avLst/>
            </a:prstGeom>
          </p:spPr>
        </p:pic>
        <p:pic>
          <p:nvPicPr>
            <p:cNvPr id="112" name="object 112"/>
            <p:cNvPicPr/>
            <p:nvPr/>
          </p:nvPicPr>
          <p:blipFill>
            <a:blip r:embed="rId92" cstate="print"/>
            <a:stretch>
              <a:fillRect/>
            </a:stretch>
          </p:blipFill>
          <p:spPr>
            <a:xfrm>
              <a:off x="2630829" y="5271283"/>
              <a:ext cx="240983" cy="167029"/>
            </a:xfrm>
            <a:prstGeom prst="rect">
              <a:avLst/>
            </a:prstGeom>
          </p:spPr>
        </p:pic>
        <p:pic>
          <p:nvPicPr>
            <p:cNvPr id="113" name="object 113"/>
            <p:cNvPicPr/>
            <p:nvPr/>
          </p:nvPicPr>
          <p:blipFill>
            <a:blip r:embed="rId93" cstate="print"/>
            <a:stretch>
              <a:fillRect/>
            </a:stretch>
          </p:blipFill>
          <p:spPr>
            <a:xfrm>
              <a:off x="2899948" y="5321604"/>
              <a:ext cx="162654" cy="114697"/>
            </a:xfrm>
            <a:prstGeom prst="rect">
              <a:avLst/>
            </a:prstGeom>
          </p:spPr>
        </p:pic>
        <p:pic>
          <p:nvPicPr>
            <p:cNvPr id="114" name="object 114"/>
            <p:cNvPicPr/>
            <p:nvPr/>
          </p:nvPicPr>
          <p:blipFill>
            <a:blip r:embed="rId94" cstate="print"/>
            <a:stretch>
              <a:fillRect/>
            </a:stretch>
          </p:blipFill>
          <p:spPr>
            <a:xfrm>
              <a:off x="3090711" y="5323616"/>
              <a:ext cx="96398" cy="114697"/>
            </a:xfrm>
            <a:prstGeom prst="rect">
              <a:avLst/>
            </a:prstGeom>
          </p:spPr>
        </p:pic>
        <p:pic>
          <p:nvPicPr>
            <p:cNvPr id="115" name="object 115"/>
            <p:cNvPicPr/>
            <p:nvPr/>
          </p:nvPicPr>
          <p:blipFill>
            <a:blip r:embed="rId95" cstate="print"/>
            <a:stretch>
              <a:fillRect/>
            </a:stretch>
          </p:blipFill>
          <p:spPr>
            <a:xfrm>
              <a:off x="3215245" y="5321604"/>
              <a:ext cx="164662" cy="114697"/>
            </a:xfrm>
            <a:prstGeom prst="rect">
              <a:avLst/>
            </a:prstGeom>
          </p:spPr>
        </p:pic>
        <p:sp>
          <p:nvSpPr>
            <p:cNvPr id="116" name="object 116"/>
            <p:cNvSpPr/>
            <p:nvPr/>
          </p:nvSpPr>
          <p:spPr>
            <a:xfrm>
              <a:off x="3406008" y="5410122"/>
              <a:ext cx="26670" cy="26670"/>
            </a:xfrm>
            <a:custGeom>
              <a:avLst/>
              <a:gdLst/>
              <a:ahLst/>
              <a:cxnLst/>
              <a:rect l="l" t="t" r="r" b="b"/>
              <a:pathLst>
                <a:path w="26670" h="26670">
                  <a:moveTo>
                    <a:pt x="24119" y="0"/>
                  </a:moveTo>
                  <a:lnTo>
                    <a:pt x="2007" y="0"/>
                  </a:lnTo>
                  <a:lnTo>
                    <a:pt x="0" y="2011"/>
                  </a:lnTo>
                  <a:lnTo>
                    <a:pt x="0" y="26179"/>
                  </a:lnTo>
                  <a:lnTo>
                    <a:pt x="24119" y="26179"/>
                  </a:lnTo>
                  <a:lnTo>
                    <a:pt x="26127" y="24167"/>
                  </a:lnTo>
                  <a:lnTo>
                    <a:pt x="26127" y="2011"/>
                  </a:lnTo>
                  <a:lnTo>
                    <a:pt x="24119" y="0"/>
                  </a:lnTo>
                  <a:close/>
                </a:path>
              </a:pathLst>
            </a:custGeom>
            <a:solidFill>
              <a:srgbClr val="000000"/>
            </a:solidFill>
          </p:spPr>
          <p:txBody>
            <a:bodyPr wrap="square" lIns="0" tIns="0" rIns="0" bIns="0" rtlCol="0"/>
            <a:lstStyle/>
            <a:p>
              <a:endParaRPr/>
            </a:p>
          </p:txBody>
        </p:sp>
        <p:pic>
          <p:nvPicPr>
            <p:cNvPr id="117" name="object 117"/>
            <p:cNvPicPr/>
            <p:nvPr/>
          </p:nvPicPr>
          <p:blipFill>
            <a:blip r:embed="rId96" cstate="print"/>
            <a:stretch>
              <a:fillRect/>
            </a:stretch>
          </p:blipFill>
          <p:spPr>
            <a:xfrm>
              <a:off x="6026821" y="5321604"/>
              <a:ext cx="88341" cy="116708"/>
            </a:xfrm>
            <a:prstGeom prst="rect">
              <a:avLst/>
            </a:prstGeom>
          </p:spPr>
        </p:pic>
        <p:pic>
          <p:nvPicPr>
            <p:cNvPr id="118" name="object 118"/>
            <p:cNvPicPr/>
            <p:nvPr/>
          </p:nvPicPr>
          <p:blipFill>
            <a:blip r:embed="rId97" cstate="print"/>
            <a:stretch>
              <a:fillRect/>
            </a:stretch>
          </p:blipFill>
          <p:spPr>
            <a:xfrm>
              <a:off x="6143271" y="5323616"/>
              <a:ext cx="98513" cy="112685"/>
            </a:xfrm>
            <a:prstGeom prst="rect">
              <a:avLst/>
            </a:prstGeom>
          </p:spPr>
        </p:pic>
        <p:pic>
          <p:nvPicPr>
            <p:cNvPr id="119" name="object 119"/>
            <p:cNvPicPr/>
            <p:nvPr/>
          </p:nvPicPr>
          <p:blipFill>
            <a:blip r:embed="rId98" cstate="print"/>
            <a:stretch>
              <a:fillRect/>
            </a:stretch>
          </p:blipFill>
          <p:spPr>
            <a:xfrm>
              <a:off x="6327984" y="5321604"/>
              <a:ext cx="96518" cy="116708"/>
            </a:xfrm>
            <a:prstGeom prst="rect">
              <a:avLst/>
            </a:prstGeom>
          </p:spPr>
        </p:pic>
        <p:pic>
          <p:nvPicPr>
            <p:cNvPr id="120" name="object 120"/>
            <p:cNvPicPr/>
            <p:nvPr/>
          </p:nvPicPr>
          <p:blipFill>
            <a:blip r:embed="rId99" cstate="print"/>
            <a:stretch>
              <a:fillRect/>
            </a:stretch>
          </p:blipFill>
          <p:spPr>
            <a:xfrm>
              <a:off x="6446575" y="5321604"/>
              <a:ext cx="244945" cy="116708"/>
            </a:xfrm>
            <a:prstGeom prst="rect">
              <a:avLst/>
            </a:prstGeom>
          </p:spPr>
        </p:pic>
        <p:sp>
          <p:nvSpPr>
            <p:cNvPr id="121" name="object 121"/>
            <p:cNvSpPr/>
            <p:nvPr/>
          </p:nvSpPr>
          <p:spPr>
            <a:xfrm>
              <a:off x="6715614" y="5321604"/>
              <a:ext cx="56515" cy="114935"/>
            </a:xfrm>
            <a:custGeom>
              <a:avLst/>
              <a:gdLst/>
              <a:ahLst/>
              <a:cxnLst/>
              <a:rect l="l" t="t" r="r" b="b"/>
              <a:pathLst>
                <a:path w="56515" h="114935">
                  <a:moveTo>
                    <a:pt x="52201" y="0"/>
                  </a:moveTo>
                  <a:lnTo>
                    <a:pt x="48186" y="0"/>
                  </a:lnTo>
                  <a:lnTo>
                    <a:pt x="37126" y="2326"/>
                  </a:lnTo>
                  <a:lnTo>
                    <a:pt x="29982" y="8047"/>
                  </a:lnTo>
                  <a:lnTo>
                    <a:pt x="25448" y="15276"/>
                  </a:lnTo>
                  <a:lnTo>
                    <a:pt x="22219" y="22129"/>
                  </a:lnTo>
                  <a:lnTo>
                    <a:pt x="24093" y="4023"/>
                  </a:lnTo>
                  <a:lnTo>
                    <a:pt x="22219" y="2011"/>
                  </a:lnTo>
                  <a:lnTo>
                    <a:pt x="14188" y="4023"/>
                  </a:lnTo>
                  <a:lnTo>
                    <a:pt x="8031" y="4023"/>
                  </a:lnTo>
                  <a:lnTo>
                    <a:pt x="0" y="6035"/>
                  </a:lnTo>
                  <a:lnTo>
                    <a:pt x="334" y="16817"/>
                  </a:lnTo>
                  <a:lnTo>
                    <a:pt x="1070" y="26907"/>
                  </a:lnTo>
                  <a:lnTo>
                    <a:pt x="1806" y="41146"/>
                  </a:lnTo>
                  <a:lnTo>
                    <a:pt x="2141" y="62364"/>
                  </a:lnTo>
                  <a:lnTo>
                    <a:pt x="1873" y="89275"/>
                  </a:lnTo>
                  <a:lnTo>
                    <a:pt x="1238" y="101699"/>
                  </a:lnTo>
                  <a:lnTo>
                    <a:pt x="0" y="114697"/>
                  </a:lnTo>
                  <a:lnTo>
                    <a:pt x="24093" y="114697"/>
                  </a:lnTo>
                  <a:lnTo>
                    <a:pt x="26234" y="112685"/>
                  </a:lnTo>
                  <a:lnTo>
                    <a:pt x="24996" y="103428"/>
                  </a:lnTo>
                  <a:lnTo>
                    <a:pt x="24360" y="93047"/>
                  </a:lnTo>
                  <a:lnTo>
                    <a:pt x="24126" y="80407"/>
                  </a:lnTo>
                  <a:lnTo>
                    <a:pt x="24218" y="49916"/>
                  </a:lnTo>
                  <a:lnTo>
                    <a:pt x="25096" y="39229"/>
                  </a:lnTo>
                  <a:lnTo>
                    <a:pt x="27481" y="31559"/>
                  </a:lnTo>
                  <a:lnTo>
                    <a:pt x="32124" y="26152"/>
                  </a:lnTo>
                  <a:lnTo>
                    <a:pt x="34265" y="26152"/>
                  </a:lnTo>
                  <a:lnTo>
                    <a:pt x="38281" y="24141"/>
                  </a:lnTo>
                  <a:lnTo>
                    <a:pt x="48186" y="24141"/>
                  </a:lnTo>
                  <a:lnTo>
                    <a:pt x="50327" y="26152"/>
                  </a:lnTo>
                  <a:lnTo>
                    <a:pt x="52201" y="24141"/>
                  </a:lnTo>
                  <a:lnTo>
                    <a:pt x="52201" y="16094"/>
                  </a:lnTo>
                  <a:lnTo>
                    <a:pt x="54343" y="14082"/>
                  </a:lnTo>
                  <a:lnTo>
                    <a:pt x="56217" y="2011"/>
                  </a:lnTo>
                  <a:lnTo>
                    <a:pt x="52201" y="2011"/>
                  </a:lnTo>
                  <a:lnTo>
                    <a:pt x="52201" y="0"/>
                  </a:lnTo>
                  <a:close/>
                </a:path>
              </a:pathLst>
            </a:custGeom>
            <a:solidFill>
              <a:srgbClr val="000000"/>
            </a:solidFill>
          </p:spPr>
          <p:txBody>
            <a:bodyPr wrap="square" lIns="0" tIns="0" rIns="0" bIns="0" rtlCol="0"/>
            <a:lstStyle/>
            <a:p>
              <a:endParaRPr/>
            </a:p>
          </p:txBody>
        </p:sp>
        <p:pic>
          <p:nvPicPr>
            <p:cNvPr id="122" name="object 122"/>
            <p:cNvPicPr/>
            <p:nvPr/>
          </p:nvPicPr>
          <p:blipFill>
            <a:blip r:embed="rId100" cstate="print"/>
            <a:stretch>
              <a:fillRect/>
            </a:stretch>
          </p:blipFill>
          <p:spPr>
            <a:xfrm>
              <a:off x="4795667" y="5321604"/>
              <a:ext cx="654794" cy="372228"/>
            </a:xfrm>
            <a:prstGeom prst="rect">
              <a:avLst/>
            </a:prstGeom>
          </p:spPr>
        </p:pic>
        <p:pic>
          <p:nvPicPr>
            <p:cNvPr id="123" name="object 123"/>
            <p:cNvPicPr/>
            <p:nvPr/>
          </p:nvPicPr>
          <p:blipFill>
            <a:blip r:embed="rId101" cstate="print"/>
            <a:stretch>
              <a:fillRect/>
            </a:stretch>
          </p:blipFill>
          <p:spPr>
            <a:xfrm>
              <a:off x="3984401" y="5520795"/>
              <a:ext cx="176816" cy="171026"/>
            </a:xfrm>
            <a:prstGeom prst="rect">
              <a:avLst/>
            </a:prstGeom>
          </p:spPr>
        </p:pic>
        <p:pic>
          <p:nvPicPr>
            <p:cNvPr id="124" name="object 124"/>
            <p:cNvPicPr/>
            <p:nvPr/>
          </p:nvPicPr>
          <p:blipFill>
            <a:blip r:embed="rId102" cstate="print"/>
            <a:stretch>
              <a:fillRect/>
            </a:stretch>
          </p:blipFill>
          <p:spPr>
            <a:xfrm>
              <a:off x="4183169" y="5546948"/>
              <a:ext cx="168651" cy="146885"/>
            </a:xfrm>
            <a:prstGeom prst="rect">
              <a:avLst/>
            </a:prstGeom>
          </p:spPr>
        </p:pic>
        <p:pic>
          <p:nvPicPr>
            <p:cNvPr id="125" name="object 125"/>
            <p:cNvPicPr/>
            <p:nvPr/>
          </p:nvPicPr>
          <p:blipFill>
            <a:blip r:embed="rId103" cstate="print"/>
            <a:stretch>
              <a:fillRect/>
            </a:stretch>
          </p:blipFill>
          <p:spPr>
            <a:xfrm>
              <a:off x="4418210" y="5520795"/>
              <a:ext cx="176682" cy="171026"/>
            </a:xfrm>
            <a:prstGeom prst="rect">
              <a:avLst/>
            </a:prstGeom>
          </p:spPr>
        </p:pic>
        <p:pic>
          <p:nvPicPr>
            <p:cNvPr id="126" name="object 126"/>
            <p:cNvPicPr/>
            <p:nvPr/>
          </p:nvPicPr>
          <p:blipFill>
            <a:blip r:embed="rId104" cstate="print"/>
            <a:stretch>
              <a:fillRect/>
            </a:stretch>
          </p:blipFill>
          <p:spPr>
            <a:xfrm>
              <a:off x="4617111" y="5577124"/>
              <a:ext cx="98392" cy="116708"/>
            </a:xfrm>
            <a:prstGeom prst="rect">
              <a:avLst/>
            </a:prstGeom>
          </p:spPr>
        </p:pic>
        <p:pic>
          <p:nvPicPr>
            <p:cNvPr id="127" name="object 127"/>
            <p:cNvPicPr/>
            <p:nvPr/>
          </p:nvPicPr>
          <p:blipFill>
            <a:blip r:embed="rId105" cstate="print"/>
            <a:stretch>
              <a:fillRect/>
            </a:stretch>
          </p:blipFill>
          <p:spPr>
            <a:xfrm>
              <a:off x="5520600" y="5546948"/>
              <a:ext cx="305446" cy="146885"/>
            </a:xfrm>
            <a:prstGeom prst="rect">
              <a:avLst/>
            </a:prstGeom>
          </p:spPr>
        </p:pic>
        <p:pic>
          <p:nvPicPr>
            <p:cNvPr id="128" name="object 128"/>
            <p:cNvPicPr/>
            <p:nvPr/>
          </p:nvPicPr>
          <p:blipFill>
            <a:blip r:embed="rId106" cstate="print"/>
            <a:stretch>
              <a:fillRect/>
            </a:stretch>
          </p:blipFill>
          <p:spPr>
            <a:xfrm>
              <a:off x="2444054" y="5524819"/>
              <a:ext cx="1771238" cy="474855"/>
            </a:xfrm>
            <a:prstGeom prst="rect">
              <a:avLst/>
            </a:prstGeom>
          </p:spPr>
        </p:pic>
        <p:pic>
          <p:nvPicPr>
            <p:cNvPr id="129" name="object 129"/>
            <p:cNvPicPr/>
            <p:nvPr/>
          </p:nvPicPr>
          <p:blipFill>
            <a:blip r:embed="rId107" cstate="print"/>
            <a:stretch>
              <a:fillRect/>
            </a:stretch>
          </p:blipFill>
          <p:spPr>
            <a:xfrm>
              <a:off x="6384201" y="5577124"/>
              <a:ext cx="106544" cy="116708"/>
            </a:xfrm>
            <a:prstGeom prst="rect">
              <a:avLst/>
            </a:prstGeom>
          </p:spPr>
        </p:pic>
        <p:sp>
          <p:nvSpPr>
            <p:cNvPr id="130" name="object 130"/>
            <p:cNvSpPr/>
            <p:nvPr/>
          </p:nvSpPr>
          <p:spPr>
            <a:xfrm>
              <a:off x="6514839" y="5577124"/>
              <a:ext cx="56515" cy="114935"/>
            </a:xfrm>
            <a:custGeom>
              <a:avLst/>
              <a:gdLst/>
              <a:ahLst/>
              <a:cxnLst/>
              <a:rect l="l" t="t" r="r" b="b"/>
              <a:pathLst>
                <a:path w="56515" h="114935">
                  <a:moveTo>
                    <a:pt x="24093" y="2011"/>
                  </a:moveTo>
                  <a:lnTo>
                    <a:pt x="13920" y="2011"/>
                  </a:lnTo>
                  <a:lnTo>
                    <a:pt x="8031" y="4050"/>
                  </a:lnTo>
                  <a:lnTo>
                    <a:pt x="0" y="6062"/>
                  </a:lnTo>
                  <a:lnTo>
                    <a:pt x="0" y="8073"/>
                  </a:lnTo>
                  <a:lnTo>
                    <a:pt x="292" y="16843"/>
                  </a:lnTo>
                  <a:lnTo>
                    <a:pt x="936" y="26934"/>
                  </a:lnTo>
                  <a:lnTo>
                    <a:pt x="1581" y="41173"/>
                  </a:lnTo>
                  <a:lnTo>
                    <a:pt x="1702" y="49943"/>
                  </a:lnTo>
                  <a:lnTo>
                    <a:pt x="1780" y="80434"/>
                  </a:lnTo>
                  <a:lnTo>
                    <a:pt x="1639" y="89047"/>
                  </a:lnTo>
                  <a:lnTo>
                    <a:pt x="1083" y="100866"/>
                  </a:lnTo>
                  <a:lnTo>
                    <a:pt x="0" y="112685"/>
                  </a:lnTo>
                  <a:lnTo>
                    <a:pt x="1873" y="114697"/>
                  </a:lnTo>
                  <a:lnTo>
                    <a:pt x="24093" y="114697"/>
                  </a:lnTo>
                  <a:lnTo>
                    <a:pt x="25966" y="112685"/>
                  </a:lnTo>
                  <a:lnTo>
                    <a:pt x="24883" y="103443"/>
                  </a:lnTo>
                  <a:lnTo>
                    <a:pt x="24327" y="93070"/>
                  </a:lnTo>
                  <a:lnTo>
                    <a:pt x="24122" y="80434"/>
                  </a:lnTo>
                  <a:lnTo>
                    <a:pt x="24218" y="49943"/>
                  </a:lnTo>
                  <a:lnTo>
                    <a:pt x="25096" y="39256"/>
                  </a:lnTo>
                  <a:lnTo>
                    <a:pt x="27481" y="31586"/>
                  </a:lnTo>
                  <a:lnTo>
                    <a:pt x="32124" y="26179"/>
                  </a:lnTo>
                  <a:lnTo>
                    <a:pt x="33997" y="24167"/>
                  </a:lnTo>
                  <a:lnTo>
                    <a:pt x="38013" y="22156"/>
                  </a:lnTo>
                  <a:lnTo>
                    <a:pt x="52576" y="22156"/>
                  </a:lnTo>
                  <a:lnTo>
                    <a:pt x="52951" y="20144"/>
                  </a:lnTo>
                  <a:lnTo>
                    <a:pt x="21951" y="20144"/>
                  </a:lnTo>
                  <a:lnTo>
                    <a:pt x="24093" y="2011"/>
                  </a:lnTo>
                  <a:close/>
                </a:path>
                <a:path w="56515" h="114935">
                  <a:moveTo>
                    <a:pt x="52576" y="22156"/>
                  </a:moveTo>
                  <a:lnTo>
                    <a:pt x="46044" y="22156"/>
                  </a:lnTo>
                  <a:lnTo>
                    <a:pt x="48186" y="24167"/>
                  </a:lnTo>
                  <a:lnTo>
                    <a:pt x="52201" y="24167"/>
                  </a:lnTo>
                  <a:lnTo>
                    <a:pt x="52576" y="22156"/>
                  </a:lnTo>
                  <a:close/>
                </a:path>
                <a:path w="56515" h="114935">
                  <a:moveTo>
                    <a:pt x="54075" y="0"/>
                  </a:moveTo>
                  <a:lnTo>
                    <a:pt x="48186" y="0"/>
                  </a:lnTo>
                  <a:lnTo>
                    <a:pt x="36971" y="2298"/>
                  </a:lnTo>
                  <a:lnTo>
                    <a:pt x="29748" y="7808"/>
                  </a:lnTo>
                  <a:lnTo>
                    <a:pt x="25184" y="14450"/>
                  </a:lnTo>
                  <a:lnTo>
                    <a:pt x="21951" y="20144"/>
                  </a:lnTo>
                  <a:lnTo>
                    <a:pt x="52951" y="20144"/>
                  </a:lnTo>
                  <a:lnTo>
                    <a:pt x="54011" y="14450"/>
                  </a:lnTo>
                  <a:lnTo>
                    <a:pt x="54075" y="12097"/>
                  </a:lnTo>
                  <a:lnTo>
                    <a:pt x="56217" y="2011"/>
                  </a:lnTo>
                  <a:lnTo>
                    <a:pt x="54075" y="0"/>
                  </a:lnTo>
                  <a:close/>
                </a:path>
              </a:pathLst>
            </a:custGeom>
            <a:solidFill>
              <a:srgbClr val="000000"/>
            </a:solidFill>
          </p:spPr>
          <p:txBody>
            <a:bodyPr wrap="square" lIns="0" tIns="0" rIns="0" bIns="0" rtlCol="0"/>
            <a:lstStyle/>
            <a:p>
              <a:endParaRPr/>
            </a:p>
          </p:txBody>
        </p:sp>
        <p:pic>
          <p:nvPicPr>
            <p:cNvPr id="131" name="object 131"/>
            <p:cNvPicPr/>
            <p:nvPr/>
          </p:nvPicPr>
          <p:blipFill>
            <a:blip r:embed="rId108" cstate="print"/>
            <a:stretch>
              <a:fillRect/>
            </a:stretch>
          </p:blipFill>
          <p:spPr>
            <a:xfrm>
              <a:off x="6635304" y="5546948"/>
              <a:ext cx="180697" cy="146885"/>
            </a:xfrm>
            <a:prstGeom prst="rect">
              <a:avLst/>
            </a:prstGeom>
          </p:spPr>
        </p:pic>
        <p:pic>
          <p:nvPicPr>
            <p:cNvPr id="132" name="object 132"/>
            <p:cNvPicPr/>
            <p:nvPr/>
          </p:nvPicPr>
          <p:blipFill>
            <a:blip r:embed="rId109" cstate="print"/>
            <a:stretch>
              <a:fillRect/>
            </a:stretch>
          </p:blipFill>
          <p:spPr>
            <a:xfrm>
              <a:off x="6836079" y="5577124"/>
              <a:ext cx="104403" cy="116708"/>
            </a:xfrm>
            <a:prstGeom prst="rect">
              <a:avLst/>
            </a:prstGeom>
          </p:spPr>
        </p:pic>
        <p:sp>
          <p:nvSpPr>
            <p:cNvPr id="133" name="object 133"/>
            <p:cNvSpPr/>
            <p:nvPr/>
          </p:nvSpPr>
          <p:spPr>
            <a:xfrm>
              <a:off x="7026949" y="5520795"/>
              <a:ext cx="26034" cy="171450"/>
            </a:xfrm>
            <a:custGeom>
              <a:avLst/>
              <a:gdLst/>
              <a:ahLst/>
              <a:cxnLst/>
              <a:rect l="l" t="t" r="r" b="b"/>
              <a:pathLst>
                <a:path w="26034" h="171450">
                  <a:moveTo>
                    <a:pt x="24093" y="0"/>
                  </a:moveTo>
                  <a:lnTo>
                    <a:pt x="13920" y="2011"/>
                  </a:lnTo>
                  <a:lnTo>
                    <a:pt x="12046" y="2011"/>
                  </a:lnTo>
                  <a:lnTo>
                    <a:pt x="1873" y="4023"/>
                  </a:lnTo>
                  <a:lnTo>
                    <a:pt x="0" y="6035"/>
                  </a:lnTo>
                  <a:lnTo>
                    <a:pt x="1083" y="26659"/>
                  </a:lnTo>
                  <a:lnTo>
                    <a:pt x="1639" y="48798"/>
                  </a:lnTo>
                  <a:lnTo>
                    <a:pt x="1873" y="171026"/>
                  </a:lnTo>
                  <a:lnTo>
                    <a:pt x="13920" y="171026"/>
                  </a:lnTo>
                  <a:lnTo>
                    <a:pt x="24093" y="169014"/>
                  </a:lnTo>
                  <a:lnTo>
                    <a:pt x="25966" y="169014"/>
                  </a:lnTo>
                  <a:lnTo>
                    <a:pt x="24883" y="154114"/>
                  </a:lnTo>
                  <a:lnTo>
                    <a:pt x="24327" y="137329"/>
                  </a:lnTo>
                  <a:lnTo>
                    <a:pt x="24122" y="64544"/>
                  </a:lnTo>
                  <a:lnTo>
                    <a:pt x="24327" y="44010"/>
                  </a:lnTo>
                  <a:lnTo>
                    <a:pt x="24883" y="23104"/>
                  </a:lnTo>
                  <a:lnTo>
                    <a:pt x="25966" y="2011"/>
                  </a:lnTo>
                  <a:lnTo>
                    <a:pt x="24093" y="0"/>
                  </a:lnTo>
                  <a:close/>
                </a:path>
              </a:pathLst>
            </a:custGeom>
            <a:solidFill>
              <a:srgbClr val="000000"/>
            </a:solidFill>
          </p:spPr>
          <p:txBody>
            <a:bodyPr wrap="square" lIns="0" tIns="0" rIns="0" bIns="0" rtlCol="0"/>
            <a:lstStyle/>
            <a:p>
              <a:endParaRPr/>
            </a:p>
          </p:txBody>
        </p:sp>
        <p:pic>
          <p:nvPicPr>
            <p:cNvPr id="134" name="object 134"/>
            <p:cNvPicPr/>
            <p:nvPr/>
          </p:nvPicPr>
          <p:blipFill>
            <a:blip r:embed="rId110" cstate="print"/>
            <a:stretch>
              <a:fillRect/>
            </a:stretch>
          </p:blipFill>
          <p:spPr>
            <a:xfrm>
              <a:off x="7077009" y="5577124"/>
              <a:ext cx="313477" cy="116708"/>
            </a:xfrm>
            <a:prstGeom prst="rect">
              <a:avLst/>
            </a:prstGeom>
          </p:spPr>
        </p:pic>
        <p:pic>
          <p:nvPicPr>
            <p:cNvPr id="135" name="object 135"/>
            <p:cNvPicPr/>
            <p:nvPr/>
          </p:nvPicPr>
          <p:blipFill>
            <a:blip r:embed="rId111" cstate="print"/>
            <a:stretch>
              <a:fillRect/>
            </a:stretch>
          </p:blipFill>
          <p:spPr>
            <a:xfrm>
              <a:off x="4297745" y="5832672"/>
              <a:ext cx="97267" cy="114697"/>
            </a:xfrm>
            <a:prstGeom prst="rect">
              <a:avLst/>
            </a:prstGeom>
          </p:spPr>
        </p:pic>
        <p:pic>
          <p:nvPicPr>
            <p:cNvPr id="136" name="object 136"/>
            <p:cNvPicPr/>
            <p:nvPr/>
          </p:nvPicPr>
          <p:blipFill>
            <a:blip r:embed="rId112" cstate="print"/>
            <a:stretch>
              <a:fillRect/>
            </a:stretch>
          </p:blipFill>
          <p:spPr>
            <a:xfrm>
              <a:off x="4416068" y="5832672"/>
              <a:ext cx="98513" cy="112685"/>
            </a:xfrm>
            <a:prstGeom prst="rect">
              <a:avLst/>
            </a:prstGeom>
          </p:spPr>
        </p:pic>
        <p:pic>
          <p:nvPicPr>
            <p:cNvPr id="137" name="object 137"/>
            <p:cNvPicPr/>
            <p:nvPr/>
          </p:nvPicPr>
          <p:blipFill>
            <a:blip r:embed="rId113" cstate="print"/>
            <a:stretch>
              <a:fillRect/>
            </a:stretch>
          </p:blipFill>
          <p:spPr>
            <a:xfrm>
              <a:off x="4536533" y="5832672"/>
              <a:ext cx="88608" cy="114697"/>
            </a:xfrm>
            <a:prstGeom prst="rect">
              <a:avLst/>
            </a:prstGeom>
          </p:spPr>
        </p:pic>
        <p:pic>
          <p:nvPicPr>
            <p:cNvPr id="138" name="object 138"/>
            <p:cNvPicPr/>
            <p:nvPr/>
          </p:nvPicPr>
          <p:blipFill>
            <a:blip r:embed="rId114" cstate="print"/>
            <a:stretch>
              <a:fillRect/>
            </a:stretch>
          </p:blipFill>
          <p:spPr>
            <a:xfrm>
              <a:off x="4653251" y="5776342"/>
              <a:ext cx="102261" cy="169831"/>
            </a:xfrm>
            <a:prstGeom prst="rect">
              <a:avLst/>
            </a:prstGeom>
          </p:spPr>
        </p:pic>
        <p:sp>
          <p:nvSpPr>
            <p:cNvPr id="139" name="object 139"/>
            <p:cNvSpPr/>
            <p:nvPr/>
          </p:nvSpPr>
          <p:spPr>
            <a:xfrm>
              <a:off x="4777732" y="5776342"/>
              <a:ext cx="26034" cy="169545"/>
            </a:xfrm>
            <a:custGeom>
              <a:avLst/>
              <a:gdLst/>
              <a:ahLst/>
              <a:cxnLst/>
              <a:rect l="l" t="t" r="r" b="b"/>
              <a:pathLst>
                <a:path w="26035" h="169545">
                  <a:moveTo>
                    <a:pt x="25966" y="0"/>
                  </a:moveTo>
                  <a:lnTo>
                    <a:pt x="24093" y="0"/>
                  </a:lnTo>
                  <a:lnTo>
                    <a:pt x="13920" y="2011"/>
                  </a:lnTo>
                  <a:lnTo>
                    <a:pt x="12046" y="2011"/>
                  </a:lnTo>
                  <a:lnTo>
                    <a:pt x="1873" y="4023"/>
                  </a:lnTo>
                  <a:lnTo>
                    <a:pt x="0" y="4023"/>
                  </a:lnTo>
                  <a:lnTo>
                    <a:pt x="1083" y="25775"/>
                  </a:lnTo>
                  <a:lnTo>
                    <a:pt x="1639" y="48282"/>
                  </a:lnTo>
                  <a:lnTo>
                    <a:pt x="1777" y="63370"/>
                  </a:lnTo>
                  <a:lnTo>
                    <a:pt x="1873" y="169014"/>
                  </a:lnTo>
                  <a:lnTo>
                    <a:pt x="24093" y="169014"/>
                  </a:lnTo>
                  <a:lnTo>
                    <a:pt x="25966" y="167002"/>
                  </a:lnTo>
                  <a:lnTo>
                    <a:pt x="25674" y="152134"/>
                  </a:lnTo>
                  <a:lnTo>
                    <a:pt x="25029" y="135565"/>
                  </a:lnTo>
                  <a:lnTo>
                    <a:pt x="24385" y="114088"/>
                  </a:lnTo>
                  <a:lnTo>
                    <a:pt x="24172" y="92540"/>
                  </a:lnTo>
                  <a:lnTo>
                    <a:pt x="24122" y="63370"/>
                  </a:lnTo>
                  <a:lnTo>
                    <a:pt x="24327" y="42246"/>
                  </a:lnTo>
                  <a:lnTo>
                    <a:pt x="24883" y="21123"/>
                  </a:lnTo>
                  <a:lnTo>
                    <a:pt x="25966" y="0"/>
                  </a:lnTo>
                  <a:close/>
                </a:path>
              </a:pathLst>
            </a:custGeom>
            <a:solidFill>
              <a:srgbClr val="000000"/>
            </a:solidFill>
          </p:spPr>
          <p:txBody>
            <a:bodyPr wrap="square" lIns="0" tIns="0" rIns="0" bIns="0" rtlCol="0"/>
            <a:lstStyle/>
            <a:p>
              <a:endParaRPr/>
            </a:p>
          </p:txBody>
        </p:sp>
        <p:pic>
          <p:nvPicPr>
            <p:cNvPr id="140" name="object 140"/>
            <p:cNvPicPr/>
            <p:nvPr/>
          </p:nvPicPr>
          <p:blipFill>
            <a:blip r:embed="rId115" cstate="print"/>
            <a:stretch>
              <a:fillRect/>
            </a:stretch>
          </p:blipFill>
          <p:spPr>
            <a:xfrm>
              <a:off x="4827791" y="5832672"/>
              <a:ext cx="98513" cy="114697"/>
            </a:xfrm>
            <a:prstGeom prst="rect">
              <a:avLst/>
            </a:prstGeom>
          </p:spPr>
        </p:pic>
        <p:pic>
          <p:nvPicPr>
            <p:cNvPr id="141" name="object 141"/>
            <p:cNvPicPr/>
            <p:nvPr/>
          </p:nvPicPr>
          <p:blipFill>
            <a:blip r:embed="rId116" cstate="print"/>
            <a:stretch>
              <a:fillRect/>
            </a:stretch>
          </p:blipFill>
          <p:spPr>
            <a:xfrm>
              <a:off x="5372026" y="5520795"/>
              <a:ext cx="1538473" cy="428585"/>
            </a:xfrm>
            <a:prstGeom prst="rect">
              <a:avLst/>
            </a:prstGeom>
          </p:spPr>
        </p:pic>
        <p:pic>
          <p:nvPicPr>
            <p:cNvPr id="142" name="object 142"/>
            <p:cNvPicPr/>
            <p:nvPr/>
          </p:nvPicPr>
          <p:blipFill>
            <a:blip r:embed="rId117" cstate="print"/>
            <a:stretch>
              <a:fillRect/>
            </a:stretch>
          </p:blipFill>
          <p:spPr>
            <a:xfrm>
              <a:off x="4998584" y="5776342"/>
              <a:ext cx="176682" cy="171026"/>
            </a:xfrm>
            <a:prstGeom prst="rect">
              <a:avLst/>
            </a:prstGeom>
          </p:spPr>
        </p:pic>
        <p:pic>
          <p:nvPicPr>
            <p:cNvPr id="143" name="object 143"/>
            <p:cNvPicPr/>
            <p:nvPr/>
          </p:nvPicPr>
          <p:blipFill>
            <a:blip r:embed="rId118" cstate="print"/>
            <a:stretch>
              <a:fillRect/>
            </a:stretch>
          </p:blipFill>
          <p:spPr>
            <a:xfrm>
              <a:off x="5197485" y="5832672"/>
              <a:ext cx="98392" cy="114697"/>
            </a:xfrm>
            <a:prstGeom prst="rect">
              <a:avLst/>
            </a:prstGeom>
          </p:spPr>
        </p:pic>
        <p:sp>
          <p:nvSpPr>
            <p:cNvPr id="144" name="object 144"/>
            <p:cNvSpPr/>
            <p:nvPr/>
          </p:nvSpPr>
          <p:spPr>
            <a:xfrm>
              <a:off x="6936466" y="5919204"/>
              <a:ext cx="26670" cy="26670"/>
            </a:xfrm>
            <a:custGeom>
              <a:avLst/>
              <a:gdLst/>
              <a:ahLst/>
              <a:cxnLst/>
              <a:rect l="l" t="t" r="r" b="b"/>
              <a:pathLst>
                <a:path w="26670" h="26670">
                  <a:moveTo>
                    <a:pt x="24093" y="0"/>
                  </a:moveTo>
                  <a:lnTo>
                    <a:pt x="14188" y="2011"/>
                  </a:lnTo>
                  <a:lnTo>
                    <a:pt x="2141" y="2011"/>
                  </a:lnTo>
                  <a:lnTo>
                    <a:pt x="0" y="4023"/>
                  </a:lnTo>
                  <a:lnTo>
                    <a:pt x="0" y="26152"/>
                  </a:lnTo>
                  <a:lnTo>
                    <a:pt x="24093" y="26152"/>
                  </a:lnTo>
                  <a:lnTo>
                    <a:pt x="26234" y="24141"/>
                  </a:lnTo>
                  <a:lnTo>
                    <a:pt x="26234" y="2011"/>
                  </a:lnTo>
                  <a:lnTo>
                    <a:pt x="24093" y="0"/>
                  </a:lnTo>
                  <a:close/>
                </a:path>
              </a:pathLst>
            </a:custGeom>
            <a:solidFill>
              <a:srgbClr val="000000"/>
            </a:solidFill>
          </p:spPr>
          <p:txBody>
            <a:bodyPr wrap="square" lIns="0" tIns="0" rIns="0" bIns="0" rtlCol="0"/>
            <a:lstStyle/>
            <a:p>
              <a:endParaRPr/>
            </a:p>
          </p:txBody>
        </p:sp>
      </p:grpSp>
      <p:sp>
        <p:nvSpPr>
          <p:cNvPr id="145" name="object 145"/>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146" name="object 146"/>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147" name="object 14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24</a:t>
            </a:fld>
            <a:endParaRPr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643254"/>
            <a:ext cx="8071484" cy="4276725"/>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46424D"/>
                </a:solidFill>
                <a:latin typeface="Arial"/>
                <a:cs typeface="Arial"/>
              </a:rPr>
              <a:t>Refactoring</a:t>
            </a:r>
            <a:endParaRPr sz="2400" dirty="0">
              <a:latin typeface="Arial"/>
              <a:cs typeface="Arial"/>
            </a:endParaRPr>
          </a:p>
          <a:p>
            <a:pPr>
              <a:lnSpc>
                <a:spcPct val="100000"/>
              </a:lnSpc>
            </a:pPr>
            <a:endParaRPr sz="2700" dirty="0">
              <a:latin typeface="Arial"/>
              <a:cs typeface="Arial"/>
            </a:endParaRPr>
          </a:p>
          <a:p>
            <a:pPr marL="355600" marR="5080" indent="-342900">
              <a:lnSpc>
                <a:spcPts val="2590"/>
              </a:lnSpc>
              <a:spcBef>
                <a:spcPts val="1795"/>
              </a:spcBef>
              <a:buFont typeface="Wingdings"/>
              <a:buChar char=""/>
              <a:tabLst>
                <a:tab pos="355600" algn="l"/>
              </a:tabLst>
            </a:pPr>
            <a:r>
              <a:rPr sz="2400" spc="-5" dirty="0">
                <a:solidFill>
                  <a:srgbClr val="46424D"/>
                </a:solidFill>
                <a:latin typeface="Arial MT"/>
                <a:cs typeface="Arial MT"/>
              </a:rPr>
              <a:t>Conventional</a:t>
            </a:r>
            <a:r>
              <a:rPr sz="2400" spc="90" dirty="0">
                <a:solidFill>
                  <a:srgbClr val="46424D"/>
                </a:solidFill>
                <a:latin typeface="Arial MT"/>
                <a:cs typeface="Arial MT"/>
              </a:rPr>
              <a:t> </a:t>
            </a:r>
            <a:r>
              <a:rPr sz="2400" spc="-5" dirty="0">
                <a:solidFill>
                  <a:srgbClr val="46424D"/>
                </a:solidFill>
                <a:latin typeface="Arial MT"/>
                <a:cs typeface="Arial MT"/>
              </a:rPr>
              <a:t>wisdom</a:t>
            </a:r>
            <a:r>
              <a:rPr sz="2400" spc="65" dirty="0">
                <a:solidFill>
                  <a:srgbClr val="46424D"/>
                </a:solidFill>
                <a:latin typeface="Arial MT"/>
                <a:cs typeface="Arial MT"/>
              </a:rPr>
              <a:t> </a:t>
            </a:r>
            <a:r>
              <a:rPr sz="2400" spc="-5" dirty="0">
                <a:solidFill>
                  <a:srgbClr val="46424D"/>
                </a:solidFill>
                <a:latin typeface="Arial MT"/>
                <a:cs typeface="Arial MT"/>
              </a:rPr>
              <a:t>in</a:t>
            </a:r>
            <a:r>
              <a:rPr sz="2400" spc="55" dirty="0">
                <a:solidFill>
                  <a:srgbClr val="46424D"/>
                </a:solidFill>
                <a:latin typeface="Arial MT"/>
                <a:cs typeface="Arial MT"/>
              </a:rPr>
              <a:t> </a:t>
            </a:r>
            <a:r>
              <a:rPr sz="2400" dirty="0">
                <a:solidFill>
                  <a:srgbClr val="46424D"/>
                </a:solidFill>
                <a:latin typeface="Arial MT"/>
                <a:cs typeface="Arial MT"/>
              </a:rPr>
              <a:t>software</a:t>
            </a:r>
            <a:r>
              <a:rPr sz="2400" spc="45" dirty="0">
                <a:solidFill>
                  <a:srgbClr val="46424D"/>
                </a:solidFill>
                <a:latin typeface="Arial MT"/>
                <a:cs typeface="Arial MT"/>
              </a:rPr>
              <a:t> </a:t>
            </a:r>
            <a:r>
              <a:rPr sz="2400" spc="-5" dirty="0">
                <a:solidFill>
                  <a:srgbClr val="46424D"/>
                </a:solidFill>
                <a:latin typeface="Arial MT"/>
                <a:cs typeface="Arial MT"/>
              </a:rPr>
              <a:t>engineering</a:t>
            </a:r>
            <a:r>
              <a:rPr sz="2400" spc="95" dirty="0">
                <a:solidFill>
                  <a:srgbClr val="46424D"/>
                </a:solidFill>
                <a:latin typeface="Arial MT"/>
                <a:cs typeface="Arial MT"/>
              </a:rPr>
              <a:t> </a:t>
            </a:r>
            <a:r>
              <a:rPr sz="2400" spc="-5" dirty="0">
                <a:solidFill>
                  <a:srgbClr val="46424D"/>
                </a:solidFill>
                <a:latin typeface="Arial MT"/>
                <a:cs typeface="Arial MT"/>
              </a:rPr>
              <a:t>is</a:t>
            </a:r>
            <a:r>
              <a:rPr sz="2400" spc="45" dirty="0">
                <a:solidFill>
                  <a:srgbClr val="46424D"/>
                </a:solidFill>
                <a:latin typeface="Arial MT"/>
                <a:cs typeface="Arial MT"/>
              </a:rPr>
              <a:t> </a:t>
            </a:r>
            <a:r>
              <a:rPr sz="2400" dirty="0">
                <a:solidFill>
                  <a:srgbClr val="46424D"/>
                </a:solidFill>
                <a:latin typeface="Arial MT"/>
                <a:cs typeface="Arial MT"/>
              </a:rPr>
              <a:t>to </a:t>
            </a:r>
            <a:r>
              <a:rPr sz="2400" spc="5" dirty="0">
                <a:solidFill>
                  <a:srgbClr val="46424D"/>
                </a:solidFill>
                <a:latin typeface="Arial MT"/>
                <a:cs typeface="Arial MT"/>
              </a:rPr>
              <a:t> </a:t>
            </a:r>
            <a:r>
              <a:rPr sz="2400" spc="-5" dirty="0">
                <a:solidFill>
                  <a:srgbClr val="46424D"/>
                </a:solidFill>
                <a:latin typeface="Arial MT"/>
                <a:cs typeface="Arial MT"/>
              </a:rPr>
              <a:t>design</a:t>
            </a:r>
            <a:r>
              <a:rPr sz="2400" spc="20" dirty="0">
                <a:solidFill>
                  <a:srgbClr val="46424D"/>
                </a:solidFill>
                <a:latin typeface="Arial MT"/>
                <a:cs typeface="Arial MT"/>
              </a:rPr>
              <a:t> </a:t>
            </a:r>
            <a:r>
              <a:rPr sz="2400" dirty="0">
                <a:solidFill>
                  <a:srgbClr val="46424D"/>
                </a:solidFill>
                <a:latin typeface="Arial MT"/>
                <a:cs typeface="Arial MT"/>
              </a:rPr>
              <a:t>for</a:t>
            </a:r>
            <a:r>
              <a:rPr sz="2400" spc="-10" dirty="0">
                <a:solidFill>
                  <a:srgbClr val="46424D"/>
                </a:solidFill>
                <a:latin typeface="Arial MT"/>
                <a:cs typeface="Arial MT"/>
              </a:rPr>
              <a:t> </a:t>
            </a:r>
            <a:r>
              <a:rPr sz="2400" spc="-5" dirty="0">
                <a:solidFill>
                  <a:srgbClr val="46424D"/>
                </a:solidFill>
                <a:latin typeface="Arial MT"/>
                <a:cs typeface="Arial MT"/>
              </a:rPr>
              <a:t>change.</a:t>
            </a:r>
            <a:r>
              <a:rPr sz="2400" spc="25" dirty="0">
                <a:solidFill>
                  <a:srgbClr val="46424D"/>
                </a:solidFill>
                <a:latin typeface="Arial MT"/>
                <a:cs typeface="Arial MT"/>
              </a:rPr>
              <a:t> </a:t>
            </a:r>
            <a:r>
              <a:rPr sz="2400" dirty="0">
                <a:solidFill>
                  <a:srgbClr val="46424D"/>
                </a:solidFill>
                <a:latin typeface="Arial MT"/>
                <a:cs typeface="Arial MT"/>
              </a:rPr>
              <a:t>It</a:t>
            </a:r>
            <a:r>
              <a:rPr sz="2400" spc="-10" dirty="0">
                <a:solidFill>
                  <a:srgbClr val="46424D"/>
                </a:solidFill>
                <a:latin typeface="Arial MT"/>
                <a:cs typeface="Arial MT"/>
              </a:rPr>
              <a:t> </a:t>
            </a:r>
            <a:r>
              <a:rPr sz="2400" spc="-5" dirty="0">
                <a:solidFill>
                  <a:srgbClr val="46424D"/>
                </a:solidFill>
                <a:latin typeface="Arial MT"/>
                <a:cs typeface="Arial MT"/>
              </a:rPr>
              <a:t>is</a:t>
            </a:r>
            <a:r>
              <a:rPr sz="2400" spc="5" dirty="0">
                <a:solidFill>
                  <a:srgbClr val="46424D"/>
                </a:solidFill>
                <a:latin typeface="Arial MT"/>
                <a:cs typeface="Arial MT"/>
              </a:rPr>
              <a:t> </a:t>
            </a:r>
            <a:r>
              <a:rPr sz="2400" dirty="0">
                <a:solidFill>
                  <a:srgbClr val="46424D"/>
                </a:solidFill>
                <a:latin typeface="Arial MT"/>
                <a:cs typeface="Arial MT"/>
              </a:rPr>
              <a:t>worth</a:t>
            </a:r>
            <a:r>
              <a:rPr sz="2400" spc="5" dirty="0">
                <a:solidFill>
                  <a:srgbClr val="46424D"/>
                </a:solidFill>
                <a:latin typeface="Arial MT"/>
                <a:cs typeface="Arial MT"/>
              </a:rPr>
              <a:t> </a:t>
            </a:r>
            <a:r>
              <a:rPr sz="2400" spc="-5" dirty="0">
                <a:solidFill>
                  <a:srgbClr val="46424D"/>
                </a:solidFill>
                <a:latin typeface="Arial MT"/>
                <a:cs typeface="Arial MT"/>
              </a:rPr>
              <a:t>spending</a:t>
            </a:r>
            <a:r>
              <a:rPr sz="2400" spc="30" dirty="0">
                <a:solidFill>
                  <a:srgbClr val="46424D"/>
                </a:solidFill>
                <a:latin typeface="Arial MT"/>
                <a:cs typeface="Arial MT"/>
              </a:rPr>
              <a:t> </a:t>
            </a:r>
            <a:r>
              <a:rPr sz="2400" spc="-5" dirty="0">
                <a:solidFill>
                  <a:srgbClr val="46424D"/>
                </a:solidFill>
                <a:latin typeface="Arial MT"/>
                <a:cs typeface="Arial MT"/>
              </a:rPr>
              <a:t>time</a:t>
            </a:r>
            <a:r>
              <a:rPr sz="2400" spc="5" dirty="0">
                <a:solidFill>
                  <a:srgbClr val="46424D"/>
                </a:solidFill>
                <a:latin typeface="Arial MT"/>
                <a:cs typeface="Arial MT"/>
              </a:rPr>
              <a:t> </a:t>
            </a:r>
            <a:r>
              <a:rPr sz="2400" spc="-5" dirty="0">
                <a:solidFill>
                  <a:srgbClr val="46424D"/>
                </a:solidFill>
                <a:latin typeface="Arial MT"/>
                <a:cs typeface="Arial MT"/>
              </a:rPr>
              <a:t>and</a:t>
            </a:r>
            <a:r>
              <a:rPr sz="2400" spc="10" dirty="0">
                <a:solidFill>
                  <a:srgbClr val="46424D"/>
                </a:solidFill>
                <a:latin typeface="Arial MT"/>
                <a:cs typeface="Arial MT"/>
              </a:rPr>
              <a:t> </a:t>
            </a:r>
            <a:r>
              <a:rPr sz="2400" spc="-10" dirty="0">
                <a:solidFill>
                  <a:srgbClr val="46424D"/>
                </a:solidFill>
                <a:latin typeface="Arial MT"/>
                <a:cs typeface="Arial MT"/>
              </a:rPr>
              <a:t>effort </a:t>
            </a:r>
            <a:r>
              <a:rPr sz="2400" spc="-5" dirty="0">
                <a:solidFill>
                  <a:srgbClr val="46424D"/>
                </a:solidFill>
                <a:latin typeface="Arial MT"/>
                <a:cs typeface="Arial MT"/>
              </a:rPr>
              <a:t> anticipating</a:t>
            </a:r>
            <a:r>
              <a:rPr sz="2400" spc="45" dirty="0">
                <a:solidFill>
                  <a:srgbClr val="46424D"/>
                </a:solidFill>
                <a:latin typeface="Arial MT"/>
                <a:cs typeface="Arial MT"/>
              </a:rPr>
              <a:t> </a:t>
            </a:r>
            <a:r>
              <a:rPr sz="2400" spc="-5" dirty="0">
                <a:solidFill>
                  <a:srgbClr val="46424D"/>
                </a:solidFill>
                <a:latin typeface="Arial MT"/>
                <a:cs typeface="Arial MT"/>
              </a:rPr>
              <a:t>changes</a:t>
            </a:r>
            <a:r>
              <a:rPr sz="2400" spc="25" dirty="0">
                <a:solidFill>
                  <a:srgbClr val="46424D"/>
                </a:solidFill>
                <a:latin typeface="Arial MT"/>
                <a:cs typeface="Arial MT"/>
              </a:rPr>
              <a:t> </a:t>
            </a:r>
            <a:r>
              <a:rPr sz="2400" spc="-5" dirty="0">
                <a:solidFill>
                  <a:srgbClr val="46424D"/>
                </a:solidFill>
                <a:latin typeface="Arial MT"/>
                <a:cs typeface="Arial MT"/>
              </a:rPr>
              <a:t>as</a:t>
            </a:r>
            <a:r>
              <a:rPr sz="2400" spc="10" dirty="0">
                <a:solidFill>
                  <a:srgbClr val="46424D"/>
                </a:solidFill>
                <a:latin typeface="Arial MT"/>
                <a:cs typeface="Arial MT"/>
              </a:rPr>
              <a:t> </a:t>
            </a:r>
            <a:r>
              <a:rPr sz="2400" dirty="0">
                <a:solidFill>
                  <a:srgbClr val="46424D"/>
                </a:solidFill>
                <a:latin typeface="Arial MT"/>
                <a:cs typeface="Arial MT"/>
              </a:rPr>
              <a:t>this</a:t>
            </a:r>
            <a:r>
              <a:rPr sz="2400" spc="10" dirty="0">
                <a:solidFill>
                  <a:srgbClr val="46424D"/>
                </a:solidFill>
                <a:latin typeface="Arial MT"/>
                <a:cs typeface="Arial MT"/>
              </a:rPr>
              <a:t> </a:t>
            </a:r>
            <a:r>
              <a:rPr sz="2400" spc="-5" dirty="0">
                <a:solidFill>
                  <a:srgbClr val="46424D"/>
                </a:solidFill>
                <a:latin typeface="Arial MT"/>
                <a:cs typeface="Arial MT"/>
              </a:rPr>
              <a:t>reduces</a:t>
            </a:r>
            <a:r>
              <a:rPr sz="2400" spc="15" dirty="0">
                <a:solidFill>
                  <a:srgbClr val="46424D"/>
                </a:solidFill>
                <a:latin typeface="Arial MT"/>
                <a:cs typeface="Arial MT"/>
              </a:rPr>
              <a:t> </a:t>
            </a:r>
            <a:r>
              <a:rPr sz="2400" dirty="0">
                <a:solidFill>
                  <a:srgbClr val="46424D"/>
                </a:solidFill>
                <a:latin typeface="Arial MT"/>
                <a:cs typeface="Arial MT"/>
              </a:rPr>
              <a:t>costs</a:t>
            </a:r>
            <a:r>
              <a:rPr sz="2400" spc="10" dirty="0">
                <a:solidFill>
                  <a:srgbClr val="46424D"/>
                </a:solidFill>
                <a:latin typeface="Arial MT"/>
                <a:cs typeface="Arial MT"/>
              </a:rPr>
              <a:t> </a:t>
            </a:r>
            <a:r>
              <a:rPr sz="2400" spc="-5" dirty="0">
                <a:solidFill>
                  <a:srgbClr val="46424D"/>
                </a:solidFill>
                <a:latin typeface="Arial MT"/>
                <a:cs typeface="Arial MT"/>
              </a:rPr>
              <a:t>later</a:t>
            </a:r>
            <a:r>
              <a:rPr sz="2400" spc="15" dirty="0">
                <a:solidFill>
                  <a:srgbClr val="46424D"/>
                </a:solidFill>
                <a:latin typeface="Arial MT"/>
                <a:cs typeface="Arial MT"/>
              </a:rPr>
              <a:t> </a:t>
            </a:r>
            <a:r>
              <a:rPr sz="2400" spc="-5" dirty="0">
                <a:solidFill>
                  <a:srgbClr val="46424D"/>
                </a:solidFill>
                <a:latin typeface="Arial MT"/>
                <a:cs typeface="Arial MT"/>
              </a:rPr>
              <a:t>in</a:t>
            </a:r>
            <a:r>
              <a:rPr sz="2400" spc="10" dirty="0">
                <a:solidFill>
                  <a:srgbClr val="46424D"/>
                </a:solidFill>
                <a:latin typeface="Arial MT"/>
                <a:cs typeface="Arial MT"/>
              </a:rPr>
              <a:t> </a:t>
            </a:r>
            <a:r>
              <a:rPr sz="2400" dirty="0">
                <a:solidFill>
                  <a:srgbClr val="46424D"/>
                </a:solidFill>
                <a:latin typeface="Arial MT"/>
                <a:cs typeface="Arial MT"/>
              </a:rPr>
              <a:t>the</a:t>
            </a:r>
            <a:r>
              <a:rPr sz="2400" spc="10" dirty="0">
                <a:solidFill>
                  <a:srgbClr val="46424D"/>
                </a:solidFill>
                <a:latin typeface="Arial MT"/>
                <a:cs typeface="Arial MT"/>
              </a:rPr>
              <a:t> </a:t>
            </a:r>
            <a:r>
              <a:rPr sz="2400" spc="-5" dirty="0">
                <a:solidFill>
                  <a:srgbClr val="46424D"/>
                </a:solidFill>
                <a:latin typeface="Arial MT"/>
                <a:cs typeface="Arial MT"/>
              </a:rPr>
              <a:t>life </a:t>
            </a:r>
            <a:r>
              <a:rPr sz="2400" spc="-655" dirty="0">
                <a:solidFill>
                  <a:srgbClr val="46424D"/>
                </a:solidFill>
                <a:latin typeface="Arial MT"/>
                <a:cs typeface="Arial MT"/>
              </a:rPr>
              <a:t> </a:t>
            </a:r>
            <a:r>
              <a:rPr sz="2400" dirty="0">
                <a:solidFill>
                  <a:srgbClr val="46424D"/>
                </a:solidFill>
                <a:latin typeface="Arial MT"/>
                <a:cs typeface="Arial MT"/>
              </a:rPr>
              <a:t>cycle.</a:t>
            </a:r>
            <a:endParaRPr sz="2400" dirty="0">
              <a:latin typeface="Arial MT"/>
              <a:cs typeface="Arial MT"/>
            </a:endParaRPr>
          </a:p>
          <a:p>
            <a:pPr marL="355600" marR="657225" indent="-342900">
              <a:lnSpc>
                <a:spcPts val="2590"/>
              </a:lnSpc>
              <a:spcBef>
                <a:spcPts val="1210"/>
              </a:spcBef>
              <a:buFont typeface="Wingdings"/>
              <a:buChar char=""/>
              <a:tabLst>
                <a:tab pos="355600" algn="l"/>
              </a:tabLst>
            </a:pPr>
            <a:r>
              <a:rPr sz="2400" spc="-110" dirty="0">
                <a:solidFill>
                  <a:srgbClr val="46424D"/>
                </a:solidFill>
                <a:latin typeface="Arial MT"/>
                <a:cs typeface="Arial MT"/>
              </a:rPr>
              <a:t>XP,</a:t>
            </a:r>
            <a:r>
              <a:rPr sz="2400" dirty="0">
                <a:solidFill>
                  <a:srgbClr val="46424D"/>
                </a:solidFill>
                <a:latin typeface="Arial MT"/>
                <a:cs typeface="Arial MT"/>
              </a:rPr>
              <a:t> </a:t>
            </a:r>
            <a:r>
              <a:rPr sz="2400" spc="-20" dirty="0">
                <a:solidFill>
                  <a:srgbClr val="46424D"/>
                </a:solidFill>
                <a:latin typeface="Arial MT"/>
                <a:cs typeface="Arial MT"/>
              </a:rPr>
              <a:t>however,</a:t>
            </a:r>
            <a:r>
              <a:rPr sz="2400" spc="20" dirty="0">
                <a:solidFill>
                  <a:srgbClr val="46424D"/>
                </a:solidFill>
                <a:latin typeface="Arial MT"/>
                <a:cs typeface="Arial MT"/>
              </a:rPr>
              <a:t> </a:t>
            </a:r>
            <a:r>
              <a:rPr sz="2400" spc="-5" dirty="0">
                <a:solidFill>
                  <a:srgbClr val="46424D"/>
                </a:solidFill>
                <a:latin typeface="Arial MT"/>
                <a:cs typeface="Arial MT"/>
              </a:rPr>
              <a:t>maintains</a:t>
            </a:r>
            <a:r>
              <a:rPr sz="2400" spc="15" dirty="0">
                <a:solidFill>
                  <a:srgbClr val="46424D"/>
                </a:solidFill>
                <a:latin typeface="Arial MT"/>
                <a:cs typeface="Arial MT"/>
              </a:rPr>
              <a:t> </a:t>
            </a:r>
            <a:r>
              <a:rPr sz="2400" dirty="0">
                <a:solidFill>
                  <a:srgbClr val="46424D"/>
                </a:solidFill>
                <a:latin typeface="Arial MT"/>
                <a:cs typeface="Arial MT"/>
              </a:rPr>
              <a:t>that</a:t>
            </a:r>
            <a:r>
              <a:rPr sz="2400" spc="10" dirty="0">
                <a:solidFill>
                  <a:srgbClr val="46424D"/>
                </a:solidFill>
                <a:latin typeface="Arial MT"/>
                <a:cs typeface="Arial MT"/>
              </a:rPr>
              <a:t> </a:t>
            </a:r>
            <a:r>
              <a:rPr sz="2400" dirty="0">
                <a:solidFill>
                  <a:srgbClr val="46424D"/>
                </a:solidFill>
                <a:latin typeface="Arial MT"/>
                <a:cs typeface="Arial MT"/>
              </a:rPr>
              <a:t>this</a:t>
            </a:r>
            <a:r>
              <a:rPr sz="2400" spc="5" dirty="0">
                <a:solidFill>
                  <a:srgbClr val="46424D"/>
                </a:solidFill>
                <a:latin typeface="Arial MT"/>
                <a:cs typeface="Arial MT"/>
              </a:rPr>
              <a:t> </a:t>
            </a:r>
            <a:r>
              <a:rPr sz="2400" spc="-5" dirty="0">
                <a:solidFill>
                  <a:srgbClr val="46424D"/>
                </a:solidFill>
                <a:latin typeface="Arial MT"/>
                <a:cs typeface="Arial MT"/>
              </a:rPr>
              <a:t>is</a:t>
            </a:r>
            <a:r>
              <a:rPr sz="2400" dirty="0">
                <a:solidFill>
                  <a:srgbClr val="46424D"/>
                </a:solidFill>
                <a:latin typeface="Arial MT"/>
                <a:cs typeface="Arial MT"/>
              </a:rPr>
              <a:t> not</a:t>
            </a:r>
            <a:r>
              <a:rPr sz="2400" spc="10" dirty="0">
                <a:solidFill>
                  <a:srgbClr val="46424D"/>
                </a:solidFill>
                <a:latin typeface="Arial MT"/>
                <a:cs typeface="Arial MT"/>
              </a:rPr>
              <a:t> </a:t>
            </a:r>
            <a:r>
              <a:rPr sz="2400" spc="-5" dirty="0">
                <a:solidFill>
                  <a:srgbClr val="46424D"/>
                </a:solidFill>
                <a:latin typeface="Arial MT"/>
                <a:cs typeface="Arial MT"/>
              </a:rPr>
              <a:t>worthwhile</a:t>
            </a:r>
            <a:r>
              <a:rPr sz="2400" spc="35" dirty="0">
                <a:solidFill>
                  <a:srgbClr val="46424D"/>
                </a:solidFill>
                <a:latin typeface="Arial MT"/>
                <a:cs typeface="Arial MT"/>
              </a:rPr>
              <a:t> </a:t>
            </a:r>
            <a:r>
              <a:rPr sz="2400" spc="-5" dirty="0">
                <a:solidFill>
                  <a:srgbClr val="46424D"/>
                </a:solidFill>
                <a:latin typeface="Arial MT"/>
                <a:cs typeface="Arial MT"/>
              </a:rPr>
              <a:t>as </a:t>
            </a:r>
            <a:r>
              <a:rPr sz="2400" spc="-650" dirty="0">
                <a:solidFill>
                  <a:srgbClr val="46424D"/>
                </a:solidFill>
                <a:latin typeface="Arial MT"/>
                <a:cs typeface="Arial MT"/>
              </a:rPr>
              <a:t> </a:t>
            </a:r>
            <a:r>
              <a:rPr sz="2400" spc="-5" dirty="0">
                <a:solidFill>
                  <a:srgbClr val="46424D"/>
                </a:solidFill>
                <a:latin typeface="Arial MT"/>
                <a:cs typeface="Arial MT"/>
              </a:rPr>
              <a:t>changes</a:t>
            </a:r>
            <a:r>
              <a:rPr sz="2400" spc="15" dirty="0">
                <a:solidFill>
                  <a:srgbClr val="46424D"/>
                </a:solidFill>
                <a:latin typeface="Arial MT"/>
                <a:cs typeface="Arial MT"/>
              </a:rPr>
              <a:t> </a:t>
            </a:r>
            <a:r>
              <a:rPr sz="2400" spc="-5" dirty="0">
                <a:solidFill>
                  <a:srgbClr val="46424D"/>
                </a:solidFill>
                <a:latin typeface="Arial MT"/>
                <a:cs typeface="Arial MT"/>
              </a:rPr>
              <a:t>cannot</a:t>
            </a:r>
            <a:r>
              <a:rPr sz="2400" spc="20" dirty="0">
                <a:solidFill>
                  <a:srgbClr val="46424D"/>
                </a:solidFill>
                <a:latin typeface="Arial MT"/>
                <a:cs typeface="Arial MT"/>
              </a:rPr>
              <a:t> </a:t>
            </a:r>
            <a:r>
              <a:rPr sz="2400" spc="-5" dirty="0">
                <a:solidFill>
                  <a:srgbClr val="46424D"/>
                </a:solidFill>
                <a:latin typeface="Arial MT"/>
                <a:cs typeface="Arial MT"/>
              </a:rPr>
              <a:t>be</a:t>
            </a:r>
            <a:r>
              <a:rPr sz="2400" dirty="0">
                <a:solidFill>
                  <a:srgbClr val="46424D"/>
                </a:solidFill>
                <a:latin typeface="Arial MT"/>
                <a:cs typeface="Arial MT"/>
              </a:rPr>
              <a:t> </a:t>
            </a:r>
            <a:r>
              <a:rPr sz="2400" spc="-5" dirty="0">
                <a:solidFill>
                  <a:srgbClr val="46424D"/>
                </a:solidFill>
                <a:latin typeface="Arial MT"/>
                <a:cs typeface="Arial MT"/>
              </a:rPr>
              <a:t>reliably</a:t>
            </a:r>
            <a:r>
              <a:rPr sz="2400" spc="40" dirty="0">
                <a:solidFill>
                  <a:srgbClr val="46424D"/>
                </a:solidFill>
                <a:latin typeface="Arial MT"/>
                <a:cs typeface="Arial MT"/>
              </a:rPr>
              <a:t> </a:t>
            </a:r>
            <a:r>
              <a:rPr sz="2400" spc="-5" dirty="0">
                <a:solidFill>
                  <a:srgbClr val="46424D"/>
                </a:solidFill>
                <a:latin typeface="Arial MT"/>
                <a:cs typeface="Arial MT"/>
              </a:rPr>
              <a:t>anticipated.</a:t>
            </a:r>
            <a:endParaRPr sz="2400" dirty="0">
              <a:latin typeface="Arial MT"/>
              <a:cs typeface="Arial MT"/>
            </a:endParaRPr>
          </a:p>
          <a:p>
            <a:pPr marL="355600" marR="172720" indent="-342900">
              <a:lnSpc>
                <a:spcPct val="90100"/>
              </a:lnSpc>
              <a:spcBef>
                <a:spcPts val="1160"/>
              </a:spcBef>
              <a:buFont typeface="Wingdings"/>
              <a:buChar char=""/>
              <a:tabLst>
                <a:tab pos="355600" algn="l"/>
              </a:tabLst>
            </a:pPr>
            <a:r>
              <a:rPr sz="2400" spc="-20" dirty="0">
                <a:solidFill>
                  <a:srgbClr val="46424D"/>
                </a:solidFill>
                <a:latin typeface="Arial MT"/>
                <a:cs typeface="Arial MT"/>
              </a:rPr>
              <a:t>Rather,</a:t>
            </a:r>
            <a:r>
              <a:rPr sz="2400" spc="-5" dirty="0">
                <a:solidFill>
                  <a:srgbClr val="46424D"/>
                </a:solidFill>
                <a:latin typeface="Arial MT"/>
                <a:cs typeface="Arial MT"/>
              </a:rPr>
              <a:t> it</a:t>
            </a:r>
            <a:r>
              <a:rPr sz="2400" dirty="0">
                <a:solidFill>
                  <a:srgbClr val="46424D"/>
                </a:solidFill>
                <a:latin typeface="Arial MT"/>
                <a:cs typeface="Arial MT"/>
              </a:rPr>
              <a:t> proposes</a:t>
            </a:r>
            <a:r>
              <a:rPr sz="2400" spc="15" dirty="0">
                <a:solidFill>
                  <a:srgbClr val="46424D"/>
                </a:solidFill>
                <a:latin typeface="Arial MT"/>
                <a:cs typeface="Arial MT"/>
              </a:rPr>
              <a:t> </a:t>
            </a:r>
            <a:r>
              <a:rPr sz="2400" dirty="0">
                <a:solidFill>
                  <a:srgbClr val="46424D"/>
                </a:solidFill>
                <a:latin typeface="Arial MT"/>
                <a:cs typeface="Arial MT"/>
              </a:rPr>
              <a:t>constant</a:t>
            </a:r>
            <a:r>
              <a:rPr sz="2400" spc="-5" dirty="0">
                <a:solidFill>
                  <a:srgbClr val="46424D"/>
                </a:solidFill>
                <a:latin typeface="Arial MT"/>
                <a:cs typeface="Arial MT"/>
              </a:rPr>
              <a:t> </a:t>
            </a:r>
            <a:r>
              <a:rPr sz="2400" dirty="0">
                <a:solidFill>
                  <a:srgbClr val="46424D"/>
                </a:solidFill>
                <a:latin typeface="Arial MT"/>
                <a:cs typeface="Arial MT"/>
              </a:rPr>
              <a:t>code</a:t>
            </a:r>
            <a:r>
              <a:rPr sz="2400" spc="5" dirty="0">
                <a:solidFill>
                  <a:srgbClr val="46424D"/>
                </a:solidFill>
                <a:latin typeface="Arial MT"/>
                <a:cs typeface="Arial MT"/>
              </a:rPr>
              <a:t> </a:t>
            </a:r>
            <a:r>
              <a:rPr sz="2400" dirty="0">
                <a:solidFill>
                  <a:srgbClr val="46424D"/>
                </a:solidFill>
                <a:latin typeface="Arial MT"/>
                <a:cs typeface="Arial MT"/>
              </a:rPr>
              <a:t>improvement </a:t>
            </a:r>
            <a:r>
              <a:rPr sz="2400" spc="5" dirty="0">
                <a:solidFill>
                  <a:srgbClr val="46424D"/>
                </a:solidFill>
                <a:latin typeface="Arial MT"/>
                <a:cs typeface="Arial MT"/>
              </a:rPr>
              <a:t> </a:t>
            </a:r>
            <a:r>
              <a:rPr sz="2400" dirty="0">
                <a:solidFill>
                  <a:srgbClr val="46424D"/>
                </a:solidFill>
                <a:latin typeface="Arial MT"/>
                <a:cs typeface="Arial MT"/>
              </a:rPr>
              <a:t>(refactoring) to</a:t>
            </a:r>
            <a:r>
              <a:rPr sz="2400" spc="5" dirty="0">
                <a:solidFill>
                  <a:srgbClr val="46424D"/>
                </a:solidFill>
                <a:latin typeface="Arial MT"/>
                <a:cs typeface="Arial MT"/>
              </a:rPr>
              <a:t> </a:t>
            </a:r>
            <a:r>
              <a:rPr sz="2400" spc="-5" dirty="0">
                <a:solidFill>
                  <a:srgbClr val="46424D"/>
                </a:solidFill>
                <a:latin typeface="Arial MT"/>
                <a:cs typeface="Arial MT"/>
              </a:rPr>
              <a:t>make</a:t>
            </a:r>
            <a:r>
              <a:rPr sz="2400" spc="5" dirty="0">
                <a:solidFill>
                  <a:srgbClr val="46424D"/>
                </a:solidFill>
                <a:latin typeface="Arial MT"/>
                <a:cs typeface="Arial MT"/>
              </a:rPr>
              <a:t> </a:t>
            </a:r>
            <a:r>
              <a:rPr sz="2400" spc="-5" dirty="0">
                <a:solidFill>
                  <a:srgbClr val="46424D"/>
                </a:solidFill>
                <a:latin typeface="Arial MT"/>
                <a:cs typeface="Arial MT"/>
              </a:rPr>
              <a:t>changes</a:t>
            </a:r>
            <a:r>
              <a:rPr sz="2400" spc="35" dirty="0">
                <a:solidFill>
                  <a:srgbClr val="46424D"/>
                </a:solidFill>
                <a:latin typeface="Arial MT"/>
                <a:cs typeface="Arial MT"/>
              </a:rPr>
              <a:t> </a:t>
            </a:r>
            <a:r>
              <a:rPr sz="2400" spc="-5" dirty="0">
                <a:solidFill>
                  <a:srgbClr val="46424D"/>
                </a:solidFill>
                <a:latin typeface="Arial MT"/>
                <a:cs typeface="Arial MT"/>
              </a:rPr>
              <a:t>easier</a:t>
            </a:r>
            <a:r>
              <a:rPr sz="2400" spc="20" dirty="0">
                <a:solidFill>
                  <a:srgbClr val="46424D"/>
                </a:solidFill>
                <a:latin typeface="Arial MT"/>
                <a:cs typeface="Arial MT"/>
              </a:rPr>
              <a:t> </a:t>
            </a:r>
            <a:r>
              <a:rPr sz="2400" spc="-5" dirty="0">
                <a:solidFill>
                  <a:srgbClr val="46424D"/>
                </a:solidFill>
                <a:latin typeface="Arial MT"/>
                <a:cs typeface="Arial MT"/>
              </a:rPr>
              <a:t>when</a:t>
            </a:r>
            <a:r>
              <a:rPr sz="2400" spc="10" dirty="0">
                <a:solidFill>
                  <a:srgbClr val="46424D"/>
                </a:solidFill>
                <a:latin typeface="Arial MT"/>
                <a:cs typeface="Arial MT"/>
              </a:rPr>
              <a:t> </a:t>
            </a:r>
            <a:r>
              <a:rPr sz="2400" dirty="0">
                <a:solidFill>
                  <a:srgbClr val="46424D"/>
                </a:solidFill>
                <a:latin typeface="Arial MT"/>
                <a:cs typeface="Arial MT"/>
              </a:rPr>
              <a:t>they</a:t>
            </a:r>
            <a:r>
              <a:rPr sz="2400" spc="5" dirty="0">
                <a:solidFill>
                  <a:srgbClr val="46424D"/>
                </a:solidFill>
                <a:latin typeface="Arial MT"/>
                <a:cs typeface="Arial MT"/>
              </a:rPr>
              <a:t> </a:t>
            </a:r>
            <a:r>
              <a:rPr sz="2400" spc="-5" dirty="0">
                <a:solidFill>
                  <a:srgbClr val="46424D"/>
                </a:solidFill>
                <a:latin typeface="Arial MT"/>
                <a:cs typeface="Arial MT"/>
              </a:rPr>
              <a:t>have</a:t>
            </a:r>
            <a:r>
              <a:rPr sz="2400" spc="20" dirty="0">
                <a:solidFill>
                  <a:srgbClr val="46424D"/>
                </a:solidFill>
                <a:latin typeface="Arial MT"/>
                <a:cs typeface="Arial MT"/>
              </a:rPr>
              <a:t> </a:t>
            </a:r>
            <a:r>
              <a:rPr sz="2400" dirty="0">
                <a:solidFill>
                  <a:srgbClr val="46424D"/>
                </a:solidFill>
                <a:latin typeface="Arial MT"/>
                <a:cs typeface="Arial MT"/>
              </a:rPr>
              <a:t>to </a:t>
            </a:r>
            <a:r>
              <a:rPr sz="2400" spc="-655" dirty="0">
                <a:solidFill>
                  <a:srgbClr val="46424D"/>
                </a:solidFill>
                <a:latin typeface="Arial MT"/>
                <a:cs typeface="Arial MT"/>
              </a:rPr>
              <a:t> </a:t>
            </a:r>
            <a:r>
              <a:rPr sz="2400" spc="-5" dirty="0">
                <a:solidFill>
                  <a:srgbClr val="46424D"/>
                </a:solidFill>
                <a:latin typeface="Arial MT"/>
                <a:cs typeface="Arial MT"/>
              </a:rPr>
              <a:t>be implemented.</a:t>
            </a:r>
            <a:endParaRPr sz="2400" dirty="0">
              <a:latin typeface="Arial MT"/>
              <a:cs typeface="Arial MT"/>
            </a:endParaRPr>
          </a:p>
        </p:txBody>
      </p:sp>
      <p:sp>
        <p:nvSpPr>
          <p:cNvPr id="3" name="object 3"/>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25</a:t>
            </a:fld>
            <a:endParaRPr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1718945" cy="391160"/>
          </a:xfrm>
          <a:prstGeom prst="rect">
            <a:avLst/>
          </a:prstGeom>
        </p:spPr>
        <p:txBody>
          <a:bodyPr vert="horz" wrap="square" lIns="0" tIns="12700" rIns="0" bIns="0" rtlCol="0">
            <a:spAutoFit/>
          </a:bodyPr>
          <a:lstStyle/>
          <a:p>
            <a:pPr marL="12700">
              <a:lnSpc>
                <a:spcPct val="100000"/>
              </a:lnSpc>
              <a:spcBef>
                <a:spcPts val="100"/>
              </a:spcBef>
            </a:pPr>
            <a:r>
              <a:rPr spc="-5" dirty="0"/>
              <a:t>Refactoring</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26</a:t>
            </a:fld>
            <a:endParaRPr dirty="0"/>
          </a:p>
        </p:txBody>
      </p:sp>
      <p:sp>
        <p:nvSpPr>
          <p:cNvPr id="3" name="object 3"/>
          <p:cNvSpPr txBox="1"/>
          <p:nvPr/>
        </p:nvSpPr>
        <p:spPr>
          <a:xfrm>
            <a:off x="535940" y="1626234"/>
            <a:ext cx="7849870" cy="3775710"/>
          </a:xfrm>
          <a:prstGeom prst="rect">
            <a:avLst/>
          </a:prstGeom>
        </p:spPr>
        <p:txBody>
          <a:bodyPr vert="horz" wrap="square" lIns="0" tIns="12700" rIns="0" bIns="0" rtlCol="0">
            <a:spAutoFit/>
          </a:bodyPr>
          <a:lstStyle/>
          <a:p>
            <a:pPr marL="355600" marR="564515" indent="-342900">
              <a:lnSpc>
                <a:spcPct val="100000"/>
              </a:lnSpc>
              <a:spcBef>
                <a:spcPts val="100"/>
              </a:spcBef>
              <a:buFont typeface="Wingdings"/>
              <a:buChar char=""/>
              <a:tabLst>
                <a:tab pos="355600" algn="l"/>
              </a:tabLst>
            </a:pPr>
            <a:r>
              <a:rPr sz="2400" spc="-5" dirty="0">
                <a:solidFill>
                  <a:srgbClr val="46424D"/>
                </a:solidFill>
                <a:latin typeface="Arial MT"/>
                <a:cs typeface="Arial MT"/>
              </a:rPr>
              <a:t>Programming</a:t>
            </a:r>
            <a:r>
              <a:rPr sz="2400" spc="5" dirty="0">
                <a:solidFill>
                  <a:srgbClr val="46424D"/>
                </a:solidFill>
                <a:latin typeface="Arial MT"/>
                <a:cs typeface="Arial MT"/>
              </a:rPr>
              <a:t> </a:t>
            </a:r>
            <a:r>
              <a:rPr sz="2400" dirty="0">
                <a:solidFill>
                  <a:srgbClr val="46424D"/>
                </a:solidFill>
                <a:latin typeface="Arial MT"/>
                <a:cs typeface="Arial MT"/>
              </a:rPr>
              <a:t>team</a:t>
            </a:r>
            <a:r>
              <a:rPr sz="2400" spc="10" dirty="0">
                <a:solidFill>
                  <a:srgbClr val="46424D"/>
                </a:solidFill>
                <a:latin typeface="Arial MT"/>
                <a:cs typeface="Arial MT"/>
              </a:rPr>
              <a:t> </a:t>
            </a:r>
            <a:r>
              <a:rPr sz="2400" spc="-5" dirty="0">
                <a:solidFill>
                  <a:srgbClr val="46424D"/>
                </a:solidFill>
                <a:latin typeface="Arial MT"/>
                <a:cs typeface="Arial MT"/>
              </a:rPr>
              <a:t>look</a:t>
            </a:r>
            <a:r>
              <a:rPr sz="2400" spc="15" dirty="0">
                <a:solidFill>
                  <a:srgbClr val="46424D"/>
                </a:solidFill>
                <a:latin typeface="Arial MT"/>
                <a:cs typeface="Arial MT"/>
              </a:rPr>
              <a:t> </a:t>
            </a:r>
            <a:r>
              <a:rPr sz="2400" dirty="0">
                <a:solidFill>
                  <a:srgbClr val="46424D"/>
                </a:solidFill>
                <a:latin typeface="Arial MT"/>
                <a:cs typeface="Arial MT"/>
              </a:rPr>
              <a:t>for</a:t>
            </a:r>
            <a:r>
              <a:rPr sz="2400" spc="5" dirty="0">
                <a:solidFill>
                  <a:srgbClr val="46424D"/>
                </a:solidFill>
                <a:latin typeface="Arial MT"/>
                <a:cs typeface="Arial MT"/>
              </a:rPr>
              <a:t> </a:t>
            </a:r>
            <a:r>
              <a:rPr sz="2400" spc="-5" dirty="0">
                <a:solidFill>
                  <a:srgbClr val="46424D"/>
                </a:solidFill>
                <a:latin typeface="Arial MT"/>
                <a:cs typeface="Arial MT"/>
              </a:rPr>
              <a:t>possible</a:t>
            </a:r>
            <a:r>
              <a:rPr sz="2400" spc="20" dirty="0">
                <a:solidFill>
                  <a:srgbClr val="46424D"/>
                </a:solidFill>
                <a:latin typeface="Arial MT"/>
                <a:cs typeface="Arial MT"/>
              </a:rPr>
              <a:t> </a:t>
            </a:r>
            <a:r>
              <a:rPr sz="2400" dirty="0">
                <a:solidFill>
                  <a:srgbClr val="46424D"/>
                </a:solidFill>
                <a:latin typeface="Arial MT"/>
                <a:cs typeface="Arial MT"/>
              </a:rPr>
              <a:t>software </a:t>
            </a:r>
            <a:r>
              <a:rPr sz="2400" spc="5" dirty="0">
                <a:solidFill>
                  <a:srgbClr val="46424D"/>
                </a:solidFill>
                <a:latin typeface="Arial MT"/>
                <a:cs typeface="Arial MT"/>
              </a:rPr>
              <a:t> </a:t>
            </a:r>
            <a:r>
              <a:rPr sz="2400" dirty="0">
                <a:solidFill>
                  <a:srgbClr val="46424D"/>
                </a:solidFill>
                <a:latin typeface="Arial MT"/>
                <a:cs typeface="Arial MT"/>
              </a:rPr>
              <a:t>improvements </a:t>
            </a:r>
            <a:r>
              <a:rPr sz="2400" spc="-5" dirty="0">
                <a:solidFill>
                  <a:srgbClr val="46424D"/>
                </a:solidFill>
                <a:latin typeface="Arial MT"/>
                <a:cs typeface="Arial MT"/>
              </a:rPr>
              <a:t>and </a:t>
            </a:r>
            <a:r>
              <a:rPr sz="2400" dirty="0">
                <a:solidFill>
                  <a:srgbClr val="46424D"/>
                </a:solidFill>
                <a:latin typeface="Arial MT"/>
                <a:cs typeface="Arial MT"/>
              </a:rPr>
              <a:t>make these improvements </a:t>
            </a:r>
            <a:r>
              <a:rPr sz="2400" spc="-5" dirty="0">
                <a:solidFill>
                  <a:srgbClr val="46424D"/>
                </a:solidFill>
                <a:latin typeface="Arial MT"/>
                <a:cs typeface="Arial MT"/>
              </a:rPr>
              <a:t>even </a:t>
            </a:r>
            <a:r>
              <a:rPr sz="2400" spc="-655" dirty="0">
                <a:solidFill>
                  <a:srgbClr val="46424D"/>
                </a:solidFill>
                <a:latin typeface="Arial MT"/>
                <a:cs typeface="Arial MT"/>
              </a:rPr>
              <a:t> </a:t>
            </a:r>
            <a:r>
              <a:rPr sz="2400" spc="-5" dirty="0">
                <a:solidFill>
                  <a:srgbClr val="46424D"/>
                </a:solidFill>
                <a:latin typeface="Arial MT"/>
                <a:cs typeface="Arial MT"/>
              </a:rPr>
              <a:t>where</a:t>
            </a:r>
            <a:r>
              <a:rPr sz="2400" spc="15" dirty="0">
                <a:solidFill>
                  <a:srgbClr val="46424D"/>
                </a:solidFill>
                <a:latin typeface="Arial MT"/>
                <a:cs typeface="Arial MT"/>
              </a:rPr>
              <a:t> </a:t>
            </a:r>
            <a:r>
              <a:rPr sz="2400" dirty="0">
                <a:solidFill>
                  <a:srgbClr val="46424D"/>
                </a:solidFill>
                <a:latin typeface="Arial MT"/>
                <a:cs typeface="Arial MT"/>
              </a:rPr>
              <a:t>there </a:t>
            </a:r>
            <a:r>
              <a:rPr sz="2400" spc="-5" dirty="0">
                <a:solidFill>
                  <a:srgbClr val="46424D"/>
                </a:solidFill>
                <a:latin typeface="Arial MT"/>
                <a:cs typeface="Arial MT"/>
              </a:rPr>
              <a:t>is</a:t>
            </a:r>
            <a:r>
              <a:rPr sz="2400" dirty="0">
                <a:solidFill>
                  <a:srgbClr val="46424D"/>
                </a:solidFill>
                <a:latin typeface="Arial MT"/>
                <a:cs typeface="Arial MT"/>
              </a:rPr>
              <a:t> </a:t>
            </a:r>
            <a:r>
              <a:rPr sz="2400" spc="-5" dirty="0">
                <a:solidFill>
                  <a:srgbClr val="46424D"/>
                </a:solidFill>
                <a:latin typeface="Arial MT"/>
                <a:cs typeface="Arial MT"/>
              </a:rPr>
              <a:t>no</a:t>
            </a:r>
            <a:r>
              <a:rPr sz="2400" dirty="0">
                <a:solidFill>
                  <a:srgbClr val="46424D"/>
                </a:solidFill>
                <a:latin typeface="Arial MT"/>
                <a:cs typeface="Arial MT"/>
              </a:rPr>
              <a:t> </a:t>
            </a:r>
            <a:r>
              <a:rPr sz="2400" spc="-5" dirty="0">
                <a:solidFill>
                  <a:srgbClr val="46424D"/>
                </a:solidFill>
                <a:latin typeface="Arial MT"/>
                <a:cs typeface="Arial MT"/>
              </a:rPr>
              <a:t>immediate</a:t>
            </a:r>
            <a:r>
              <a:rPr sz="2400" spc="10" dirty="0">
                <a:solidFill>
                  <a:srgbClr val="46424D"/>
                </a:solidFill>
                <a:latin typeface="Arial MT"/>
                <a:cs typeface="Arial MT"/>
              </a:rPr>
              <a:t> </a:t>
            </a:r>
            <a:r>
              <a:rPr sz="2400" spc="-5" dirty="0">
                <a:solidFill>
                  <a:srgbClr val="46424D"/>
                </a:solidFill>
                <a:latin typeface="Arial MT"/>
                <a:cs typeface="Arial MT"/>
              </a:rPr>
              <a:t>need</a:t>
            </a:r>
            <a:r>
              <a:rPr sz="2400" spc="10" dirty="0">
                <a:solidFill>
                  <a:srgbClr val="46424D"/>
                </a:solidFill>
                <a:latin typeface="Arial MT"/>
                <a:cs typeface="Arial MT"/>
              </a:rPr>
              <a:t> </a:t>
            </a:r>
            <a:r>
              <a:rPr sz="2400" dirty="0">
                <a:solidFill>
                  <a:srgbClr val="46424D"/>
                </a:solidFill>
                <a:latin typeface="Arial MT"/>
                <a:cs typeface="Arial MT"/>
              </a:rPr>
              <a:t>for</a:t>
            </a:r>
            <a:r>
              <a:rPr sz="2400" spc="-10" dirty="0">
                <a:solidFill>
                  <a:srgbClr val="46424D"/>
                </a:solidFill>
                <a:latin typeface="Arial MT"/>
                <a:cs typeface="Arial MT"/>
              </a:rPr>
              <a:t> </a:t>
            </a:r>
            <a:r>
              <a:rPr sz="2400" dirty="0">
                <a:solidFill>
                  <a:srgbClr val="46424D"/>
                </a:solidFill>
                <a:latin typeface="Arial MT"/>
                <a:cs typeface="Arial MT"/>
              </a:rPr>
              <a:t>them.</a:t>
            </a:r>
            <a:endParaRPr sz="2400" dirty="0">
              <a:latin typeface="Arial MT"/>
              <a:cs typeface="Arial MT"/>
            </a:endParaRPr>
          </a:p>
          <a:p>
            <a:pPr marL="355600" marR="5080" indent="-342900">
              <a:lnSpc>
                <a:spcPct val="100000"/>
              </a:lnSpc>
              <a:spcBef>
                <a:spcPts val="1200"/>
              </a:spcBef>
              <a:buFont typeface="Wingdings"/>
              <a:buChar char=""/>
              <a:tabLst>
                <a:tab pos="355600" algn="l"/>
              </a:tabLst>
            </a:pPr>
            <a:r>
              <a:rPr sz="2400" dirty="0">
                <a:solidFill>
                  <a:srgbClr val="46424D"/>
                </a:solidFill>
                <a:latin typeface="Arial MT"/>
                <a:cs typeface="Arial MT"/>
              </a:rPr>
              <a:t>This</a:t>
            </a:r>
            <a:r>
              <a:rPr sz="2400" spc="-10" dirty="0">
                <a:solidFill>
                  <a:srgbClr val="46424D"/>
                </a:solidFill>
                <a:latin typeface="Arial MT"/>
                <a:cs typeface="Arial MT"/>
              </a:rPr>
              <a:t> </a:t>
            </a:r>
            <a:r>
              <a:rPr sz="2400" dirty="0">
                <a:solidFill>
                  <a:srgbClr val="46424D"/>
                </a:solidFill>
                <a:latin typeface="Arial MT"/>
                <a:cs typeface="Arial MT"/>
              </a:rPr>
              <a:t>improves</a:t>
            </a:r>
            <a:r>
              <a:rPr sz="2400" spc="10" dirty="0">
                <a:solidFill>
                  <a:srgbClr val="46424D"/>
                </a:solidFill>
                <a:latin typeface="Arial MT"/>
                <a:cs typeface="Arial MT"/>
              </a:rPr>
              <a:t> </a:t>
            </a:r>
            <a:r>
              <a:rPr sz="2400" dirty="0">
                <a:solidFill>
                  <a:srgbClr val="46424D"/>
                </a:solidFill>
                <a:latin typeface="Arial MT"/>
                <a:cs typeface="Arial MT"/>
              </a:rPr>
              <a:t>the</a:t>
            </a:r>
            <a:r>
              <a:rPr sz="2400" spc="-5" dirty="0">
                <a:solidFill>
                  <a:srgbClr val="46424D"/>
                </a:solidFill>
                <a:latin typeface="Arial MT"/>
                <a:cs typeface="Arial MT"/>
              </a:rPr>
              <a:t> </a:t>
            </a:r>
            <a:r>
              <a:rPr sz="2400" dirty="0">
                <a:solidFill>
                  <a:srgbClr val="46424D"/>
                </a:solidFill>
                <a:latin typeface="Arial MT"/>
                <a:cs typeface="Arial MT"/>
              </a:rPr>
              <a:t>understandability</a:t>
            </a:r>
            <a:r>
              <a:rPr sz="2400" spc="35" dirty="0">
                <a:solidFill>
                  <a:srgbClr val="46424D"/>
                </a:solidFill>
                <a:latin typeface="Arial MT"/>
                <a:cs typeface="Arial MT"/>
              </a:rPr>
              <a:t> </a:t>
            </a:r>
            <a:r>
              <a:rPr sz="2400" dirty="0">
                <a:solidFill>
                  <a:srgbClr val="46424D"/>
                </a:solidFill>
                <a:latin typeface="Arial MT"/>
                <a:cs typeface="Arial MT"/>
              </a:rPr>
              <a:t>of</a:t>
            </a:r>
            <a:r>
              <a:rPr sz="2400" spc="-5" dirty="0">
                <a:solidFill>
                  <a:srgbClr val="46424D"/>
                </a:solidFill>
                <a:latin typeface="Arial MT"/>
                <a:cs typeface="Arial MT"/>
              </a:rPr>
              <a:t> </a:t>
            </a:r>
            <a:r>
              <a:rPr sz="2400" dirty="0">
                <a:solidFill>
                  <a:srgbClr val="46424D"/>
                </a:solidFill>
                <a:latin typeface="Arial MT"/>
                <a:cs typeface="Arial MT"/>
              </a:rPr>
              <a:t>the</a:t>
            </a:r>
            <a:r>
              <a:rPr sz="2400" spc="-10" dirty="0">
                <a:solidFill>
                  <a:srgbClr val="46424D"/>
                </a:solidFill>
                <a:latin typeface="Arial MT"/>
                <a:cs typeface="Arial MT"/>
              </a:rPr>
              <a:t> </a:t>
            </a:r>
            <a:r>
              <a:rPr sz="2400" spc="-5" dirty="0">
                <a:solidFill>
                  <a:srgbClr val="46424D"/>
                </a:solidFill>
                <a:latin typeface="Arial MT"/>
                <a:cs typeface="Arial MT"/>
              </a:rPr>
              <a:t>software and </a:t>
            </a:r>
            <a:r>
              <a:rPr sz="2400" spc="-650" dirty="0">
                <a:solidFill>
                  <a:srgbClr val="46424D"/>
                </a:solidFill>
                <a:latin typeface="Arial MT"/>
                <a:cs typeface="Arial MT"/>
              </a:rPr>
              <a:t> </a:t>
            </a:r>
            <a:r>
              <a:rPr sz="2400" spc="-5" dirty="0">
                <a:solidFill>
                  <a:srgbClr val="46424D"/>
                </a:solidFill>
                <a:latin typeface="Arial MT"/>
                <a:cs typeface="Arial MT"/>
              </a:rPr>
              <a:t>so </a:t>
            </a:r>
            <a:r>
              <a:rPr sz="2400" dirty="0">
                <a:solidFill>
                  <a:srgbClr val="46424D"/>
                </a:solidFill>
                <a:latin typeface="Arial MT"/>
                <a:cs typeface="Arial MT"/>
              </a:rPr>
              <a:t>reduces</a:t>
            </a:r>
            <a:r>
              <a:rPr sz="2400" spc="5" dirty="0">
                <a:solidFill>
                  <a:srgbClr val="46424D"/>
                </a:solidFill>
                <a:latin typeface="Arial MT"/>
                <a:cs typeface="Arial MT"/>
              </a:rPr>
              <a:t> </a:t>
            </a:r>
            <a:r>
              <a:rPr sz="2400" dirty="0">
                <a:solidFill>
                  <a:srgbClr val="46424D"/>
                </a:solidFill>
                <a:latin typeface="Arial MT"/>
                <a:cs typeface="Arial MT"/>
              </a:rPr>
              <a:t>the </a:t>
            </a:r>
            <a:r>
              <a:rPr sz="2400" spc="-5" dirty="0">
                <a:solidFill>
                  <a:srgbClr val="46424D"/>
                </a:solidFill>
                <a:latin typeface="Arial MT"/>
                <a:cs typeface="Arial MT"/>
              </a:rPr>
              <a:t>need</a:t>
            </a:r>
            <a:r>
              <a:rPr sz="2400" spc="10" dirty="0">
                <a:solidFill>
                  <a:srgbClr val="46424D"/>
                </a:solidFill>
                <a:latin typeface="Arial MT"/>
                <a:cs typeface="Arial MT"/>
              </a:rPr>
              <a:t> </a:t>
            </a:r>
            <a:r>
              <a:rPr sz="2400" dirty="0">
                <a:solidFill>
                  <a:srgbClr val="46424D"/>
                </a:solidFill>
                <a:latin typeface="Arial MT"/>
                <a:cs typeface="Arial MT"/>
              </a:rPr>
              <a:t>for</a:t>
            </a:r>
            <a:r>
              <a:rPr sz="2400" spc="-20" dirty="0">
                <a:solidFill>
                  <a:srgbClr val="46424D"/>
                </a:solidFill>
                <a:latin typeface="Arial MT"/>
                <a:cs typeface="Arial MT"/>
              </a:rPr>
              <a:t> </a:t>
            </a:r>
            <a:r>
              <a:rPr sz="2400" dirty="0">
                <a:solidFill>
                  <a:srgbClr val="46424D"/>
                </a:solidFill>
                <a:latin typeface="Arial MT"/>
                <a:cs typeface="Arial MT"/>
              </a:rPr>
              <a:t>documentation.</a:t>
            </a:r>
            <a:endParaRPr sz="2400" dirty="0">
              <a:latin typeface="Arial MT"/>
              <a:cs typeface="Arial MT"/>
            </a:endParaRPr>
          </a:p>
          <a:p>
            <a:pPr marL="355600" indent="-342900">
              <a:lnSpc>
                <a:spcPct val="100000"/>
              </a:lnSpc>
              <a:spcBef>
                <a:spcPts val="1200"/>
              </a:spcBef>
              <a:buFont typeface="Wingdings"/>
              <a:buChar char=""/>
              <a:tabLst>
                <a:tab pos="355600" algn="l"/>
              </a:tabLst>
            </a:pPr>
            <a:r>
              <a:rPr sz="2400" spc="-5" dirty="0">
                <a:solidFill>
                  <a:srgbClr val="46424D"/>
                </a:solidFill>
                <a:latin typeface="Arial MT"/>
                <a:cs typeface="Arial MT"/>
              </a:rPr>
              <a:t>Changes</a:t>
            </a:r>
            <a:r>
              <a:rPr sz="2400" spc="20" dirty="0">
                <a:solidFill>
                  <a:srgbClr val="46424D"/>
                </a:solidFill>
                <a:latin typeface="Arial MT"/>
                <a:cs typeface="Arial MT"/>
              </a:rPr>
              <a:t> </a:t>
            </a:r>
            <a:r>
              <a:rPr sz="2400" dirty="0">
                <a:solidFill>
                  <a:srgbClr val="46424D"/>
                </a:solidFill>
                <a:latin typeface="Arial MT"/>
                <a:cs typeface="Arial MT"/>
              </a:rPr>
              <a:t>are</a:t>
            </a:r>
            <a:r>
              <a:rPr sz="2400" spc="-5" dirty="0">
                <a:solidFill>
                  <a:srgbClr val="46424D"/>
                </a:solidFill>
                <a:latin typeface="Arial MT"/>
                <a:cs typeface="Arial MT"/>
              </a:rPr>
              <a:t> </a:t>
            </a:r>
            <a:r>
              <a:rPr sz="2400" dirty="0">
                <a:solidFill>
                  <a:srgbClr val="46424D"/>
                </a:solidFill>
                <a:latin typeface="Arial MT"/>
                <a:cs typeface="Arial MT"/>
              </a:rPr>
              <a:t>easier</a:t>
            </a:r>
            <a:r>
              <a:rPr sz="2400" spc="10" dirty="0">
                <a:solidFill>
                  <a:srgbClr val="46424D"/>
                </a:solidFill>
                <a:latin typeface="Arial MT"/>
                <a:cs typeface="Arial MT"/>
              </a:rPr>
              <a:t> </a:t>
            </a:r>
            <a:r>
              <a:rPr sz="2400" dirty="0">
                <a:solidFill>
                  <a:srgbClr val="46424D"/>
                </a:solidFill>
                <a:latin typeface="Arial MT"/>
                <a:cs typeface="Arial MT"/>
              </a:rPr>
              <a:t>to make</a:t>
            </a:r>
            <a:r>
              <a:rPr sz="2400" spc="-5" dirty="0">
                <a:solidFill>
                  <a:srgbClr val="46424D"/>
                </a:solidFill>
                <a:latin typeface="Arial MT"/>
                <a:cs typeface="Arial MT"/>
              </a:rPr>
              <a:t> </a:t>
            </a:r>
            <a:r>
              <a:rPr sz="2400" dirty="0">
                <a:solidFill>
                  <a:srgbClr val="46424D"/>
                </a:solidFill>
                <a:latin typeface="Arial MT"/>
                <a:cs typeface="Arial MT"/>
              </a:rPr>
              <a:t>because</a:t>
            </a:r>
            <a:r>
              <a:rPr sz="2400" spc="5" dirty="0">
                <a:solidFill>
                  <a:srgbClr val="46424D"/>
                </a:solidFill>
                <a:latin typeface="Arial MT"/>
                <a:cs typeface="Arial MT"/>
              </a:rPr>
              <a:t> </a:t>
            </a:r>
            <a:r>
              <a:rPr sz="2400" dirty="0">
                <a:solidFill>
                  <a:srgbClr val="46424D"/>
                </a:solidFill>
                <a:latin typeface="Arial MT"/>
                <a:cs typeface="Arial MT"/>
              </a:rPr>
              <a:t>the code</a:t>
            </a:r>
            <a:r>
              <a:rPr sz="2400" spc="-5" dirty="0">
                <a:solidFill>
                  <a:srgbClr val="46424D"/>
                </a:solidFill>
                <a:latin typeface="Arial MT"/>
                <a:cs typeface="Arial MT"/>
              </a:rPr>
              <a:t> </a:t>
            </a:r>
            <a:r>
              <a:rPr sz="2400" dirty="0">
                <a:solidFill>
                  <a:srgbClr val="46424D"/>
                </a:solidFill>
                <a:latin typeface="Arial MT"/>
                <a:cs typeface="Arial MT"/>
              </a:rPr>
              <a:t>is </a:t>
            </a:r>
            <a:r>
              <a:rPr sz="2400" spc="-15" dirty="0">
                <a:solidFill>
                  <a:srgbClr val="46424D"/>
                </a:solidFill>
                <a:latin typeface="Arial MT"/>
                <a:cs typeface="Arial MT"/>
              </a:rPr>
              <a:t>well-</a:t>
            </a:r>
            <a:endParaRPr sz="2400" dirty="0">
              <a:latin typeface="Arial MT"/>
              <a:cs typeface="Arial MT"/>
            </a:endParaRPr>
          </a:p>
          <a:p>
            <a:pPr marL="355600">
              <a:lnSpc>
                <a:spcPct val="100000"/>
              </a:lnSpc>
              <a:spcBef>
                <a:spcPts val="5"/>
              </a:spcBef>
            </a:pPr>
            <a:r>
              <a:rPr sz="2400" dirty="0">
                <a:solidFill>
                  <a:srgbClr val="46424D"/>
                </a:solidFill>
                <a:latin typeface="Arial MT"/>
                <a:cs typeface="Arial MT"/>
              </a:rPr>
              <a:t>structured</a:t>
            </a:r>
            <a:r>
              <a:rPr sz="2400" spc="-30" dirty="0">
                <a:solidFill>
                  <a:srgbClr val="46424D"/>
                </a:solidFill>
                <a:latin typeface="Arial MT"/>
                <a:cs typeface="Arial MT"/>
              </a:rPr>
              <a:t> </a:t>
            </a:r>
            <a:r>
              <a:rPr sz="2400" spc="-5" dirty="0">
                <a:solidFill>
                  <a:srgbClr val="46424D"/>
                </a:solidFill>
                <a:latin typeface="Arial MT"/>
                <a:cs typeface="Arial MT"/>
              </a:rPr>
              <a:t>and</a:t>
            </a:r>
            <a:r>
              <a:rPr sz="2400" spc="-20" dirty="0">
                <a:solidFill>
                  <a:srgbClr val="46424D"/>
                </a:solidFill>
                <a:latin typeface="Arial MT"/>
                <a:cs typeface="Arial MT"/>
              </a:rPr>
              <a:t> </a:t>
            </a:r>
            <a:r>
              <a:rPr sz="2400" spc="-25" dirty="0">
                <a:solidFill>
                  <a:srgbClr val="46424D"/>
                </a:solidFill>
                <a:latin typeface="Arial MT"/>
                <a:cs typeface="Arial MT"/>
              </a:rPr>
              <a:t>clear.</a:t>
            </a:r>
            <a:endParaRPr sz="2400" dirty="0">
              <a:latin typeface="Arial MT"/>
              <a:cs typeface="Arial MT"/>
            </a:endParaRPr>
          </a:p>
          <a:p>
            <a:pPr marL="355600" marR="1276350" indent="-342900">
              <a:lnSpc>
                <a:spcPct val="100000"/>
              </a:lnSpc>
              <a:spcBef>
                <a:spcPts val="1200"/>
              </a:spcBef>
              <a:buFont typeface="Wingdings"/>
              <a:buChar char=""/>
              <a:tabLst>
                <a:tab pos="355600" algn="l"/>
              </a:tabLst>
            </a:pPr>
            <a:r>
              <a:rPr sz="2400" spc="-20" dirty="0">
                <a:solidFill>
                  <a:srgbClr val="46424D"/>
                </a:solidFill>
                <a:latin typeface="Arial MT"/>
                <a:cs typeface="Arial MT"/>
              </a:rPr>
              <a:t>However,</a:t>
            </a:r>
            <a:r>
              <a:rPr sz="2400" spc="30" dirty="0">
                <a:solidFill>
                  <a:srgbClr val="46424D"/>
                </a:solidFill>
                <a:latin typeface="Arial MT"/>
                <a:cs typeface="Arial MT"/>
              </a:rPr>
              <a:t> </a:t>
            </a:r>
            <a:r>
              <a:rPr sz="2400" dirty="0">
                <a:solidFill>
                  <a:srgbClr val="46424D"/>
                </a:solidFill>
                <a:latin typeface="Arial MT"/>
                <a:cs typeface="Arial MT"/>
              </a:rPr>
              <a:t>some</a:t>
            </a:r>
            <a:r>
              <a:rPr sz="2400" spc="15" dirty="0">
                <a:solidFill>
                  <a:srgbClr val="46424D"/>
                </a:solidFill>
                <a:latin typeface="Arial MT"/>
                <a:cs typeface="Arial MT"/>
              </a:rPr>
              <a:t> </a:t>
            </a:r>
            <a:r>
              <a:rPr sz="2400" spc="-5" dirty="0">
                <a:solidFill>
                  <a:srgbClr val="46424D"/>
                </a:solidFill>
                <a:latin typeface="Arial MT"/>
                <a:cs typeface="Arial MT"/>
              </a:rPr>
              <a:t>changes</a:t>
            </a:r>
            <a:r>
              <a:rPr sz="2400" spc="35" dirty="0">
                <a:solidFill>
                  <a:srgbClr val="46424D"/>
                </a:solidFill>
                <a:latin typeface="Arial MT"/>
                <a:cs typeface="Arial MT"/>
              </a:rPr>
              <a:t> </a:t>
            </a:r>
            <a:r>
              <a:rPr sz="2400" spc="-5" dirty="0">
                <a:solidFill>
                  <a:srgbClr val="46424D"/>
                </a:solidFill>
                <a:latin typeface="Arial MT"/>
                <a:cs typeface="Arial MT"/>
              </a:rPr>
              <a:t>requires</a:t>
            </a:r>
            <a:r>
              <a:rPr sz="2400" spc="30" dirty="0">
                <a:solidFill>
                  <a:srgbClr val="46424D"/>
                </a:solidFill>
                <a:latin typeface="Arial MT"/>
                <a:cs typeface="Arial MT"/>
              </a:rPr>
              <a:t> </a:t>
            </a:r>
            <a:r>
              <a:rPr sz="2400" spc="-5" dirty="0">
                <a:solidFill>
                  <a:srgbClr val="46424D"/>
                </a:solidFill>
                <a:latin typeface="Arial MT"/>
                <a:cs typeface="Arial MT"/>
              </a:rPr>
              <a:t>architecture </a:t>
            </a:r>
            <a:r>
              <a:rPr sz="2400" spc="-650" dirty="0">
                <a:solidFill>
                  <a:srgbClr val="46424D"/>
                </a:solidFill>
                <a:latin typeface="Arial MT"/>
                <a:cs typeface="Arial MT"/>
              </a:rPr>
              <a:t> </a:t>
            </a:r>
            <a:r>
              <a:rPr sz="2400" dirty="0">
                <a:solidFill>
                  <a:srgbClr val="46424D"/>
                </a:solidFill>
                <a:latin typeface="Arial MT"/>
                <a:cs typeface="Arial MT"/>
              </a:rPr>
              <a:t>refactoring</a:t>
            </a:r>
            <a:r>
              <a:rPr sz="2400" spc="-5" dirty="0">
                <a:solidFill>
                  <a:srgbClr val="46424D"/>
                </a:solidFill>
                <a:latin typeface="Arial MT"/>
                <a:cs typeface="Arial MT"/>
              </a:rPr>
              <a:t> </a:t>
            </a:r>
            <a:r>
              <a:rPr sz="2400" dirty="0">
                <a:solidFill>
                  <a:srgbClr val="46424D"/>
                </a:solidFill>
                <a:latin typeface="Arial MT"/>
                <a:cs typeface="Arial MT"/>
              </a:rPr>
              <a:t>and</a:t>
            </a:r>
            <a:r>
              <a:rPr sz="2400" spc="5" dirty="0">
                <a:solidFill>
                  <a:srgbClr val="46424D"/>
                </a:solidFill>
                <a:latin typeface="Arial MT"/>
                <a:cs typeface="Arial MT"/>
              </a:rPr>
              <a:t> </a:t>
            </a:r>
            <a:r>
              <a:rPr sz="2400" dirty="0">
                <a:solidFill>
                  <a:srgbClr val="46424D"/>
                </a:solidFill>
                <a:latin typeface="Arial MT"/>
                <a:cs typeface="Arial MT"/>
              </a:rPr>
              <a:t>this</a:t>
            </a:r>
            <a:r>
              <a:rPr sz="2400" spc="-15" dirty="0">
                <a:solidFill>
                  <a:srgbClr val="46424D"/>
                </a:solidFill>
                <a:latin typeface="Arial MT"/>
                <a:cs typeface="Arial MT"/>
              </a:rPr>
              <a:t> </a:t>
            </a:r>
            <a:r>
              <a:rPr sz="2400" dirty="0">
                <a:solidFill>
                  <a:srgbClr val="46424D"/>
                </a:solidFill>
                <a:latin typeface="Arial MT"/>
                <a:cs typeface="Arial MT"/>
              </a:rPr>
              <a:t>is much more</a:t>
            </a:r>
            <a:r>
              <a:rPr sz="2400" spc="-5" dirty="0">
                <a:solidFill>
                  <a:srgbClr val="46424D"/>
                </a:solidFill>
                <a:latin typeface="Arial MT"/>
                <a:cs typeface="Arial MT"/>
              </a:rPr>
              <a:t> expensive.</a:t>
            </a:r>
            <a:endParaRPr sz="2400" dirty="0">
              <a:latin typeface="Arial MT"/>
              <a:cs typeface="Arial MT"/>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3497579" cy="391160"/>
          </a:xfrm>
          <a:prstGeom prst="rect">
            <a:avLst/>
          </a:prstGeom>
        </p:spPr>
        <p:txBody>
          <a:bodyPr vert="horz" wrap="square" lIns="0" tIns="12700" rIns="0" bIns="0" rtlCol="0">
            <a:spAutoFit/>
          </a:bodyPr>
          <a:lstStyle/>
          <a:p>
            <a:pPr marL="12700">
              <a:lnSpc>
                <a:spcPct val="100000"/>
              </a:lnSpc>
              <a:spcBef>
                <a:spcPts val="100"/>
              </a:spcBef>
            </a:pPr>
            <a:r>
              <a:rPr spc="-5" dirty="0"/>
              <a:t>Examples</a:t>
            </a:r>
            <a:r>
              <a:rPr spc="-25" dirty="0"/>
              <a:t> </a:t>
            </a:r>
            <a:r>
              <a:rPr dirty="0"/>
              <a:t>of</a:t>
            </a:r>
            <a:r>
              <a:rPr spc="-50" dirty="0"/>
              <a:t> </a:t>
            </a:r>
            <a:r>
              <a:rPr dirty="0"/>
              <a:t>refactoring</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27</a:t>
            </a:fld>
            <a:endParaRPr dirty="0"/>
          </a:p>
        </p:txBody>
      </p:sp>
      <p:sp>
        <p:nvSpPr>
          <p:cNvPr id="3" name="object 3"/>
          <p:cNvSpPr txBox="1"/>
          <p:nvPr/>
        </p:nvSpPr>
        <p:spPr>
          <a:xfrm>
            <a:off x="535940" y="1626234"/>
            <a:ext cx="8078470" cy="2525395"/>
          </a:xfrm>
          <a:prstGeom prst="rect">
            <a:avLst/>
          </a:prstGeom>
        </p:spPr>
        <p:txBody>
          <a:bodyPr vert="horz" wrap="square" lIns="0" tIns="12700" rIns="0" bIns="0" rtlCol="0">
            <a:spAutoFit/>
          </a:bodyPr>
          <a:lstStyle/>
          <a:p>
            <a:pPr marL="355600" marR="106045" indent="-342900">
              <a:lnSpc>
                <a:spcPct val="100000"/>
              </a:lnSpc>
              <a:spcBef>
                <a:spcPts val="100"/>
              </a:spcBef>
              <a:buFont typeface="Wingdings"/>
              <a:buChar char=""/>
              <a:tabLst>
                <a:tab pos="355600" algn="l"/>
              </a:tabLst>
            </a:pPr>
            <a:r>
              <a:rPr sz="2400" spc="-5" dirty="0">
                <a:solidFill>
                  <a:srgbClr val="46424D"/>
                </a:solidFill>
                <a:latin typeface="Arial MT"/>
                <a:cs typeface="Arial MT"/>
              </a:rPr>
              <a:t>Re-organization</a:t>
            </a:r>
            <a:r>
              <a:rPr sz="2400" spc="45" dirty="0">
                <a:solidFill>
                  <a:srgbClr val="46424D"/>
                </a:solidFill>
                <a:latin typeface="Arial MT"/>
                <a:cs typeface="Arial MT"/>
              </a:rPr>
              <a:t> </a:t>
            </a:r>
            <a:r>
              <a:rPr sz="2400" dirty="0">
                <a:solidFill>
                  <a:srgbClr val="46424D"/>
                </a:solidFill>
                <a:latin typeface="Arial MT"/>
                <a:cs typeface="Arial MT"/>
              </a:rPr>
              <a:t>of</a:t>
            </a:r>
            <a:r>
              <a:rPr sz="2400" spc="5" dirty="0">
                <a:solidFill>
                  <a:srgbClr val="46424D"/>
                </a:solidFill>
                <a:latin typeface="Arial MT"/>
                <a:cs typeface="Arial MT"/>
              </a:rPr>
              <a:t> </a:t>
            </a:r>
            <a:r>
              <a:rPr sz="2400" spc="-5" dirty="0">
                <a:solidFill>
                  <a:srgbClr val="46424D"/>
                </a:solidFill>
                <a:latin typeface="Arial MT"/>
                <a:cs typeface="Arial MT"/>
              </a:rPr>
              <a:t>a class</a:t>
            </a:r>
            <a:r>
              <a:rPr sz="2400" spc="20" dirty="0">
                <a:solidFill>
                  <a:srgbClr val="46424D"/>
                </a:solidFill>
                <a:latin typeface="Arial MT"/>
                <a:cs typeface="Arial MT"/>
              </a:rPr>
              <a:t> </a:t>
            </a:r>
            <a:r>
              <a:rPr sz="2400" spc="-5" dirty="0">
                <a:solidFill>
                  <a:srgbClr val="46424D"/>
                </a:solidFill>
                <a:latin typeface="Arial MT"/>
                <a:cs typeface="Arial MT"/>
              </a:rPr>
              <a:t>hierarchy</a:t>
            </a:r>
            <a:r>
              <a:rPr sz="2400" spc="20" dirty="0">
                <a:solidFill>
                  <a:srgbClr val="46424D"/>
                </a:solidFill>
                <a:latin typeface="Arial MT"/>
                <a:cs typeface="Arial MT"/>
              </a:rPr>
              <a:t> </a:t>
            </a:r>
            <a:r>
              <a:rPr sz="2400" dirty="0">
                <a:solidFill>
                  <a:srgbClr val="46424D"/>
                </a:solidFill>
                <a:latin typeface="Arial MT"/>
                <a:cs typeface="Arial MT"/>
              </a:rPr>
              <a:t>to</a:t>
            </a:r>
            <a:r>
              <a:rPr sz="2400" spc="5" dirty="0">
                <a:solidFill>
                  <a:srgbClr val="46424D"/>
                </a:solidFill>
                <a:latin typeface="Arial MT"/>
                <a:cs typeface="Arial MT"/>
              </a:rPr>
              <a:t> </a:t>
            </a:r>
            <a:r>
              <a:rPr sz="2400" spc="-5" dirty="0">
                <a:solidFill>
                  <a:srgbClr val="46424D"/>
                </a:solidFill>
                <a:latin typeface="Arial MT"/>
                <a:cs typeface="Arial MT"/>
              </a:rPr>
              <a:t>remove</a:t>
            </a:r>
            <a:r>
              <a:rPr sz="2400" spc="5" dirty="0">
                <a:solidFill>
                  <a:srgbClr val="46424D"/>
                </a:solidFill>
                <a:latin typeface="Arial MT"/>
                <a:cs typeface="Arial MT"/>
              </a:rPr>
              <a:t> </a:t>
            </a:r>
            <a:r>
              <a:rPr sz="2400" spc="-5" dirty="0">
                <a:solidFill>
                  <a:srgbClr val="46424D"/>
                </a:solidFill>
                <a:latin typeface="Arial MT"/>
                <a:cs typeface="Arial MT"/>
              </a:rPr>
              <a:t>duplicate </a:t>
            </a:r>
            <a:r>
              <a:rPr sz="2400" spc="-650" dirty="0">
                <a:solidFill>
                  <a:srgbClr val="46424D"/>
                </a:solidFill>
                <a:latin typeface="Arial MT"/>
                <a:cs typeface="Arial MT"/>
              </a:rPr>
              <a:t> </a:t>
            </a:r>
            <a:r>
              <a:rPr sz="2400" spc="-5" dirty="0">
                <a:solidFill>
                  <a:srgbClr val="46424D"/>
                </a:solidFill>
                <a:latin typeface="Arial MT"/>
                <a:cs typeface="Arial MT"/>
              </a:rPr>
              <a:t>code.</a:t>
            </a:r>
            <a:endParaRPr sz="2400" dirty="0">
              <a:latin typeface="Arial MT"/>
              <a:cs typeface="Arial MT"/>
            </a:endParaRPr>
          </a:p>
          <a:p>
            <a:pPr marL="355600" indent="-342900">
              <a:lnSpc>
                <a:spcPct val="100000"/>
              </a:lnSpc>
              <a:spcBef>
                <a:spcPts val="1200"/>
              </a:spcBef>
              <a:buFont typeface="Wingdings"/>
              <a:buChar char=""/>
              <a:tabLst>
                <a:tab pos="355600" algn="l"/>
              </a:tabLst>
            </a:pPr>
            <a:r>
              <a:rPr sz="2400" spc="-15" dirty="0">
                <a:solidFill>
                  <a:srgbClr val="46424D"/>
                </a:solidFill>
                <a:latin typeface="Arial MT"/>
                <a:cs typeface="Arial MT"/>
              </a:rPr>
              <a:t>Tidying</a:t>
            </a:r>
            <a:r>
              <a:rPr sz="2400" spc="15" dirty="0">
                <a:solidFill>
                  <a:srgbClr val="46424D"/>
                </a:solidFill>
                <a:latin typeface="Arial MT"/>
                <a:cs typeface="Arial MT"/>
              </a:rPr>
              <a:t> </a:t>
            </a:r>
            <a:r>
              <a:rPr sz="2400" dirty="0">
                <a:solidFill>
                  <a:srgbClr val="46424D"/>
                </a:solidFill>
                <a:latin typeface="Arial MT"/>
                <a:cs typeface="Arial MT"/>
              </a:rPr>
              <a:t>up</a:t>
            </a:r>
            <a:r>
              <a:rPr sz="2400" spc="-5" dirty="0">
                <a:solidFill>
                  <a:srgbClr val="46424D"/>
                </a:solidFill>
                <a:latin typeface="Arial MT"/>
                <a:cs typeface="Arial MT"/>
              </a:rPr>
              <a:t> </a:t>
            </a:r>
            <a:r>
              <a:rPr sz="2400" dirty="0">
                <a:solidFill>
                  <a:srgbClr val="46424D"/>
                </a:solidFill>
                <a:latin typeface="Arial MT"/>
                <a:cs typeface="Arial MT"/>
              </a:rPr>
              <a:t>and</a:t>
            </a:r>
            <a:r>
              <a:rPr sz="2400" spc="-5" dirty="0">
                <a:solidFill>
                  <a:srgbClr val="46424D"/>
                </a:solidFill>
                <a:latin typeface="Arial MT"/>
                <a:cs typeface="Arial MT"/>
              </a:rPr>
              <a:t> </a:t>
            </a:r>
            <a:r>
              <a:rPr sz="2400" dirty="0">
                <a:solidFill>
                  <a:srgbClr val="46424D"/>
                </a:solidFill>
                <a:latin typeface="Arial MT"/>
                <a:cs typeface="Arial MT"/>
              </a:rPr>
              <a:t>renaming</a:t>
            </a:r>
            <a:r>
              <a:rPr sz="2400" spc="15" dirty="0">
                <a:solidFill>
                  <a:srgbClr val="46424D"/>
                </a:solidFill>
                <a:latin typeface="Arial MT"/>
                <a:cs typeface="Arial MT"/>
              </a:rPr>
              <a:t> </a:t>
            </a:r>
            <a:r>
              <a:rPr sz="2400" dirty="0">
                <a:solidFill>
                  <a:srgbClr val="46424D"/>
                </a:solidFill>
                <a:latin typeface="Arial MT"/>
                <a:cs typeface="Arial MT"/>
              </a:rPr>
              <a:t>attributes</a:t>
            </a:r>
            <a:r>
              <a:rPr sz="2400" spc="-5" dirty="0">
                <a:solidFill>
                  <a:srgbClr val="46424D"/>
                </a:solidFill>
                <a:latin typeface="Arial MT"/>
                <a:cs typeface="Arial MT"/>
              </a:rPr>
              <a:t> </a:t>
            </a:r>
            <a:r>
              <a:rPr sz="2400" dirty="0">
                <a:solidFill>
                  <a:srgbClr val="46424D"/>
                </a:solidFill>
                <a:latin typeface="Arial MT"/>
                <a:cs typeface="Arial MT"/>
              </a:rPr>
              <a:t>and methods</a:t>
            </a:r>
            <a:r>
              <a:rPr sz="2400" spc="-10" dirty="0">
                <a:solidFill>
                  <a:srgbClr val="46424D"/>
                </a:solidFill>
                <a:latin typeface="Arial MT"/>
                <a:cs typeface="Arial MT"/>
              </a:rPr>
              <a:t> </a:t>
            </a:r>
            <a:r>
              <a:rPr sz="2400" dirty="0">
                <a:solidFill>
                  <a:srgbClr val="46424D"/>
                </a:solidFill>
                <a:latin typeface="Arial MT"/>
                <a:cs typeface="Arial MT"/>
              </a:rPr>
              <a:t>to</a:t>
            </a:r>
            <a:r>
              <a:rPr sz="2400" spc="-25" dirty="0">
                <a:solidFill>
                  <a:srgbClr val="46424D"/>
                </a:solidFill>
                <a:latin typeface="Arial MT"/>
                <a:cs typeface="Arial MT"/>
              </a:rPr>
              <a:t> </a:t>
            </a:r>
            <a:r>
              <a:rPr sz="2400" dirty="0">
                <a:solidFill>
                  <a:srgbClr val="46424D"/>
                </a:solidFill>
                <a:latin typeface="Arial MT"/>
                <a:cs typeface="Arial MT"/>
              </a:rPr>
              <a:t>make</a:t>
            </a:r>
            <a:endParaRPr sz="2400" dirty="0">
              <a:latin typeface="Arial MT"/>
              <a:cs typeface="Arial MT"/>
            </a:endParaRPr>
          </a:p>
          <a:p>
            <a:pPr marL="355600">
              <a:lnSpc>
                <a:spcPct val="100000"/>
              </a:lnSpc>
            </a:pPr>
            <a:r>
              <a:rPr sz="2400" spc="-5" dirty="0">
                <a:solidFill>
                  <a:srgbClr val="46424D"/>
                </a:solidFill>
                <a:latin typeface="Arial MT"/>
                <a:cs typeface="Arial MT"/>
              </a:rPr>
              <a:t>them easier</a:t>
            </a:r>
            <a:r>
              <a:rPr sz="2400" dirty="0">
                <a:solidFill>
                  <a:srgbClr val="46424D"/>
                </a:solidFill>
                <a:latin typeface="Arial MT"/>
                <a:cs typeface="Arial MT"/>
              </a:rPr>
              <a:t> to</a:t>
            </a:r>
            <a:r>
              <a:rPr sz="2400" spc="-15" dirty="0">
                <a:solidFill>
                  <a:srgbClr val="46424D"/>
                </a:solidFill>
                <a:latin typeface="Arial MT"/>
                <a:cs typeface="Arial MT"/>
              </a:rPr>
              <a:t> </a:t>
            </a:r>
            <a:r>
              <a:rPr sz="2400" dirty="0">
                <a:solidFill>
                  <a:srgbClr val="46424D"/>
                </a:solidFill>
                <a:latin typeface="Arial MT"/>
                <a:cs typeface="Arial MT"/>
              </a:rPr>
              <a:t>understand.</a:t>
            </a:r>
            <a:endParaRPr sz="2400" dirty="0">
              <a:latin typeface="Arial MT"/>
              <a:cs typeface="Arial MT"/>
            </a:endParaRPr>
          </a:p>
          <a:p>
            <a:pPr marL="355600" marR="28575" indent="-342900">
              <a:lnSpc>
                <a:spcPct val="100000"/>
              </a:lnSpc>
              <a:spcBef>
                <a:spcPts val="1200"/>
              </a:spcBef>
              <a:buFont typeface="Wingdings"/>
              <a:buChar char=""/>
              <a:tabLst>
                <a:tab pos="355600" algn="l"/>
              </a:tabLst>
            </a:pPr>
            <a:r>
              <a:rPr sz="2400" dirty="0">
                <a:solidFill>
                  <a:srgbClr val="46424D"/>
                </a:solidFill>
                <a:latin typeface="Arial MT"/>
                <a:cs typeface="Arial MT"/>
              </a:rPr>
              <a:t>The</a:t>
            </a:r>
            <a:r>
              <a:rPr sz="2400" spc="-5" dirty="0">
                <a:solidFill>
                  <a:srgbClr val="46424D"/>
                </a:solidFill>
                <a:latin typeface="Arial MT"/>
                <a:cs typeface="Arial MT"/>
              </a:rPr>
              <a:t> </a:t>
            </a:r>
            <a:r>
              <a:rPr sz="2400" dirty="0">
                <a:solidFill>
                  <a:srgbClr val="46424D"/>
                </a:solidFill>
                <a:latin typeface="Arial MT"/>
                <a:cs typeface="Arial MT"/>
              </a:rPr>
              <a:t>replacement</a:t>
            </a:r>
            <a:r>
              <a:rPr sz="2400" spc="15" dirty="0">
                <a:solidFill>
                  <a:srgbClr val="46424D"/>
                </a:solidFill>
                <a:latin typeface="Arial MT"/>
                <a:cs typeface="Arial MT"/>
              </a:rPr>
              <a:t> </a:t>
            </a:r>
            <a:r>
              <a:rPr sz="2400" dirty="0">
                <a:solidFill>
                  <a:srgbClr val="46424D"/>
                </a:solidFill>
                <a:latin typeface="Arial MT"/>
                <a:cs typeface="Arial MT"/>
              </a:rPr>
              <a:t>of</a:t>
            </a:r>
            <a:r>
              <a:rPr sz="2400" spc="-5" dirty="0">
                <a:solidFill>
                  <a:srgbClr val="46424D"/>
                </a:solidFill>
                <a:latin typeface="Arial MT"/>
                <a:cs typeface="Arial MT"/>
              </a:rPr>
              <a:t> inline</a:t>
            </a:r>
            <a:r>
              <a:rPr sz="2400" spc="30" dirty="0">
                <a:solidFill>
                  <a:srgbClr val="46424D"/>
                </a:solidFill>
                <a:latin typeface="Arial MT"/>
                <a:cs typeface="Arial MT"/>
              </a:rPr>
              <a:t> </a:t>
            </a:r>
            <a:r>
              <a:rPr sz="2400" spc="-5" dirty="0">
                <a:solidFill>
                  <a:srgbClr val="46424D"/>
                </a:solidFill>
                <a:latin typeface="Arial MT"/>
                <a:cs typeface="Arial MT"/>
              </a:rPr>
              <a:t>code</a:t>
            </a:r>
            <a:r>
              <a:rPr sz="2400" spc="10" dirty="0">
                <a:solidFill>
                  <a:srgbClr val="46424D"/>
                </a:solidFill>
                <a:latin typeface="Arial MT"/>
                <a:cs typeface="Arial MT"/>
              </a:rPr>
              <a:t> </a:t>
            </a:r>
            <a:r>
              <a:rPr sz="2400" spc="-5" dirty="0">
                <a:solidFill>
                  <a:srgbClr val="46424D"/>
                </a:solidFill>
                <a:latin typeface="Arial MT"/>
                <a:cs typeface="Arial MT"/>
              </a:rPr>
              <a:t>with</a:t>
            </a:r>
            <a:r>
              <a:rPr sz="2400" dirty="0">
                <a:solidFill>
                  <a:srgbClr val="46424D"/>
                </a:solidFill>
                <a:latin typeface="Arial MT"/>
                <a:cs typeface="Arial MT"/>
              </a:rPr>
              <a:t> </a:t>
            </a:r>
            <a:r>
              <a:rPr sz="2400" spc="-5" dirty="0">
                <a:solidFill>
                  <a:srgbClr val="46424D"/>
                </a:solidFill>
                <a:latin typeface="Arial MT"/>
                <a:cs typeface="Arial MT"/>
              </a:rPr>
              <a:t>calls</a:t>
            </a:r>
            <a:r>
              <a:rPr sz="2400" spc="15" dirty="0">
                <a:solidFill>
                  <a:srgbClr val="46424D"/>
                </a:solidFill>
                <a:latin typeface="Arial MT"/>
                <a:cs typeface="Arial MT"/>
              </a:rPr>
              <a:t> </a:t>
            </a:r>
            <a:r>
              <a:rPr sz="2400" dirty="0">
                <a:solidFill>
                  <a:srgbClr val="46424D"/>
                </a:solidFill>
                <a:latin typeface="Arial MT"/>
                <a:cs typeface="Arial MT"/>
              </a:rPr>
              <a:t>to</a:t>
            </a:r>
            <a:r>
              <a:rPr sz="2400" spc="-5" dirty="0">
                <a:solidFill>
                  <a:srgbClr val="46424D"/>
                </a:solidFill>
                <a:latin typeface="Arial MT"/>
                <a:cs typeface="Arial MT"/>
              </a:rPr>
              <a:t> </a:t>
            </a:r>
            <a:r>
              <a:rPr sz="2400" dirty="0">
                <a:solidFill>
                  <a:srgbClr val="46424D"/>
                </a:solidFill>
                <a:latin typeface="Arial MT"/>
                <a:cs typeface="Arial MT"/>
              </a:rPr>
              <a:t>methods</a:t>
            </a:r>
            <a:r>
              <a:rPr sz="2400" spc="-5" dirty="0">
                <a:solidFill>
                  <a:srgbClr val="46424D"/>
                </a:solidFill>
                <a:latin typeface="Arial MT"/>
                <a:cs typeface="Arial MT"/>
              </a:rPr>
              <a:t> </a:t>
            </a:r>
            <a:r>
              <a:rPr sz="2400" dirty="0">
                <a:solidFill>
                  <a:srgbClr val="46424D"/>
                </a:solidFill>
                <a:latin typeface="Arial MT"/>
                <a:cs typeface="Arial MT"/>
              </a:rPr>
              <a:t>that </a:t>
            </a:r>
            <a:r>
              <a:rPr sz="2400" spc="-655" dirty="0">
                <a:solidFill>
                  <a:srgbClr val="46424D"/>
                </a:solidFill>
                <a:latin typeface="Arial MT"/>
                <a:cs typeface="Arial MT"/>
              </a:rPr>
              <a:t> </a:t>
            </a:r>
            <a:r>
              <a:rPr sz="2400" dirty="0">
                <a:solidFill>
                  <a:srgbClr val="46424D"/>
                </a:solidFill>
                <a:latin typeface="Arial MT"/>
                <a:cs typeface="Arial MT"/>
              </a:rPr>
              <a:t>have</a:t>
            </a:r>
            <a:r>
              <a:rPr sz="2400" spc="5" dirty="0">
                <a:solidFill>
                  <a:srgbClr val="46424D"/>
                </a:solidFill>
                <a:latin typeface="Arial MT"/>
                <a:cs typeface="Arial MT"/>
              </a:rPr>
              <a:t> </a:t>
            </a:r>
            <a:r>
              <a:rPr sz="2400" dirty="0">
                <a:solidFill>
                  <a:srgbClr val="46424D"/>
                </a:solidFill>
                <a:latin typeface="Arial MT"/>
                <a:cs typeface="Arial MT"/>
              </a:rPr>
              <a:t>been</a:t>
            </a:r>
            <a:r>
              <a:rPr sz="2400" spc="5" dirty="0">
                <a:solidFill>
                  <a:srgbClr val="46424D"/>
                </a:solidFill>
                <a:latin typeface="Arial MT"/>
                <a:cs typeface="Arial MT"/>
              </a:rPr>
              <a:t> </a:t>
            </a:r>
            <a:r>
              <a:rPr sz="2400" spc="-5" dirty="0">
                <a:solidFill>
                  <a:srgbClr val="46424D"/>
                </a:solidFill>
                <a:latin typeface="Arial MT"/>
                <a:cs typeface="Arial MT"/>
              </a:rPr>
              <a:t>included</a:t>
            </a:r>
            <a:r>
              <a:rPr sz="2400" spc="30" dirty="0">
                <a:solidFill>
                  <a:srgbClr val="46424D"/>
                </a:solidFill>
                <a:latin typeface="Arial MT"/>
                <a:cs typeface="Arial MT"/>
              </a:rPr>
              <a:t> </a:t>
            </a:r>
            <a:r>
              <a:rPr sz="2400" dirty="0">
                <a:solidFill>
                  <a:srgbClr val="46424D"/>
                </a:solidFill>
                <a:latin typeface="Arial MT"/>
                <a:cs typeface="Arial MT"/>
              </a:rPr>
              <a:t>in a program</a:t>
            </a:r>
            <a:r>
              <a:rPr sz="2400" spc="5" dirty="0">
                <a:solidFill>
                  <a:srgbClr val="46424D"/>
                </a:solidFill>
                <a:latin typeface="Arial MT"/>
                <a:cs typeface="Arial MT"/>
              </a:rPr>
              <a:t> </a:t>
            </a:r>
            <a:r>
              <a:rPr sz="2400" spc="-25" dirty="0">
                <a:solidFill>
                  <a:srgbClr val="46424D"/>
                </a:solidFill>
                <a:latin typeface="Arial MT"/>
                <a:cs typeface="Arial MT"/>
              </a:rPr>
              <a:t>library.</a:t>
            </a:r>
            <a:endParaRPr sz="2400" dirty="0">
              <a:latin typeface="Arial MT"/>
              <a:cs typeface="Arial MT"/>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3271520" cy="391160"/>
          </a:xfrm>
          <a:prstGeom prst="rect">
            <a:avLst/>
          </a:prstGeom>
        </p:spPr>
        <p:txBody>
          <a:bodyPr vert="horz" wrap="square" lIns="0" tIns="12700" rIns="0" bIns="0" rtlCol="0">
            <a:spAutoFit/>
          </a:bodyPr>
          <a:lstStyle/>
          <a:p>
            <a:pPr marL="12700">
              <a:lnSpc>
                <a:spcPct val="100000"/>
              </a:lnSpc>
              <a:spcBef>
                <a:spcPts val="100"/>
              </a:spcBef>
            </a:pPr>
            <a:r>
              <a:rPr spc="-20" dirty="0"/>
              <a:t>Test-first</a:t>
            </a:r>
            <a:r>
              <a:rPr spc="-40" dirty="0"/>
              <a:t> </a:t>
            </a:r>
            <a:r>
              <a:rPr spc="-5" dirty="0"/>
              <a:t>development</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28</a:t>
            </a:fld>
            <a:endParaRPr dirty="0"/>
          </a:p>
        </p:txBody>
      </p:sp>
      <p:sp>
        <p:nvSpPr>
          <p:cNvPr id="3" name="object 3"/>
          <p:cNvSpPr txBox="1"/>
          <p:nvPr/>
        </p:nvSpPr>
        <p:spPr>
          <a:xfrm>
            <a:off x="535940" y="1626234"/>
            <a:ext cx="7747000" cy="3509010"/>
          </a:xfrm>
          <a:prstGeom prst="rect">
            <a:avLst/>
          </a:prstGeom>
        </p:spPr>
        <p:txBody>
          <a:bodyPr vert="horz" wrap="square" lIns="0" tIns="12700" rIns="0" bIns="0" rtlCol="0">
            <a:spAutoFit/>
          </a:bodyPr>
          <a:lstStyle/>
          <a:p>
            <a:pPr marL="355600" marR="709930" indent="-342900" algn="just">
              <a:lnSpc>
                <a:spcPct val="100000"/>
              </a:lnSpc>
              <a:spcBef>
                <a:spcPts val="100"/>
              </a:spcBef>
              <a:buFont typeface="Wingdings"/>
              <a:buChar char=""/>
              <a:tabLst>
                <a:tab pos="355600" algn="l"/>
              </a:tabLst>
            </a:pPr>
            <a:r>
              <a:rPr sz="2400" spc="-40" dirty="0">
                <a:solidFill>
                  <a:srgbClr val="46424D"/>
                </a:solidFill>
                <a:latin typeface="Arial MT"/>
                <a:cs typeface="Arial MT"/>
              </a:rPr>
              <a:t>Testing </a:t>
            </a:r>
            <a:r>
              <a:rPr sz="2400" spc="-5" dirty="0">
                <a:solidFill>
                  <a:srgbClr val="46424D"/>
                </a:solidFill>
                <a:latin typeface="Arial MT"/>
                <a:cs typeface="Arial MT"/>
              </a:rPr>
              <a:t>is </a:t>
            </a:r>
            <a:r>
              <a:rPr sz="2400" dirty="0">
                <a:solidFill>
                  <a:srgbClr val="46424D"/>
                </a:solidFill>
                <a:latin typeface="Arial MT"/>
                <a:cs typeface="Arial MT"/>
              </a:rPr>
              <a:t>central to XP </a:t>
            </a:r>
            <a:r>
              <a:rPr sz="2400" spc="-5" dirty="0">
                <a:solidFill>
                  <a:srgbClr val="46424D"/>
                </a:solidFill>
                <a:latin typeface="Arial MT"/>
                <a:cs typeface="Arial MT"/>
              </a:rPr>
              <a:t>and </a:t>
            </a:r>
            <a:r>
              <a:rPr sz="2400" dirty="0">
                <a:solidFill>
                  <a:srgbClr val="46424D"/>
                </a:solidFill>
                <a:latin typeface="Arial MT"/>
                <a:cs typeface="Arial MT"/>
              </a:rPr>
              <a:t>XP </a:t>
            </a:r>
            <a:r>
              <a:rPr sz="2400" spc="-5" dirty="0">
                <a:solidFill>
                  <a:srgbClr val="46424D"/>
                </a:solidFill>
                <a:latin typeface="Arial MT"/>
                <a:cs typeface="Arial MT"/>
              </a:rPr>
              <a:t>has </a:t>
            </a:r>
            <a:r>
              <a:rPr sz="2400" dirty="0">
                <a:solidFill>
                  <a:srgbClr val="46424D"/>
                </a:solidFill>
                <a:latin typeface="Arial MT"/>
                <a:cs typeface="Arial MT"/>
              </a:rPr>
              <a:t>developed </a:t>
            </a:r>
            <a:r>
              <a:rPr sz="2400" spc="-5" dirty="0">
                <a:solidFill>
                  <a:srgbClr val="46424D"/>
                </a:solidFill>
                <a:latin typeface="Arial MT"/>
                <a:cs typeface="Arial MT"/>
              </a:rPr>
              <a:t>an </a:t>
            </a:r>
            <a:r>
              <a:rPr sz="2400" spc="-660" dirty="0">
                <a:solidFill>
                  <a:srgbClr val="46424D"/>
                </a:solidFill>
                <a:latin typeface="Arial MT"/>
                <a:cs typeface="Arial MT"/>
              </a:rPr>
              <a:t> </a:t>
            </a:r>
            <a:r>
              <a:rPr sz="2400" spc="-5" dirty="0">
                <a:solidFill>
                  <a:srgbClr val="46424D"/>
                </a:solidFill>
                <a:latin typeface="Arial MT"/>
                <a:cs typeface="Arial MT"/>
              </a:rPr>
              <a:t>approach where </a:t>
            </a:r>
            <a:r>
              <a:rPr sz="2400" dirty="0">
                <a:solidFill>
                  <a:srgbClr val="46424D"/>
                </a:solidFill>
                <a:latin typeface="Arial MT"/>
                <a:cs typeface="Arial MT"/>
              </a:rPr>
              <a:t>the </a:t>
            </a:r>
            <a:r>
              <a:rPr sz="2400" spc="-5" dirty="0">
                <a:solidFill>
                  <a:srgbClr val="46424D"/>
                </a:solidFill>
                <a:latin typeface="Arial MT"/>
                <a:cs typeface="Arial MT"/>
              </a:rPr>
              <a:t>program is </a:t>
            </a:r>
            <a:r>
              <a:rPr sz="2400" dirty="0">
                <a:solidFill>
                  <a:srgbClr val="46424D"/>
                </a:solidFill>
                <a:latin typeface="Arial MT"/>
                <a:cs typeface="Arial MT"/>
              </a:rPr>
              <a:t>tested after </a:t>
            </a:r>
            <a:r>
              <a:rPr sz="2400" spc="-5" dirty="0">
                <a:solidFill>
                  <a:srgbClr val="46424D"/>
                </a:solidFill>
                <a:latin typeface="Arial MT"/>
                <a:cs typeface="Arial MT"/>
              </a:rPr>
              <a:t>every </a:t>
            </a:r>
            <a:r>
              <a:rPr sz="2400" spc="-655" dirty="0">
                <a:solidFill>
                  <a:srgbClr val="46424D"/>
                </a:solidFill>
                <a:latin typeface="Arial MT"/>
                <a:cs typeface="Arial MT"/>
              </a:rPr>
              <a:t> </a:t>
            </a:r>
            <a:r>
              <a:rPr sz="2400" spc="-5" dirty="0">
                <a:solidFill>
                  <a:srgbClr val="46424D"/>
                </a:solidFill>
                <a:latin typeface="Arial MT"/>
                <a:cs typeface="Arial MT"/>
              </a:rPr>
              <a:t>change</a:t>
            </a:r>
            <a:r>
              <a:rPr sz="2400" spc="10" dirty="0">
                <a:solidFill>
                  <a:srgbClr val="46424D"/>
                </a:solidFill>
                <a:latin typeface="Arial MT"/>
                <a:cs typeface="Arial MT"/>
              </a:rPr>
              <a:t> </a:t>
            </a:r>
            <a:r>
              <a:rPr sz="2400" spc="-5" dirty="0">
                <a:solidFill>
                  <a:srgbClr val="46424D"/>
                </a:solidFill>
                <a:latin typeface="Arial MT"/>
                <a:cs typeface="Arial MT"/>
              </a:rPr>
              <a:t>has</a:t>
            </a:r>
            <a:r>
              <a:rPr sz="2400" spc="15" dirty="0">
                <a:solidFill>
                  <a:srgbClr val="46424D"/>
                </a:solidFill>
                <a:latin typeface="Arial MT"/>
                <a:cs typeface="Arial MT"/>
              </a:rPr>
              <a:t> </a:t>
            </a:r>
            <a:r>
              <a:rPr sz="2400" spc="-5" dirty="0">
                <a:solidFill>
                  <a:srgbClr val="46424D"/>
                </a:solidFill>
                <a:latin typeface="Arial MT"/>
                <a:cs typeface="Arial MT"/>
              </a:rPr>
              <a:t>been</a:t>
            </a:r>
            <a:r>
              <a:rPr sz="2400" spc="10" dirty="0">
                <a:solidFill>
                  <a:srgbClr val="46424D"/>
                </a:solidFill>
                <a:latin typeface="Arial MT"/>
                <a:cs typeface="Arial MT"/>
              </a:rPr>
              <a:t> </a:t>
            </a:r>
            <a:r>
              <a:rPr sz="2400" spc="-5" dirty="0">
                <a:solidFill>
                  <a:srgbClr val="46424D"/>
                </a:solidFill>
                <a:latin typeface="Arial MT"/>
                <a:cs typeface="Arial MT"/>
              </a:rPr>
              <a:t>made.</a:t>
            </a:r>
            <a:endParaRPr sz="2400" dirty="0">
              <a:latin typeface="Arial MT"/>
              <a:cs typeface="Arial MT"/>
            </a:endParaRPr>
          </a:p>
          <a:p>
            <a:pPr marL="355600" indent="-342900" algn="just">
              <a:lnSpc>
                <a:spcPct val="100000"/>
              </a:lnSpc>
              <a:spcBef>
                <a:spcPts val="1200"/>
              </a:spcBef>
              <a:buFont typeface="Wingdings"/>
              <a:buChar char=""/>
              <a:tabLst>
                <a:tab pos="355600" algn="l"/>
              </a:tabLst>
            </a:pPr>
            <a:r>
              <a:rPr sz="2400" dirty="0">
                <a:solidFill>
                  <a:srgbClr val="46424D"/>
                </a:solidFill>
                <a:latin typeface="Arial MT"/>
                <a:cs typeface="Arial MT"/>
              </a:rPr>
              <a:t>XP</a:t>
            </a:r>
            <a:r>
              <a:rPr sz="2400" spc="-85" dirty="0">
                <a:solidFill>
                  <a:srgbClr val="46424D"/>
                </a:solidFill>
                <a:latin typeface="Arial MT"/>
                <a:cs typeface="Arial MT"/>
              </a:rPr>
              <a:t> </a:t>
            </a:r>
            <a:r>
              <a:rPr sz="2400" dirty="0">
                <a:solidFill>
                  <a:srgbClr val="46424D"/>
                </a:solidFill>
                <a:latin typeface="Arial MT"/>
                <a:cs typeface="Arial MT"/>
              </a:rPr>
              <a:t>testing</a:t>
            </a:r>
            <a:r>
              <a:rPr sz="2400" spc="-25" dirty="0">
                <a:solidFill>
                  <a:srgbClr val="46424D"/>
                </a:solidFill>
                <a:latin typeface="Arial MT"/>
                <a:cs typeface="Arial MT"/>
              </a:rPr>
              <a:t> </a:t>
            </a:r>
            <a:r>
              <a:rPr sz="2400" dirty="0">
                <a:solidFill>
                  <a:srgbClr val="46424D"/>
                </a:solidFill>
                <a:latin typeface="Arial MT"/>
                <a:cs typeface="Arial MT"/>
              </a:rPr>
              <a:t>features:</a:t>
            </a:r>
            <a:endParaRPr sz="2400" dirty="0">
              <a:latin typeface="Arial MT"/>
              <a:cs typeface="Arial MT"/>
            </a:endParaRPr>
          </a:p>
          <a:p>
            <a:pPr marL="756285" lvl="1" indent="-287020">
              <a:lnSpc>
                <a:spcPct val="100000"/>
              </a:lnSpc>
              <a:spcBef>
                <a:spcPts val="905"/>
              </a:spcBef>
              <a:buFont typeface="Wingdings"/>
              <a:buChar char=""/>
              <a:tabLst>
                <a:tab pos="756285" algn="l"/>
                <a:tab pos="756920" algn="l"/>
              </a:tabLst>
            </a:pPr>
            <a:r>
              <a:rPr sz="2000" spc="-25" dirty="0">
                <a:solidFill>
                  <a:srgbClr val="46424D"/>
                </a:solidFill>
                <a:latin typeface="Arial MT"/>
                <a:cs typeface="Arial MT"/>
              </a:rPr>
              <a:t>Test-first</a:t>
            </a:r>
            <a:r>
              <a:rPr sz="2000" spc="-70" dirty="0">
                <a:solidFill>
                  <a:srgbClr val="46424D"/>
                </a:solidFill>
                <a:latin typeface="Arial MT"/>
                <a:cs typeface="Arial MT"/>
              </a:rPr>
              <a:t> </a:t>
            </a:r>
            <a:r>
              <a:rPr sz="2000" dirty="0">
                <a:solidFill>
                  <a:srgbClr val="46424D"/>
                </a:solidFill>
                <a:latin typeface="Arial MT"/>
                <a:cs typeface="Arial MT"/>
              </a:rPr>
              <a:t>development.</a:t>
            </a:r>
            <a:endParaRPr sz="2000" dirty="0">
              <a:latin typeface="Arial MT"/>
              <a:cs typeface="Arial MT"/>
            </a:endParaRPr>
          </a:p>
          <a:p>
            <a:pPr marL="756285" lvl="1" indent="-287020">
              <a:lnSpc>
                <a:spcPct val="100000"/>
              </a:lnSpc>
              <a:spcBef>
                <a:spcPts val="600"/>
              </a:spcBef>
              <a:buFont typeface="Wingdings"/>
              <a:buChar char=""/>
              <a:tabLst>
                <a:tab pos="756285" algn="l"/>
                <a:tab pos="756920" algn="l"/>
              </a:tabLst>
            </a:pPr>
            <a:r>
              <a:rPr sz="2000" dirty="0">
                <a:solidFill>
                  <a:srgbClr val="46424D"/>
                </a:solidFill>
                <a:latin typeface="Arial MT"/>
                <a:cs typeface="Arial MT"/>
              </a:rPr>
              <a:t>Incremental</a:t>
            </a:r>
            <a:r>
              <a:rPr sz="2000" spc="-35" dirty="0">
                <a:solidFill>
                  <a:srgbClr val="46424D"/>
                </a:solidFill>
                <a:latin typeface="Arial MT"/>
                <a:cs typeface="Arial MT"/>
              </a:rPr>
              <a:t> </a:t>
            </a:r>
            <a:r>
              <a:rPr sz="2000" dirty="0">
                <a:solidFill>
                  <a:srgbClr val="46424D"/>
                </a:solidFill>
                <a:latin typeface="Arial MT"/>
                <a:cs typeface="Arial MT"/>
              </a:rPr>
              <a:t>test</a:t>
            </a:r>
            <a:r>
              <a:rPr sz="2000" spc="-40" dirty="0">
                <a:solidFill>
                  <a:srgbClr val="46424D"/>
                </a:solidFill>
                <a:latin typeface="Arial MT"/>
                <a:cs typeface="Arial MT"/>
              </a:rPr>
              <a:t> </a:t>
            </a:r>
            <a:r>
              <a:rPr sz="2000" dirty="0">
                <a:solidFill>
                  <a:srgbClr val="46424D"/>
                </a:solidFill>
                <a:latin typeface="Arial MT"/>
                <a:cs typeface="Arial MT"/>
              </a:rPr>
              <a:t>development</a:t>
            </a:r>
            <a:r>
              <a:rPr sz="2000" spc="-35" dirty="0">
                <a:solidFill>
                  <a:srgbClr val="46424D"/>
                </a:solidFill>
                <a:latin typeface="Arial MT"/>
                <a:cs typeface="Arial MT"/>
              </a:rPr>
              <a:t> </a:t>
            </a:r>
            <a:r>
              <a:rPr sz="2000" dirty="0">
                <a:solidFill>
                  <a:srgbClr val="46424D"/>
                </a:solidFill>
                <a:latin typeface="Arial MT"/>
                <a:cs typeface="Arial MT"/>
              </a:rPr>
              <a:t>from</a:t>
            </a:r>
            <a:r>
              <a:rPr sz="2000" spc="-35" dirty="0">
                <a:solidFill>
                  <a:srgbClr val="46424D"/>
                </a:solidFill>
                <a:latin typeface="Arial MT"/>
                <a:cs typeface="Arial MT"/>
              </a:rPr>
              <a:t> </a:t>
            </a:r>
            <a:r>
              <a:rPr sz="2000" dirty="0">
                <a:solidFill>
                  <a:srgbClr val="46424D"/>
                </a:solidFill>
                <a:latin typeface="Arial MT"/>
                <a:cs typeface="Arial MT"/>
              </a:rPr>
              <a:t>scenarios.</a:t>
            </a:r>
            <a:endParaRPr sz="2000" dirty="0">
              <a:latin typeface="Arial MT"/>
              <a:cs typeface="Arial MT"/>
            </a:endParaRPr>
          </a:p>
          <a:p>
            <a:pPr marL="756285" lvl="1" indent="-287020">
              <a:lnSpc>
                <a:spcPct val="100000"/>
              </a:lnSpc>
              <a:spcBef>
                <a:spcPts val="605"/>
              </a:spcBef>
              <a:buFont typeface="Wingdings"/>
              <a:buChar char=""/>
              <a:tabLst>
                <a:tab pos="756285" algn="l"/>
                <a:tab pos="756920" algn="l"/>
              </a:tabLst>
            </a:pPr>
            <a:r>
              <a:rPr sz="2000" dirty="0">
                <a:solidFill>
                  <a:srgbClr val="46424D"/>
                </a:solidFill>
                <a:latin typeface="Arial MT"/>
                <a:cs typeface="Arial MT"/>
              </a:rPr>
              <a:t>User</a:t>
            </a:r>
            <a:r>
              <a:rPr sz="2000" spc="-30" dirty="0">
                <a:solidFill>
                  <a:srgbClr val="46424D"/>
                </a:solidFill>
                <a:latin typeface="Arial MT"/>
                <a:cs typeface="Arial MT"/>
              </a:rPr>
              <a:t> </a:t>
            </a:r>
            <a:r>
              <a:rPr sz="2000" dirty="0">
                <a:solidFill>
                  <a:srgbClr val="46424D"/>
                </a:solidFill>
                <a:latin typeface="Arial MT"/>
                <a:cs typeface="Arial MT"/>
              </a:rPr>
              <a:t>involvement</a:t>
            </a:r>
            <a:r>
              <a:rPr sz="2000" spc="-25" dirty="0">
                <a:solidFill>
                  <a:srgbClr val="46424D"/>
                </a:solidFill>
                <a:latin typeface="Arial MT"/>
                <a:cs typeface="Arial MT"/>
              </a:rPr>
              <a:t> </a:t>
            </a:r>
            <a:r>
              <a:rPr sz="2000" dirty="0">
                <a:solidFill>
                  <a:srgbClr val="46424D"/>
                </a:solidFill>
                <a:latin typeface="Arial MT"/>
                <a:cs typeface="Arial MT"/>
              </a:rPr>
              <a:t>in</a:t>
            </a:r>
            <a:r>
              <a:rPr sz="2000" spc="-5" dirty="0">
                <a:solidFill>
                  <a:srgbClr val="46424D"/>
                </a:solidFill>
                <a:latin typeface="Arial MT"/>
                <a:cs typeface="Arial MT"/>
              </a:rPr>
              <a:t> </a:t>
            </a:r>
            <a:r>
              <a:rPr sz="2000" dirty="0">
                <a:solidFill>
                  <a:srgbClr val="46424D"/>
                </a:solidFill>
                <a:latin typeface="Arial MT"/>
                <a:cs typeface="Arial MT"/>
              </a:rPr>
              <a:t>test</a:t>
            </a:r>
            <a:r>
              <a:rPr sz="2000" spc="-30" dirty="0">
                <a:solidFill>
                  <a:srgbClr val="46424D"/>
                </a:solidFill>
                <a:latin typeface="Arial MT"/>
                <a:cs typeface="Arial MT"/>
              </a:rPr>
              <a:t> </a:t>
            </a:r>
            <a:r>
              <a:rPr sz="2000" dirty="0">
                <a:solidFill>
                  <a:srgbClr val="46424D"/>
                </a:solidFill>
                <a:latin typeface="Arial MT"/>
                <a:cs typeface="Arial MT"/>
              </a:rPr>
              <a:t>development</a:t>
            </a:r>
            <a:r>
              <a:rPr sz="2000" spc="-35" dirty="0">
                <a:solidFill>
                  <a:srgbClr val="46424D"/>
                </a:solidFill>
                <a:latin typeface="Arial MT"/>
                <a:cs typeface="Arial MT"/>
              </a:rPr>
              <a:t> </a:t>
            </a:r>
            <a:r>
              <a:rPr sz="2000" dirty="0">
                <a:solidFill>
                  <a:srgbClr val="46424D"/>
                </a:solidFill>
                <a:latin typeface="Arial MT"/>
                <a:cs typeface="Arial MT"/>
              </a:rPr>
              <a:t>and</a:t>
            </a:r>
            <a:r>
              <a:rPr sz="2000" spc="-20" dirty="0">
                <a:solidFill>
                  <a:srgbClr val="46424D"/>
                </a:solidFill>
                <a:latin typeface="Arial MT"/>
                <a:cs typeface="Arial MT"/>
              </a:rPr>
              <a:t> </a:t>
            </a:r>
            <a:r>
              <a:rPr sz="2000" dirty="0">
                <a:solidFill>
                  <a:srgbClr val="46424D"/>
                </a:solidFill>
                <a:latin typeface="Arial MT"/>
                <a:cs typeface="Arial MT"/>
              </a:rPr>
              <a:t>validation.</a:t>
            </a:r>
            <a:endParaRPr sz="2000" dirty="0">
              <a:latin typeface="Arial MT"/>
              <a:cs typeface="Arial MT"/>
            </a:endParaRPr>
          </a:p>
          <a:p>
            <a:pPr marL="756285" marR="5080" lvl="1" indent="-287020">
              <a:lnSpc>
                <a:spcPct val="100000"/>
              </a:lnSpc>
              <a:spcBef>
                <a:spcPts val="600"/>
              </a:spcBef>
              <a:buFont typeface="Wingdings"/>
              <a:buChar char=""/>
              <a:tabLst>
                <a:tab pos="756285" algn="l"/>
                <a:tab pos="756920" algn="l"/>
              </a:tabLst>
            </a:pPr>
            <a:r>
              <a:rPr sz="2000" dirty="0">
                <a:solidFill>
                  <a:srgbClr val="46424D"/>
                </a:solidFill>
                <a:latin typeface="Arial MT"/>
                <a:cs typeface="Arial MT"/>
              </a:rPr>
              <a:t>Automated</a:t>
            </a:r>
            <a:r>
              <a:rPr sz="2000" spc="-35" dirty="0">
                <a:solidFill>
                  <a:srgbClr val="46424D"/>
                </a:solidFill>
                <a:latin typeface="Arial MT"/>
                <a:cs typeface="Arial MT"/>
              </a:rPr>
              <a:t> </a:t>
            </a:r>
            <a:r>
              <a:rPr sz="2000" dirty="0">
                <a:solidFill>
                  <a:srgbClr val="46424D"/>
                </a:solidFill>
                <a:latin typeface="Arial MT"/>
                <a:cs typeface="Arial MT"/>
              </a:rPr>
              <a:t>test</a:t>
            </a:r>
            <a:r>
              <a:rPr sz="2000" spc="-20" dirty="0">
                <a:solidFill>
                  <a:srgbClr val="46424D"/>
                </a:solidFill>
                <a:latin typeface="Arial MT"/>
                <a:cs typeface="Arial MT"/>
              </a:rPr>
              <a:t> </a:t>
            </a:r>
            <a:r>
              <a:rPr sz="2000" dirty="0">
                <a:solidFill>
                  <a:srgbClr val="46424D"/>
                </a:solidFill>
                <a:latin typeface="Arial MT"/>
                <a:cs typeface="Arial MT"/>
              </a:rPr>
              <a:t>harnesses</a:t>
            </a:r>
            <a:r>
              <a:rPr sz="2000" spc="-55" dirty="0">
                <a:solidFill>
                  <a:srgbClr val="46424D"/>
                </a:solidFill>
                <a:latin typeface="Arial MT"/>
                <a:cs typeface="Arial MT"/>
              </a:rPr>
              <a:t> </a:t>
            </a:r>
            <a:r>
              <a:rPr sz="2000" dirty="0">
                <a:solidFill>
                  <a:srgbClr val="46424D"/>
                </a:solidFill>
                <a:latin typeface="Arial MT"/>
                <a:cs typeface="Arial MT"/>
              </a:rPr>
              <a:t>are</a:t>
            </a:r>
            <a:r>
              <a:rPr sz="2000" spc="-15" dirty="0">
                <a:solidFill>
                  <a:srgbClr val="46424D"/>
                </a:solidFill>
                <a:latin typeface="Arial MT"/>
                <a:cs typeface="Arial MT"/>
              </a:rPr>
              <a:t> </a:t>
            </a:r>
            <a:r>
              <a:rPr sz="2000" dirty="0">
                <a:solidFill>
                  <a:srgbClr val="46424D"/>
                </a:solidFill>
                <a:latin typeface="Arial MT"/>
                <a:cs typeface="Arial MT"/>
              </a:rPr>
              <a:t>used</a:t>
            </a:r>
            <a:r>
              <a:rPr sz="2000" spc="-25" dirty="0">
                <a:solidFill>
                  <a:srgbClr val="46424D"/>
                </a:solidFill>
                <a:latin typeface="Arial MT"/>
                <a:cs typeface="Arial MT"/>
              </a:rPr>
              <a:t> </a:t>
            </a:r>
            <a:r>
              <a:rPr sz="2000" dirty="0">
                <a:solidFill>
                  <a:srgbClr val="46424D"/>
                </a:solidFill>
                <a:latin typeface="Arial MT"/>
                <a:cs typeface="Arial MT"/>
              </a:rPr>
              <a:t>to</a:t>
            </a:r>
            <a:r>
              <a:rPr sz="2000" spc="-20" dirty="0">
                <a:solidFill>
                  <a:srgbClr val="46424D"/>
                </a:solidFill>
                <a:latin typeface="Arial MT"/>
                <a:cs typeface="Arial MT"/>
              </a:rPr>
              <a:t> </a:t>
            </a:r>
            <a:r>
              <a:rPr sz="2000" dirty="0">
                <a:solidFill>
                  <a:srgbClr val="46424D"/>
                </a:solidFill>
                <a:latin typeface="Arial MT"/>
                <a:cs typeface="Arial MT"/>
              </a:rPr>
              <a:t>run</a:t>
            </a:r>
            <a:r>
              <a:rPr sz="2000" spc="-15" dirty="0">
                <a:solidFill>
                  <a:srgbClr val="46424D"/>
                </a:solidFill>
                <a:latin typeface="Arial MT"/>
                <a:cs typeface="Arial MT"/>
              </a:rPr>
              <a:t> </a:t>
            </a:r>
            <a:r>
              <a:rPr sz="2000" dirty="0">
                <a:solidFill>
                  <a:srgbClr val="46424D"/>
                </a:solidFill>
                <a:latin typeface="Arial MT"/>
                <a:cs typeface="Arial MT"/>
              </a:rPr>
              <a:t>all component</a:t>
            </a:r>
            <a:r>
              <a:rPr sz="2000" spc="-45" dirty="0">
                <a:solidFill>
                  <a:srgbClr val="46424D"/>
                </a:solidFill>
                <a:latin typeface="Arial MT"/>
                <a:cs typeface="Arial MT"/>
              </a:rPr>
              <a:t> </a:t>
            </a:r>
            <a:r>
              <a:rPr sz="2000" dirty="0">
                <a:solidFill>
                  <a:srgbClr val="46424D"/>
                </a:solidFill>
                <a:latin typeface="Arial MT"/>
                <a:cs typeface="Arial MT"/>
              </a:rPr>
              <a:t>tests </a:t>
            </a:r>
            <a:r>
              <a:rPr sz="2000" spc="-540" dirty="0">
                <a:solidFill>
                  <a:srgbClr val="46424D"/>
                </a:solidFill>
                <a:latin typeface="Arial MT"/>
                <a:cs typeface="Arial MT"/>
              </a:rPr>
              <a:t> </a:t>
            </a:r>
            <a:r>
              <a:rPr sz="2000" dirty="0">
                <a:solidFill>
                  <a:srgbClr val="46424D"/>
                </a:solidFill>
                <a:latin typeface="Arial MT"/>
                <a:cs typeface="Arial MT"/>
              </a:rPr>
              <a:t>each</a:t>
            </a:r>
            <a:r>
              <a:rPr sz="2000" spc="-35" dirty="0">
                <a:solidFill>
                  <a:srgbClr val="46424D"/>
                </a:solidFill>
                <a:latin typeface="Arial MT"/>
                <a:cs typeface="Arial MT"/>
              </a:rPr>
              <a:t> </a:t>
            </a:r>
            <a:r>
              <a:rPr sz="2000" spc="-5" dirty="0">
                <a:solidFill>
                  <a:srgbClr val="46424D"/>
                </a:solidFill>
                <a:latin typeface="Arial MT"/>
                <a:cs typeface="Arial MT"/>
              </a:rPr>
              <a:t>time</a:t>
            </a:r>
            <a:r>
              <a:rPr sz="2000" dirty="0">
                <a:solidFill>
                  <a:srgbClr val="46424D"/>
                </a:solidFill>
                <a:latin typeface="Arial MT"/>
                <a:cs typeface="Arial MT"/>
              </a:rPr>
              <a:t> </a:t>
            </a:r>
            <a:r>
              <a:rPr sz="2000" spc="-5" dirty="0">
                <a:solidFill>
                  <a:srgbClr val="46424D"/>
                </a:solidFill>
                <a:latin typeface="Arial MT"/>
                <a:cs typeface="Arial MT"/>
              </a:rPr>
              <a:t>that</a:t>
            </a:r>
            <a:r>
              <a:rPr sz="2000" spc="-20" dirty="0">
                <a:solidFill>
                  <a:srgbClr val="46424D"/>
                </a:solidFill>
                <a:latin typeface="Arial MT"/>
                <a:cs typeface="Arial MT"/>
              </a:rPr>
              <a:t> </a:t>
            </a:r>
            <a:r>
              <a:rPr sz="2000" dirty="0">
                <a:solidFill>
                  <a:srgbClr val="46424D"/>
                </a:solidFill>
                <a:latin typeface="Arial MT"/>
                <a:cs typeface="Arial MT"/>
              </a:rPr>
              <a:t>a</a:t>
            </a:r>
            <a:r>
              <a:rPr sz="2000" spc="-15" dirty="0">
                <a:solidFill>
                  <a:srgbClr val="46424D"/>
                </a:solidFill>
                <a:latin typeface="Arial MT"/>
                <a:cs typeface="Arial MT"/>
              </a:rPr>
              <a:t> </a:t>
            </a:r>
            <a:r>
              <a:rPr sz="2000" dirty="0">
                <a:solidFill>
                  <a:srgbClr val="46424D"/>
                </a:solidFill>
                <a:latin typeface="Arial MT"/>
                <a:cs typeface="Arial MT"/>
              </a:rPr>
              <a:t>new</a:t>
            </a:r>
            <a:r>
              <a:rPr sz="2000" spc="-15" dirty="0">
                <a:solidFill>
                  <a:srgbClr val="46424D"/>
                </a:solidFill>
                <a:latin typeface="Arial MT"/>
                <a:cs typeface="Arial MT"/>
              </a:rPr>
              <a:t> </a:t>
            </a:r>
            <a:r>
              <a:rPr sz="2000" dirty="0">
                <a:solidFill>
                  <a:srgbClr val="46424D"/>
                </a:solidFill>
                <a:latin typeface="Arial MT"/>
                <a:cs typeface="Arial MT"/>
              </a:rPr>
              <a:t>release</a:t>
            </a:r>
            <a:r>
              <a:rPr sz="2000" spc="-30" dirty="0">
                <a:solidFill>
                  <a:srgbClr val="46424D"/>
                </a:solidFill>
                <a:latin typeface="Arial MT"/>
                <a:cs typeface="Arial MT"/>
              </a:rPr>
              <a:t> </a:t>
            </a:r>
            <a:r>
              <a:rPr sz="2000" dirty="0">
                <a:solidFill>
                  <a:srgbClr val="46424D"/>
                </a:solidFill>
                <a:latin typeface="Arial MT"/>
                <a:cs typeface="Arial MT"/>
              </a:rPr>
              <a:t>is built.</a:t>
            </a:r>
            <a:endParaRPr sz="2000" dirty="0">
              <a:latin typeface="Arial MT"/>
              <a:cs typeface="Arial MT"/>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3610610" cy="391160"/>
          </a:xfrm>
          <a:prstGeom prst="rect">
            <a:avLst/>
          </a:prstGeom>
        </p:spPr>
        <p:txBody>
          <a:bodyPr vert="horz" wrap="square" lIns="0" tIns="12700" rIns="0" bIns="0" rtlCol="0">
            <a:spAutoFit/>
          </a:bodyPr>
          <a:lstStyle/>
          <a:p>
            <a:pPr marL="12700">
              <a:lnSpc>
                <a:spcPct val="100000"/>
              </a:lnSpc>
              <a:spcBef>
                <a:spcPts val="100"/>
              </a:spcBef>
            </a:pPr>
            <a:r>
              <a:rPr spc="-20" dirty="0"/>
              <a:t>Test-driven </a:t>
            </a:r>
            <a:r>
              <a:rPr spc="-5" dirty="0"/>
              <a:t>development</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29</a:t>
            </a:fld>
            <a:endParaRPr dirty="0"/>
          </a:p>
        </p:txBody>
      </p:sp>
      <p:sp>
        <p:nvSpPr>
          <p:cNvPr id="3" name="object 3"/>
          <p:cNvSpPr txBox="1"/>
          <p:nvPr/>
        </p:nvSpPr>
        <p:spPr>
          <a:xfrm>
            <a:off x="535940" y="1589659"/>
            <a:ext cx="7995920" cy="3351529"/>
          </a:xfrm>
          <a:prstGeom prst="rect">
            <a:avLst/>
          </a:prstGeom>
        </p:spPr>
        <p:txBody>
          <a:bodyPr vert="horz" wrap="square" lIns="0" tIns="53975" rIns="0" bIns="0" rtlCol="0">
            <a:spAutoFit/>
          </a:bodyPr>
          <a:lstStyle/>
          <a:p>
            <a:pPr marL="355600" marR="5080" indent="-342900">
              <a:lnSpc>
                <a:spcPts val="2590"/>
              </a:lnSpc>
              <a:spcBef>
                <a:spcPts val="425"/>
              </a:spcBef>
              <a:buFont typeface="Wingdings"/>
              <a:buChar char=""/>
              <a:tabLst>
                <a:tab pos="355600" algn="l"/>
              </a:tabLst>
            </a:pPr>
            <a:r>
              <a:rPr sz="2400" spc="-10" dirty="0">
                <a:solidFill>
                  <a:srgbClr val="46424D"/>
                </a:solidFill>
                <a:latin typeface="Arial MT"/>
                <a:cs typeface="Arial MT"/>
              </a:rPr>
              <a:t>Writing</a:t>
            </a:r>
            <a:r>
              <a:rPr sz="2400" dirty="0">
                <a:solidFill>
                  <a:srgbClr val="46424D"/>
                </a:solidFill>
                <a:latin typeface="Arial MT"/>
                <a:cs typeface="Arial MT"/>
              </a:rPr>
              <a:t> tests</a:t>
            </a:r>
            <a:r>
              <a:rPr sz="2400" spc="10" dirty="0">
                <a:solidFill>
                  <a:srgbClr val="46424D"/>
                </a:solidFill>
                <a:latin typeface="Arial MT"/>
                <a:cs typeface="Arial MT"/>
              </a:rPr>
              <a:t> </a:t>
            </a:r>
            <a:r>
              <a:rPr sz="2400" spc="-5" dirty="0">
                <a:solidFill>
                  <a:srgbClr val="46424D"/>
                </a:solidFill>
                <a:latin typeface="Arial MT"/>
                <a:cs typeface="Arial MT"/>
              </a:rPr>
              <a:t>before</a:t>
            </a:r>
            <a:r>
              <a:rPr sz="2400" spc="5" dirty="0">
                <a:solidFill>
                  <a:srgbClr val="46424D"/>
                </a:solidFill>
                <a:latin typeface="Arial MT"/>
                <a:cs typeface="Arial MT"/>
              </a:rPr>
              <a:t> </a:t>
            </a:r>
            <a:r>
              <a:rPr sz="2400" spc="-5" dirty="0">
                <a:solidFill>
                  <a:srgbClr val="46424D"/>
                </a:solidFill>
                <a:latin typeface="Arial MT"/>
                <a:cs typeface="Arial MT"/>
              </a:rPr>
              <a:t>code</a:t>
            </a:r>
            <a:r>
              <a:rPr sz="2400" spc="15" dirty="0">
                <a:solidFill>
                  <a:srgbClr val="46424D"/>
                </a:solidFill>
                <a:latin typeface="Arial MT"/>
                <a:cs typeface="Arial MT"/>
              </a:rPr>
              <a:t> </a:t>
            </a:r>
            <a:r>
              <a:rPr sz="2400" spc="-5" dirty="0">
                <a:solidFill>
                  <a:srgbClr val="46424D"/>
                </a:solidFill>
                <a:latin typeface="Arial MT"/>
                <a:cs typeface="Arial MT"/>
              </a:rPr>
              <a:t>clarifies</a:t>
            </a:r>
            <a:r>
              <a:rPr sz="2400" spc="15" dirty="0">
                <a:solidFill>
                  <a:srgbClr val="46424D"/>
                </a:solidFill>
                <a:latin typeface="Arial MT"/>
                <a:cs typeface="Arial MT"/>
              </a:rPr>
              <a:t> </a:t>
            </a:r>
            <a:r>
              <a:rPr sz="2400" dirty="0">
                <a:solidFill>
                  <a:srgbClr val="46424D"/>
                </a:solidFill>
                <a:latin typeface="Arial MT"/>
                <a:cs typeface="Arial MT"/>
              </a:rPr>
              <a:t>the</a:t>
            </a:r>
            <a:r>
              <a:rPr sz="2400" spc="10" dirty="0">
                <a:solidFill>
                  <a:srgbClr val="46424D"/>
                </a:solidFill>
                <a:latin typeface="Arial MT"/>
                <a:cs typeface="Arial MT"/>
              </a:rPr>
              <a:t> </a:t>
            </a:r>
            <a:r>
              <a:rPr sz="2400" dirty="0">
                <a:solidFill>
                  <a:srgbClr val="46424D"/>
                </a:solidFill>
                <a:latin typeface="Arial MT"/>
                <a:cs typeface="Arial MT"/>
              </a:rPr>
              <a:t>requirements</a:t>
            </a:r>
            <a:r>
              <a:rPr sz="2400" spc="25" dirty="0">
                <a:solidFill>
                  <a:srgbClr val="46424D"/>
                </a:solidFill>
                <a:latin typeface="Arial MT"/>
                <a:cs typeface="Arial MT"/>
              </a:rPr>
              <a:t> </a:t>
            </a:r>
            <a:r>
              <a:rPr sz="2400" spc="-5" dirty="0">
                <a:solidFill>
                  <a:srgbClr val="46424D"/>
                </a:solidFill>
                <a:latin typeface="Arial MT"/>
                <a:cs typeface="Arial MT"/>
              </a:rPr>
              <a:t>to</a:t>
            </a:r>
            <a:r>
              <a:rPr sz="2400" spc="5" dirty="0">
                <a:solidFill>
                  <a:srgbClr val="46424D"/>
                </a:solidFill>
                <a:latin typeface="Arial MT"/>
                <a:cs typeface="Arial MT"/>
              </a:rPr>
              <a:t> </a:t>
            </a:r>
            <a:r>
              <a:rPr sz="2400" spc="-5" dirty="0">
                <a:solidFill>
                  <a:srgbClr val="46424D"/>
                </a:solidFill>
                <a:latin typeface="Arial MT"/>
                <a:cs typeface="Arial MT"/>
              </a:rPr>
              <a:t>be </a:t>
            </a:r>
            <a:r>
              <a:rPr sz="2400" spc="-650" dirty="0">
                <a:solidFill>
                  <a:srgbClr val="46424D"/>
                </a:solidFill>
                <a:latin typeface="Arial MT"/>
                <a:cs typeface="Arial MT"/>
              </a:rPr>
              <a:t> </a:t>
            </a:r>
            <a:r>
              <a:rPr sz="2400" dirty="0">
                <a:solidFill>
                  <a:srgbClr val="46424D"/>
                </a:solidFill>
                <a:latin typeface="Arial MT"/>
                <a:cs typeface="Arial MT"/>
              </a:rPr>
              <a:t>implemented.</a:t>
            </a:r>
            <a:endParaRPr sz="2400" dirty="0">
              <a:latin typeface="Arial MT"/>
              <a:cs typeface="Arial MT"/>
            </a:endParaRPr>
          </a:p>
          <a:p>
            <a:pPr marL="355600" marR="159385" indent="-342900">
              <a:lnSpc>
                <a:spcPct val="90000"/>
              </a:lnSpc>
              <a:spcBef>
                <a:spcPts val="1165"/>
              </a:spcBef>
              <a:buFont typeface="Wingdings"/>
              <a:buChar char=""/>
              <a:tabLst>
                <a:tab pos="355600" algn="l"/>
              </a:tabLst>
            </a:pPr>
            <a:r>
              <a:rPr sz="2400" spc="-55" dirty="0">
                <a:solidFill>
                  <a:srgbClr val="46424D"/>
                </a:solidFill>
                <a:latin typeface="Arial MT"/>
                <a:cs typeface="Arial MT"/>
              </a:rPr>
              <a:t>Tests</a:t>
            </a:r>
            <a:r>
              <a:rPr sz="2400" spc="5" dirty="0">
                <a:solidFill>
                  <a:srgbClr val="46424D"/>
                </a:solidFill>
                <a:latin typeface="Arial MT"/>
                <a:cs typeface="Arial MT"/>
              </a:rPr>
              <a:t> </a:t>
            </a:r>
            <a:r>
              <a:rPr sz="2400" spc="-5" dirty="0">
                <a:solidFill>
                  <a:srgbClr val="46424D"/>
                </a:solidFill>
                <a:latin typeface="Arial MT"/>
                <a:cs typeface="Arial MT"/>
              </a:rPr>
              <a:t>are</a:t>
            </a:r>
            <a:r>
              <a:rPr sz="2400" dirty="0">
                <a:solidFill>
                  <a:srgbClr val="46424D"/>
                </a:solidFill>
                <a:latin typeface="Arial MT"/>
                <a:cs typeface="Arial MT"/>
              </a:rPr>
              <a:t> </a:t>
            </a:r>
            <a:r>
              <a:rPr sz="2400" spc="-5" dirty="0">
                <a:solidFill>
                  <a:srgbClr val="46424D"/>
                </a:solidFill>
                <a:latin typeface="Arial MT"/>
                <a:cs typeface="Arial MT"/>
              </a:rPr>
              <a:t>written</a:t>
            </a:r>
            <a:r>
              <a:rPr sz="2400" spc="5" dirty="0">
                <a:solidFill>
                  <a:srgbClr val="46424D"/>
                </a:solidFill>
                <a:latin typeface="Arial MT"/>
                <a:cs typeface="Arial MT"/>
              </a:rPr>
              <a:t> </a:t>
            </a:r>
            <a:r>
              <a:rPr sz="2400" spc="-5" dirty="0">
                <a:solidFill>
                  <a:srgbClr val="46424D"/>
                </a:solidFill>
                <a:latin typeface="Arial MT"/>
                <a:cs typeface="Arial MT"/>
              </a:rPr>
              <a:t>as</a:t>
            </a:r>
            <a:r>
              <a:rPr sz="2400" spc="5" dirty="0">
                <a:solidFill>
                  <a:srgbClr val="46424D"/>
                </a:solidFill>
                <a:latin typeface="Arial MT"/>
                <a:cs typeface="Arial MT"/>
              </a:rPr>
              <a:t> </a:t>
            </a:r>
            <a:r>
              <a:rPr sz="2400" dirty="0">
                <a:solidFill>
                  <a:srgbClr val="46424D"/>
                </a:solidFill>
                <a:latin typeface="Arial MT"/>
                <a:cs typeface="Arial MT"/>
              </a:rPr>
              <a:t>programs</a:t>
            </a:r>
            <a:r>
              <a:rPr sz="2400" spc="5" dirty="0">
                <a:solidFill>
                  <a:srgbClr val="46424D"/>
                </a:solidFill>
                <a:latin typeface="Arial MT"/>
                <a:cs typeface="Arial MT"/>
              </a:rPr>
              <a:t> </a:t>
            </a:r>
            <a:r>
              <a:rPr sz="2400" dirty="0">
                <a:solidFill>
                  <a:srgbClr val="46424D"/>
                </a:solidFill>
                <a:latin typeface="Arial MT"/>
                <a:cs typeface="Arial MT"/>
              </a:rPr>
              <a:t>rather </a:t>
            </a:r>
            <a:r>
              <a:rPr sz="2400" spc="-5" dirty="0">
                <a:solidFill>
                  <a:srgbClr val="46424D"/>
                </a:solidFill>
                <a:latin typeface="Arial MT"/>
                <a:cs typeface="Arial MT"/>
              </a:rPr>
              <a:t>than</a:t>
            </a:r>
            <a:r>
              <a:rPr sz="2400" spc="10" dirty="0">
                <a:solidFill>
                  <a:srgbClr val="46424D"/>
                </a:solidFill>
                <a:latin typeface="Arial MT"/>
                <a:cs typeface="Arial MT"/>
              </a:rPr>
              <a:t> </a:t>
            </a:r>
            <a:r>
              <a:rPr sz="2400" spc="-5" dirty="0">
                <a:solidFill>
                  <a:srgbClr val="46424D"/>
                </a:solidFill>
                <a:latin typeface="Arial MT"/>
                <a:cs typeface="Arial MT"/>
              </a:rPr>
              <a:t>data</a:t>
            </a:r>
            <a:r>
              <a:rPr sz="2400" spc="5" dirty="0">
                <a:solidFill>
                  <a:srgbClr val="46424D"/>
                </a:solidFill>
                <a:latin typeface="Arial MT"/>
                <a:cs typeface="Arial MT"/>
              </a:rPr>
              <a:t> </a:t>
            </a:r>
            <a:r>
              <a:rPr sz="2400" spc="-5" dirty="0">
                <a:solidFill>
                  <a:srgbClr val="46424D"/>
                </a:solidFill>
                <a:latin typeface="Arial MT"/>
                <a:cs typeface="Arial MT"/>
              </a:rPr>
              <a:t>so</a:t>
            </a:r>
            <a:r>
              <a:rPr sz="2400" dirty="0">
                <a:solidFill>
                  <a:srgbClr val="46424D"/>
                </a:solidFill>
                <a:latin typeface="Arial MT"/>
                <a:cs typeface="Arial MT"/>
              </a:rPr>
              <a:t> that </a:t>
            </a:r>
            <a:r>
              <a:rPr sz="2400" spc="5" dirty="0">
                <a:solidFill>
                  <a:srgbClr val="46424D"/>
                </a:solidFill>
                <a:latin typeface="Arial MT"/>
                <a:cs typeface="Arial MT"/>
              </a:rPr>
              <a:t> </a:t>
            </a:r>
            <a:r>
              <a:rPr sz="2400" dirty="0">
                <a:solidFill>
                  <a:srgbClr val="46424D"/>
                </a:solidFill>
                <a:latin typeface="Arial MT"/>
                <a:cs typeface="Arial MT"/>
              </a:rPr>
              <a:t>they can be</a:t>
            </a:r>
            <a:r>
              <a:rPr sz="2400" spc="15" dirty="0">
                <a:solidFill>
                  <a:srgbClr val="46424D"/>
                </a:solidFill>
                <a:latin typeface="Arial MT"/>
                <a:cs typeface="Arial MT"/>
              </a:rPr>
              <a:t> </a:t>
            </a:r>
            <a:r>
              <a:rPr sz="2400" spc="-5" dirty="0">
                <a:solidFill>
                  <a:srgbClr val="46424D"/>
                </a:solidFill>
                <a:latin typeface="Arial MT"/>
                <a:cs typeface="Arial MT"/>
              </a:rPr>
              <a:t>executed</a:t>
            </a:r>
            <a:r>
              <a:rPr sz="2400" spc="15" dirty="0">
                <a:solidFill>
                  <a:srgbClr val="46424D"/>
                </a:solidFill>
                <a:latin typeface="Arial MT"/>
                <a:cs typeface="Arial MT"/>
              </a:rPr>
              <a:t> </a:t>
            </a:r>
            <a:r>
              <a:rPr sz="2400" spc="-15" dirty="0">
                <a:solidFill>
                  <a:srgbClr val="46424D"/>
                </a:solidFill>
                <a:latin typeface="Arial MT"/>
                <a:cs typeface="Arial MT"/>
              </a:rPr>
              <a:t>automatically.</a:t>
            </a:r>
            <a:r>
              <a:rPr sz="2400" spc="-20" dirty="0">
                <a:solidFill>
                  <a:srgbClr val="46424D"/>
                </a:solidFill>
                <a:latin typeface="Arial MT"/>
                <a:cs typeface="Arial MT"/>
              </a:rPr>
              <a:t> </a:t>
            </a:r>
            <a:r>
              <a:rPr sz="2400" dirty="0">
                <a:solidFill>
                  <a:srgbClr val="46424D"/>
                </a:solidFill>
                <a:latin typeface="Arial MT"/>
                <a:cs typeface="Arial MT"/>
              </a:rPr>
              <a:t>The</a:t>
            </a:r>
            <a:r>
              <a:rPr sz="2400" spc="5" dirty="0">
                <a:solidFill>
                  <a:srgbClr val="46424D"/>
                </a:solidFill>
                <a:latin typeface="Arial MT"/>
                <a:cs typeface="Arial MT"/>
              </a:rPr>
              <a:t> </a:t>
            </a:r>
            <a:r>
              <a:rPr sz="2400" dirty="0">
                <a:solidFill>
                  <a:srgbClr val="46424D"/>
                </a:solidFill>
                <a:latin typeface="Arial MT"/>
                <a:cs typeface="Arial MT"/>
              </a:rPr>
              <a:t>test</a:t>
            </a:r>
            <a:r>
              <a:rPr sz="2400" spc="-15" dirty="0">
                <a:solidFill>
                  <a:srgbClr val="46424D"/>
                </a:solidFill>
                <a:latin typeface="Arial MT"/>
                <a:cs typeface="Arial MT"/>
              </a:rPr>
              <a:t> </a:t>
            </a:r>
            <a:r>
              <a:rPr sz="2400" spc="-5" dirty="0">
                <a:solidFill>
                  <a:srgbClr val="46424D"/>
                </a:solidFill>
                <a:latin typeface="Arial MT"/>
                <a:cs typeface="Arial MT"/>
              </a:rPr>
              <a:t>includes</a:t>
            </a:r>
            <a:r>
              <a:rPr sz="2400" spc="40" dirty="0">
                <a:solidFill>
                  <a:srgbClr val="46424D"/>
                </a:solidFill>
                <a:latin typeface="Arial MT"/>
                <a:cs typeface="Arial MT"/>
              </a:rPr>
              <a:t> </a:t>
            </a:r>
            <a:r>
              <a:rPr sz="2400" dirty="0">
                <a:solidFill>
                  <a:srgbClr val="46424D"/>
                </a:solidFill>
                <a:latin typeface="Arial MT"/>
                <a:cs typeface="Arial MT"/>
              </a:rPr>
              <a:t>a </a:t>
            </a:r>
            <a:r>
              <a:rPr sz="2400" spc="-655" dirty="0">
                <a:solidFill>
                  <a:srgbClr val="46424D"/>
                </a:solidFill>
                <a:latin typeface="Arial MT"/>
                <a:cs typeface="Arial MT"/>
              </a:rPr>
              <a:t> </a:t>
            </a:r>
            <a:r>
              <a:rPr sz="2400" spc="-5" dirty="0">
                <a:solidFill>
                  <a:srgbClr val="46424D"/>
                </a:solidFill>
                <a:latin typeface="Arial MT"/>
                <a:cs typeface="Arial MT"/>
              </a:rPr>
              <a:t>check</a:t>
            </a:r>
            <a:r>
              <a:rPr sz="2400" spc="10" dirty="0">
                <a:solidFill>
                  <a:srgbClr val="46424D"/>
                </a:solidFill>
                <a:latin typeface="Arial MT"/>
                <a:cs typeface="Arial MT"/>
              </a:rPr>
              <a:t> </a:t>
            </a:r>
            <a:r>
              <a:rPr sz="2400" dirty="0">
                <a:solidFill>
                  <a:srgbClr val="46424D"/>
                </a:solidFill>
                <a:latin typeface="Arial MT"/>
                <a:cs typeface="Arial MT"/>
              </a:rPr>
              <a:t>that</a:t>
            </a:r>
            <a:r>
              <a:rPr sz="2400" spc="5" dirty="0">
                <a:solidFill>
                  <a:srgbClr val="46424D"/>
                </a:solidFill>
                <a:latin typeface="Arial MT"/>
                <a:cs typeface="Arial MT"/>
              </a:rPr>
              <a:t> </a:t>
            </a:r>
            <a:r>
              <a:rPr sz="2400" spc="-10" dirty="0">
                <a:solidFill>
                  <a:srgbClr val="46424D"/>
                </a:solidFill>
                <a:latin typeface="Arial MT"/>
                <a:cs typeface="Arial MT"/>
              </a:rPr>
              <a:t>it</a:t>
            </a:r>
            <a:r>
              <a:rPr sz="2400" dirty="0">
                <a:solidFill>
                  <a:srgbClr val="46424D"/>
                </a:solidFill>
                <a:latin typeface="Arial MT"/>
                <a:cs typeface="Arial MT"/>
              </a:rPr>
              <a:t> </a:t>
            </a:r>
            <a:r>
              <a:rPr sz="2400" spc="-5" dirty="0">
                <a:solidFill>
                  <a:srgbClr val="46424D"/>
                </a:solidFill>
                <a:latin typeface="Arial MT"/>
                <a:cs typeface="Arial MT"/>
              </a:rPr>
              <a:t>has</a:t>
            </a:r>
            <a:r>
              <a:rPr sz="2400" dirty="0">
                <a:solidFill>
                  <a:srgbClr val="46424D"/>
                </a:solidFill>
                <a:latin typeface="Arial MT"/>
                <a:cs typeface="Arial MT"/>
              </a:rPr>
              <a:t> </a:t>
            </a:r>
            <a:r>
              <a:rPr sz="2400" spc="-5" dirty="0">
                <a:solidFill>
                  <a:srgbClr val="46424D"/>
                </a:solidFill>
                <a:latin typeface="Arial MT"/>
                <a:cs typeface="Arial MT"/>
              </a:rPr>
              <a:t>executed</a:t>
            </a:r>
            <a:r>
              <a:rPr sz="2400" spc="25" dirty="0">
                <a:solidFill>
                  <a:srgbClr val="46424D"/>
                </a:solidFill>
                <a:latin typeface="Arial MT"/>
                <a:cs typeface="Arial MT"/>
              </a:rPr>
              <a:t> </a:t>
            </a:r>
            <a:r>
              <a:rPr sz="2400" spc="-25" dirty="0">
                <a:solidFill>
                  <a:srgbClr val="46424D"/>
                </a:solidFill>
                <a:latin typeface="Arial MT"/>
                <a:cs typeface="Arial MT"/>
              </a:rPr>
              <a:t>correctly.</a:t>
            </a:r>
            <a:endParaRPr sz="2400" dirty="0">
              <a:latin typeface="Arial MT"/>
              <a:cs typeface="Arial MT"/>
            </a:endParaRPr>
          </a:p>
          <a:p>
            <a:pPr marL="756285" lvl="1" indent="-287020">
              <a:lnSpc>
                <a:spcPct val="100000"/>
              </a:lnSpc>
              <a:spcBef>
                <a:spcPts val="665"/>
              </a:spcBef>
              <a:buFont typeface="Wingdings"/>
              <a:buChar char=""/>
              <a:tabLst>
                <a:tab pos="756285" algn="l"/>
                <a:tab pos="756920" algn="l"/>
              </a:tabLst>
            </a:pPr>
            <a:r>
              <a:rPr sz="2000" dirty="0">
                <a:solidFill>
                  <a:srgbClr val="46424D"/>
                </a:solidFill>
                <a:latin typeface="Arial MT"/>
                <a:cs typeface="Arial MT"/>
              </a:rPr>
              <a:t>Usually</a:t>
            </a:r>
            <a:r>
              <a:rPr sz="2000" spc="-15" dirty="0">
                <a:solidFill>
                  <a:srgbClr val="46424D"/>
                </a:solidFill>
                <a:latin typeface="Arial MT"/>
                <a:cs typeface="Arial MT"/>
              </a:rPr>
              <a:t> </a:t>
            </a:r>
            <a:r>
              <a:rPr sz="2000" dirty="0">
                <a:solidFill>
                  <a:srgbClr val="46424D"/>
                </a:solidFill>
                <a:latin typeface="Arial MT"/>
                <a:cs typeface="Arial MT"/>
              </a:rPr>
              <a:t>relies</a:t>
            </a:r>
            <a:r>
              <a:rPr sz="2000" spc="-15" dirty="0">
                <a:solidFill>
                  <a:srgbClr val="46424D"/>
                </a:solidFill>
                <a:latin typeface="Arial MT"/>
                <a:cs typeface="Arial MT"/>
              </a:rPr>
              <a:t> </a:t>
            </a:r>
            <a:r>
              <a:rPr sz="2000" dirty="0">
                <a:solidFill>
                  <a:srgbClr val="46424D"/>
                </a:solidFill>
                <a:latin typeface="Arial MT"/>
                <a:cs typeface="Arial MT"/>
              </a:rPr>
              <a:t>on</a:t>
            </a:r>
            <a:r>
              <a:rPr sz="2000" spc="-15" dirty="0">
                <a:solidFill>
                  <a:srgbClr val="46424D"/>
                </a:solidFill>
                <a:latin typeface="Arial MT"/>
                <a:cs typeface="Arial MT"/>
              </a:rPr>
              <a:t> </a:t>
            </a:r>
            <a:r>
              <a:rPr sz="2000" dirty="0">
                <a:solidFill>
                  <a:srgbClr val="46424D"/>
                </a:solidFill>
                <a:latin typeface="Arial MT"/>
                <a:cs typeface="Arial MT"/>
              </a:rPr>
              <a:t>a</a:t>
            </a:r>
            <a:r>
              <a:rPr sz="2000" spc="-15" dirty="0">
                <a:solidFill>
                  <a:srgbClr val="46424D"/>
                </a:solidFill>
                <a:latin typeface="Arial MT"/>
                <a:cs typeface="Arial MT"/>
              </a:rPr>
              <a:t> </a:t>
            </a:r>
            <a:r>
              <a:rPr sz="2000" dirty="0">
                <a:solidFill>
                  <a:srgbClr val="46424D"/>
                </a:solidFill>
                <a:latin typeface="Arial MT"/>
                <a:cs typeface="Arial MT"/>
              </a:rPr>
              <a:t>testing</a:t>
            </a:r>
            <a:r>
              <a:rPr sz="2000" spc="-15" dirty="0">
                <a:solidFill>
                  <a:srgbClr val="46424D"/>
                </a:solidFill>
                <a:latin typeface="Arial MT"/>
                <a:cs typeface="Arial MT"/>
              </a:rPr>
              <a:t> </a:t>
            </a:r>
            <a:r>
              <a:rPr sz="2000" dirty="0">
                <a:solidFill>
                  <a:srgbClr val="46424D"/>
                </a:solidFill>
                <a:latin typeface="Arial MT"/>
                <a:cs typeface="Arial MT"/>
              </a:rPr>
              <a:t>framework</a:t>
            </a:r>
            <a:r>
              <a:rPr sz="2000" spc="-50" dirty="0">
                <a:solidFill>
                  <a:srgbClr val="46424D"/>
                </a:solidFill>
                <a:latin typeface="Arial MT"/>
                <a:cs typeface="Arial MT"/>
              </a:rPr>
              <a:t> </a:t>
            </a:r>
            <a:r>
              <a:rPr sz="2000" dirty="0">
                <a:solidFill>
                  <a:srgbClr val="46424D"/>
                </a:solidFill>
                <a:latin typeface="Arial MT"/>
                <a:cs typeface="Arial MT"/>
              </a:rPr>
              <a:t>such</a:t>
            </a:r>
            <a:r>
              <a:rPr sz="2000" spc="-25" dirty="0">
                <a:solidFill>
                  <a:srgbClr val="46424D"/>
                </a:solidFill>
                <a:latin typeface="Arial MT"/>
                <a:cs typeface="Arial MT"/>
              </a:rPr>
              <a:t> </a:t>
            </a:r>
            <a:r>
              <a:rPr sz="2000" dirty="0">
                <a:solidFill>
                  <a:srgbClr val="46424D"/>
                </a:solidFill>
                <a:latin typeface="Arial MT"/>
                <a:cs typeface="Arial MT"/>
              </a:rPr>
              <a:t>as</a:t>
            </a:r>
            <a:r>
              <a:rPr sz="2000" spc="10" dirty="0">
                <a:solidFill>
                  <a:srgbClr val="46424D"/>
                </a:solidFill>
                <a:latin typeface="Arial MT"/>
                <a:cs typeface="Arial MT"/>
              </a:rPr>
              <a:t> </a:t>
            </a:r>
            <a:r>
              <a:rPr sz="2000" dirty="0">
                <a:solidFill>
                  <a:srgbClr val="46424D"/>
                </a:solidFill>
                <a:latin typeface="Arial MT"/>
                <a:cs typeface="Arial MT"/>
              </a:rPr>
              <a:t>Junit.</a:t>
            </a:r>
            <a:endParaRPr sz="2000" dirty="0">
              <a:latin typeface="Arial MT"/>
              <a:cs typeface="Arial MT"/>
            </a:endParaRPr>
          </a:p>
          <a:p>
            <a:pPr marL="355600" marR="359410" indent="-342900" algn="just">
              <a:lnSpc>
                <a:spcPct val="90100"/>
              </a:lnSpc>
              <a:spcBef>
                <a:spcPts val="895"/>
              </a:spcBef>
              <a:buFont typeface="Wingdings"/>
              <a:buChar char=""/>
              <a:tabLst>
                <a:tab pos="355600" algn="l"/>
              </a:tabLst>
            </a:pPr>
            <a:r>
              <a:rPr sz="2400" spc="-5" dirty="0">
                <a:solidFill>
                  <a:srgbClr val="46424D"/>
                </a:solidFill>
                <a:latin typeface="Arial MT"/>
                <a:cs typeface="Arial MT"/>
              </a:rPr>
              <a:t>All </a:t>
            </a:r>
            <a:r>
              <a:rPr sz="2400" dirty="0">
                <a:solidFill>
                  <a:srgbClr val="46424D"/>
                </a:solidFill>
                <a:latin typeface="Arial MT"/>
                <a:cs typeface="Arial MT"/>
              </a:rPr>
              <a:t>previous and new tests are run </a:t>
            </a:r>
            <a:r>
              <a:rPr sz="2400" spc="-5" dirty="0">
                <a:solidFill>
                  <a:srgbClr val="46424D"/>
                </a:solidFill>
                <a:latin typeface="Arial MT"/>
                <a:cs typeface="Arial MT"/>
              </a:rPr>
              <a:t>automatically when </a:t>
            </a:r>
            <a:r>
              <a:rPr sz="2400" spc="-655" dirty="0">
                <a:solidFill>
                  <a:srgbClr val="46424D"/>
                </a:solidFill>
                <a:latin typeface="Arial MT"/>
                <a:cs typeface="Arial MT"/>
              </a:rPr>
              <a:t> </a:t>
            </a:r>
            <a:r>
              <a:rPr sz="2400" spc="-5" dirty="0">
                <a:solidFill>
                  <a:srgbClr val="46424D"/>
                </a:solidFill>
                <a:latin typeface="Arial MT"/>
                <a:cs typeface="Arial MT"/>
              </a:rPr>
              <a:t>new functionality is added, </a:t>
            </a:r>
            <a:r>
              <a:rPr sz="2400" dirty="0">
                <a:solidFill>
                  <a:srgbClr val="46424D"/>
                </a:solidFill>
                <a:latin typeface="Arial MT"/>
                <a:cs typeface="Arial MT"/>
              </a:rPr>
              <a:t>thus </a:t>
            </a:r>
            <a:r>
              <a:rPr sz="2400" spc="-5" dirty="0">
                <a:solidFill>
                  <a:srgbClr val="46424D"/>
                </a:solidFill>
                <a:latin typeface="Arial MT"/>
                <a:cs typeface="Arial MT"/>
              </a:rPr>
              <a:t>checking </a:t>
            </a:r>
            <a:r>
              <a:rPr sz="2400" dirty="0">
                <a:solidFill>
                  <a:srgbClr val="46424D"/>
                </a:solidFill>
                <a:latin typeface="Arial MT"/>
                <a:cs typeface="Arial MT"/>
              </a:rPr>
              <a:t>that the </a:t>
            </a:r>
            <a:r>
              <a:rPr sz="2400" spc="-5" dirty="0">
                <a:solidFill>
                  <a:srgbClr val="46424D"/>
                </a:solidFill>
                <a:latin typeface="Arial MT"/>
                <a:cs typeface="Arial MT"/>
              </a:rPr>
              <a:t>new </a:t>
            </a:r>
            <a:r>
              <a:rPr sz="2400" spc="-655" dirty="0">
                <a:solidFill>
                  <a:srgbClr val="46424D"/>
                </a:solidFill>
                <a:latin typeface="Arial MT"/>
                <a:cs typeface="Arial MT"/>
              </a:rPr>
              <a:t> </a:t>
            </a:r>
            <a:r>
              <a:rPr sz="2400" spc="-5" dirty="0">
                <a:solidFill>
                  <a:srgbClr val="46424D"/>
                </a:solidFill>
                <a:latin typeface="Arial MT"/>
                <a:cs typeface="Arial MT"/>
              </a:rPr>
              <a:t>functionality</a:t>
            </a:r>
            <a:r>
              <a:rPr sz="2400" spc="25" dirty="0">
                <a:solidFill>
                  <a:srgbClr val="46424D"/>
                </a:solidFill>
                <a:latin typeface="Arial MT"/>
                <a:cs typeface="Arial MT"/>
              </a:rPr>
              <a:t> </a:t>
            </a:r>
            <a:r>
              <a:rPr sz="2400" spc="-5" dirty="0">
                <a:solidFill>
                  <a:srgbClr val="46424D"/>
                </a:solidFill>
                <a:latin typeface="Arial MT"/>
                <a:cs typeface="Arial MT"/>
              </a:rPr>
              <a:t>has</a:t>
            </a:r>
            <a:r>
              <a:rPr sz="2400" dirty="0">
                <a:solidFill>
                  <a:srgbClr val="46424D"/>
                </a:solidFill>
                <a:latin typeface="Arial MT"/>
                <a:cs typeface="Arial MT"/>
              </a:rPr>
              <a:t> not</a:t>
            </a:r>
            <a:r>
              <a:rPr sz="2400" spc="10" dirty="0">
                <a:solidFill>
                  <a:srgbClr val="46424D"/>
                </a:solidFill>
                <a:latin typeface="Arial MT"/>
                <a:cs typeface="Arial MT"/>
              </a:rPr>
              <a:t> </a:t>
            </a:r>
            <a:r>
              <a:rPr sz="2400" spc="-5" dirty="0">
                <a:solidFill>
                  <a:srgbClr val="46424D"/>
                </a:solidFill>
                <a:latin typeface="Arial MT"/>
                <a:cs typeface="Arial MT"/>
              </a:rPr>
              <a:t>introduced</a:t>
            </a:r>
            <a:r>
              <a:rPr sz="2400" spc="25" dirty="0">
                <a:solidFill>
                  <a:srgbClr val="46424D"/>
                </a:solidFill>
                <a:latin typeface="Arial MT"/>
                <a:cs typeface="Arial MT"/>
              </a:rPr>
              <a:t> </a:t>
            </a:r>
            <a:r>
              <a:rPr sz="2400" dirty="0">
                <a:solidFill>
                  <a:srgbClr val="46424D"/>
                </a:solidFill>
                <a:latin typeface="Arial MT"/>
                <a:cs typeface="Arial MT"/>
              </a:rPr>
              <a:t>errors.</a:t>
            </a:r>
            <a:endParaRPr sz="2400" dirty="0">
              <a:latin typeface="Arial MT"/>
              <a:cs typeface="Arial MT"/>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643254"/>
            <a:ext cx="8056245" cy="533781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46424D"/>
                </a:solidFill>
                <a:latin typeface="Arial"/>
                <a:cs typeface="Arial"/>
              </a:rPr>
              <a:t>Customer</a:t>
            </a:r>
            <a:r>
              <a:rPr sz="2400" b="1" spc="-20" dirty="0">
                <a:solidFill>
                  <a:srgbClr val="46424D"/>
                </a:solidFill>
                <a:latin typeface="Arial"/>
                <a:cs typeface="Arial"/>
              </a:rPr>
              <a:t> </a:t>
            </a:r>
            <a:r>
              <a:rPr sz="2400" b="1" dirty="0">
                <a:solidFill>
                  <a:srgbClr val="46424D"/>
                </a:solidFill>
                <a:latin typeface="Arial"/>
                <a:cs typeface="Arial"/>
              </a:rPr>
              <a:t>involvement</a:t>
            </a:r>
            <a:endParaRPr sz="2400" dirty="0">
              <a:latin typeface="Arial"/>
              <a:cs typeface="Arial"/>
            </a:endParaRPr>
          </a:p>
          <a:p>
            <a:pPr>
              <a:lnSpc>
                <a:spcPct val="100000"/>
              </a:lnSpc>
            </a:pPr>
            <a:endParaRPr sz="2700" dirty="0">
              <a:latin typeface="Arial"/>
              <a:cs typeface="Arial"/>
            </a:endParaRPr>
          </a:p>
          <a:p>
            <a:pPr marL="355600" marR="113030" indent="-342900">
              <a:lnSpc>
                <a:spcPct val="100000"/>
              </a:lnSpc>
              <a:spcBef>
                <a:spcPts val="1755"/>
              </a:spcBef>
              <a:buFont typeface="Wingdings"/>
              <a:buChar char=""/>
              <a:tabLst>
                <a:tab pos="355600" algn="l"/>
              </a:tabLst>
            </a:pPr>
            <a:r>
              <a:rPr sz="2400" dirty="0">
                <a:solidFill>
                  <a:srgbClr val="46424D"/>
                </a:solidFill>
                <a:latin typeface="Arial MT"/>
                <a:cs typeface="Arial MT"/>
              </a:rPr>
              <a:t>The role of the customer </a:t>
            </a:r>
            <a:r>
              <a:rPr sz="2400" spc="-10" dirty="0">
                <a:solidFill>
                  <a:srgbClr val="46424D"/>
                </a:solidFill>
                <a:latin typeface="Arial MT"/>
                <a:cs typeface="Arial MT"/>
              </a:rPr>
              <a:t>in </a:t>
            </a:r>
            <a:r>
              <a:rPr sz="2400" dirty="0">
                <a:solidFill>
                  <a:srgbClr val="46424D"/>
                </a:solidFill>
                <a:latin typeface="Arial MT"/>
                <a:cs typeface="Arial MT"/>
              </a:rPr>
              <a:t>the testing process </a:t>
            </a:r>
            <a:r>
              <a:rPr sz="2400" spc="-5" dirty="0">
                <a:solidFill>
                  <a:srgbClr val="46424D"/>
                </a:solidFill>
                <a:latin typeface="Arial MT"/>
                <a:cs typeface="Arial MT"/>
              </a:rPr>
              <a:t>is </a:t>
            </a:r>
            <a:r>
              <a:rPr sz="2400" dirty="0">
                <a:solidFill>
                  <a:srgbClr val="46424D"/>
                </a:solidFill>
                <a:latin typeface="Arial MT"/>
                <a:cs typeface="Arial MT"/>
              </a:rPr>
              <a:t>to </a:t>
            </a:r>
            <a:r>
              <a:rPr sz="2400" spc="-5" dirty="0">
                <a:solidFill>
                  <a:srgbClr val="46424D"/>
                </a:solidFill>
                <a:latin typeface="Arial MT"/>
                <a:cs typeface="Arial MT"/>
              </a:rPr>
              <a:t>help </a:t>
            </a:r>
            <a:r>
              <a:rPr sz="2400" spc="-655" dirty="0">
                <a:solidFill>
                  <a:srgbClr val="46424D"/>
                </a:solidFill>
                <a:latin typeface="Arial MT"/>
                <a:cs typeface="Arial MT"/>
              </a:rPr>
              <a:t> </a:t>
            </a:r>
            <a:r>
              <a:rPr sz="2400" spc="-5" dirty="0">
                <a:solidFill>
                  <a:srgbClr val="46424D"/>
                </a:solidFill>
                <a:latin typeface="Arial MT"/>
                <a:cs typeface="Arial MT"/>
              </a:rPr>
              <a:t>develop </a:t>
            </a:r>
            <a:r>
              <a:rPr sz="2400" dirty="0">
                <a:solidFill>
                  <a:srgbClr val="46424D"/>
                </a:solidFill>
                <a:latin typeface="Arial MT"/>
                <a:cs typeface="Arial MT"/>
              </a:rPr>
              <a:t>acceptance tests for the stories that </a:t>
            </a:r>
            <a:r>
              <a:rPr sz="2400" spc="-5" dirty="0">
                <a:solidFill>
                  <a:srgbClr val="46424D"/>
                </a:solidFill>
                <a:latin typeface="Arial MT"/>
                <a:cs typeface="Arial MT"/>
              </a:rPr>
              <a:t>are </a:t>
            </a:r>
            <a:r>
              <a:rPr sz="2400" dirty="0">
                <a:solidFill>
                  <a:srgbClr val="46424D"/>
                </a:solidFill>
                <a:latin typeface="Arial MT"/>
                <a:cs typeface="Arial MT"/>
              </a:rPr>
              <a:t>to </a:t>
            </a:r>
            <a:r>
              <a:rPr sz="2400" spc="-5" dirty="0">
                <a:solidFill>
                  <a:srgbClr val="46424D"/>
                </a:solidFill>
                <a:latin typeface="Arial MT"/>
                <a:cs typeface="Arial MT"/>
              </a:rPr>
              <a:t>be </a:t>
            </a:r>
            <a:r>
              <a:rPr sz="2400" dirty="0">
                <a:solidFill>
                  <a:srgbClr val="46424D"/>
                </a:solidFill>
                <a:latin typeface="Arial MT"/>
                <a:cs typeface="Arial MT"/>
              </a:rPr>
              <a:t> implemented</a:t>
            </a:r>
            <a:r>
              <a:rPr sz="2400" spc="20" dirty="0">
                <a:solidFill>
                  <a:srgbClr val="46424D"/>
                </a:solidFill>
                <a:latin typeface="Arial MT"/>
                <a:cs typeface="Arial MT"/>
              </a:rPr>
              <a:t> </a:t>
            </a:r>
            <a:r>
              <a:rPr sz="2400" spc="-5" dirty="0">
                <a:solidFill>
                  <a:srgbClr val="46424D"/>
                </a:solidFill>
                <a:latin typeface="Arial MT"/>
                <a:cs typeface="Arial MT"/>
              </a:rPr>
              <a:t>in</a:t>
            </a:r>
            <a:r>
              <a:rPr sz="2400" spc="10" dirty="0">
                <a:solidFill>
                  <a:srgbClr val="46424D"/>
                </a:solidFill>
                <a:latin typeface="Arial MT"/>
                <a:cs typeface="Arial MT"/>
              </a:rPr>
              <a:t> </a:t>
            </a:r>
            <a:r>
              <a:rPr sz="2400" dirty="0">
                <a:solidFill>
                  <a:srgbClr val="46424D"/>
                </a:solidFill>
                <a:latin typeface="Arial MT"/>
                <a:cs typeface="Arial MT"/>
              </a:rPr>
              <a:t>the</a:t>
            </a:r>
            <a:r>
              <a:rPr sz="2400" spc="-5" dirty="0">
                <a:solidFill>
                  <a:srgbClr val="46424D"/>
                </a:solidFill>
                <a:latin typeface="Arial MT"/>
                <a:cs typeface="Arial MT"/>
              </a:rPr>
              <a:t> next</a:t>
            </a:r>
            <a:r>
              <a:rPr sz="2400" spc="5" dirty="0">
                <a:solidFill>
                  <a:srgbClr val="46424D"/>
                </a:solidFill>
                <a:latin typeface="Arial MT"/>
                <a:cs typeface="Arial MT"/>
              </a:rPr>
              <a:t> </a:t>
            </a:r>
            <a:r>
              <a:rPr sz="2400" spc="-5" dirty="0">
                <a:solidFill>
                  <a:srgbClr val="46424D"/>
                </a:solidFill>
                <a:latin typeface="Arial MT"/>
                <a:cs typeface="Arial MT"/>
              </a:rPr>
              <a:t>release</a:t>
            </a:r>
            <a:r>
              <a:rPr sz="2400" spc="20" dirty="0">
                <a:solidFill>
                  <a:srgbClr val="46424D"/>
                </a:solidFill>
                <a:latin typeface="Arial MT"/>
                <a:cs typeface="Arial MT"/>
              </a:rPr>
              <a:t> </a:t>
            </a:r>
            <a:r>
              <a:rPr sz="2400" dirty="0">
                <a:solidFill>
                  <a:srgbClr val="46424D"/>
                </a:solidFill>
                <a:latin typeface="Arial MT"/>
                <a:cs typeface="Arial MT"/>
              </a:rPr>
              <a:t>of the</a:t>
            </a:r>
            <a:r>
              <a:rPr sz="2400" spc="-5" dirty="0">
                <a:solidFill>
                  <a:srgbClr val="46424D"/>
                </a:solidFill>
                <a:latin typeface="Arial MT"/>
                <a:cs typeface="Arial MT"/>
              </a:rPr>
              <a:t> </a:t>
            </a:r>
            <a:r>
              <a:rPr sz="2400" dirty="0">
                <a:solidFill>
                  <a:srgbClr val="46424D"/>
                </a:solidFill>
                <a:latin typeface="Arial MT"/>
                <a:cs typeface="Arial MT"/>
              </a:rPr>
              <a:t>system.</a:t>
            </a:r>
            <a:endParaRPr sz="2400" dirty="0">
              <a:latin typeface="Arial MT"/>
              <a:cs typeface="Arial MT"/>
            </a:endParaRPr>
          </a:p>
          <a:p>
            <a:pPr marL="355600" marR="400685" indent="-342900">
              <a:lnSpc>
                <a:spcPct val="100000"/>
              </a:lnSpc>
              <a:spcBef>
                <a:spcPts val="1200"/>
              </a:spcBef>
              <a:buFont typeface="Wingdings"/>
              <a:buChar char=""/>
              <a:tabLst>
                <a:tab pos="355600" algn="l"/>
              </a:tabLst>
            </a:pPr>
            <a:r>
              <a:rPr sz="2400" dirty="0">
                <a:solidFill>
                  <a:srgbClr val="46424D"/>
                </a:solidFill>
                <a:latin typeface="Arial MT"/>
                <a:cs typeface="Arial MT"/>
              </a:rPr>
              <a:t>The</a:t>
            </a:r>
            <a:r>
              <a:rPr sz="2400" spc="-5" dirty="0">
                <a:solidFill>
                  <a:srgbClr val="46424D"/>
                </a:solidFill>
                <a:latin typeface="Arial MT"/>
                <a:cs typeface="Arial MT"/>
              </a:rPr>
              <a:t> </a:t>
            </a:r>
            <a:r>
              <a:rPr sz="2400" dirty="0">
                <a:solidFill>
                  <a:srgbClr val="46424D"/>
                </a:solidFill>
                <a:latin typeface="Arial MT"/>
                <a:cs typeface="Arial MT"/>
              </a:rPr>
              <a:t>customer </a:t>
            </a:r>
            <a:r>
              <a:rPr sz="2400" spc="-5" dirty="0">
                <a:solidFill>
                  <a:srgbClr val="46424D"/>
                </a:solidFill>
                <a:latin typeface="Arial MT"/>
                <a:cs typeface="Arial MT"/>
              </a:rPr>
              <a:t>who</a:t>
            </a:r>
            <a:r>
              <a:rPr sz="2400" spc="10" dirty="0">
                <a:solidFill>
                  <a:srgbClr val="46424D"/>
                </a:solidFill>
                <a:latin typeface="Arial MT"/>
                <a:cs typeface="Arial MT"/>
              </a:rPr>
              <a:t> </a:t>
            </a:r>
            <a:r>
              <a:rPr sz="2400" spc="-5" dirty="0">
                <a:solidFill>
                  <a:srgbClr val="46424D"/>
                </a:solidFill>
                <a:latin typeface="Arial MT"/>
                <a:cs typeface="Arial MT"/>
              </a:rPr>
              <a:t>is</a:t>
            </a:r>
            <a:r>
              <a:rPr sz="2400" dirty="0">
                <a:solidFill>
                  <a:srgbClr val="46424D"/>
                </a:solidFill>
                <a:latin typeface="Arial MT"/>
                <a:cs typeface="Arial MT"/>
              </a:rPr>
              <a:t> </a:t>
            </a:r>
            <a:r>
              <a:rPr sz="2400" spc="-5" dirty="0">
                <a:solidFill>
                  <a:srgbClr val="46424D"/>
                </a:solidFill>
                <a:latin typeface="Arial MT"/>
                <a:cs typeface="Arial MT"/>
              </a:rPr>
              <a:t>part</a:t>
            </a:r>
            <a:r>
              <a:rPr sz="2400" dirty="0">
                <a:solidFill>
                  <a:srgbClr val="46424D"/>
                </a:solidFill>
                <a:latin typeface="Arial MT"/>
                <a:cs typeface="Arial MT"/>
              </a:rPr>
              <a:t> of</a:t>
            </a:r>
            <a:r>
              <a:rPr sz="2400" spc="-5" dirty="0">
                <a:solidFill>
                  <a:srgbClr val="46424D"/>
                </a:solidFill>
                <a:latin typeface="Arial MT"/>
                <a:cs typeface="Arial MT"/>
              </a:rPr>
              <a:t> </a:t>
            </a:r>
            <a:r>
              <a:rPr sz="2400" dirty="0">
                <a:solidFill>
                  <a:srgbClr val="46424D"/>
                </a:solidFill>
                <a:latin typeface="Arial MT"/>
                <a:cs typeface="Arial MT"/>
              </a:rPr>
              <a:t>the</a:t>
            </a:r>
            <a:r>
              <a:rPr sz="2400" spc="-10" dirty="0">
                <a:solidFill>
                  <a:srgbClr val="46424D"/>
                </a:solidFill>
                <a:latin typeface="Arial MT"/>
                <a:cs typeface="Arial MT"/>
              </a:rPr>
              <a:t> </a:t>
            </a:r>
            <a:r>
              <a:rPr sz="2400" dirty="0">
                <a:solidFill>
                  <a:srgbClr val="46424D"/>
                </a:solidFill>
                <a:latin typeface="Arial MT"/>
                <a:cs typeface="Arial MT"/>
              </a:rPr>
              <a:t>team</a:t>
            </a:r>
            <a:r>
              <a:rPr sz="2400" spc="10" dirty="0">
                <a:solidFill>
                  <a:srgbClr val="46424D"/>
                </a:solidFill>
                <a:latin typeface="Arial MT"/>
                <a:cs typeface="Arial MT"/>
              </a:rPr>
              <a:t> </a:t>
            </a:r>
            <a:r>
              <a:rPr sz="2400" spc="-5" dirty="0">
                <a:solidFill>
                  <a:srgbClr val="46424D"/>
                </a:solidFill>
                <a:latin typeface="Arial MT"/>
                <a:cs typeface="Arial MT"/>
              </a:rPr>
              <a:t>writes</a:t>
            </a:r>
            <a:r>
              <a:rPr sz="2400" spc="5" dirty="0">
                <a:solidFill>
                  <a:srgbClr val="46424D"/>
                </a:solidFill>
                <a:latin typeface="Arial MT"/>
                <a:cs typeface="Arial MT"/>
              </a:rPr>
              <a:t> </a:t>
            </a:r>
            <a:r>
              <a:rPr sz="2400" dirty="0">
                <a:solidFill>
                  <a:srgbClr val="46424D"/>
                </a:solidFill>
                <a:latin typeface="Arial MT"/>
                <a:cs typeface="Arial MT"/>
              </a:rPr>
              <a:t>tests</a:t>
            </a:r>
            <a:r>
              <a:rPr sz="2400" spc="-20" dirty="0">
                <a:solidFill>
                  <a:srgbClr val="46424D"/>
                </a:solidFill>
                <a:latin typeface="Arial MT"/>
                <a:cs typeface="Arial MT"/>
              </a:rPr>
              <a:t> </a:t>
            </a:r>
            <a:r>
              <a:rPr sz="2400" spc="-5" dirty="0">
                <a:solidFill>
                  <a:srgbClr val="46424D"/>
                </a:solidFill>
                <a:latin typeface="Arial MT"/>
                <a:cs typeface="Arial MT"/>
              </a:rPr>
              <a:t>as </a:t>
            </a:r>
            <a:r>
              <a:rPr sz="2400" dirty="0">
                <a:solidFill>
                  <a:srgbClr val="46424D"/>
                </a:solidFill>
                <a:latin typeface="Arial MT"/>
                <a:cs typeface="Arial MT"/>
              </a:rPr>
              <a:t> </a:t>
            </a:r>
            <a:r>
              <a:rPr sz="2400" spc="-5" dirty="0">
                <a:solidFill>
                  <a:srgbClr val="46424D"/>
                </a:solidFill>
                <a:latin typeface="Arial MT"/>
                <a:cs typeface="Arial MT"/>
              </a:rPr>
              <a:t>development proceeds. All new code is </a:t>
            </a:r>
            <a:r>
              <a:rPr sz="2400" dirty="0">
                <a:solidFill>
                  <a:srgbClr val="46424D"/>
                </a:solidFill>
                <a:latin typeface="Arial MT"/>
                <a:cs typeface="Arial MT"/>
              </a:rPr>
              <a:t>therefore </a:t>
            </a:r>
            <a:r>
              <a:rPr sz="2400" spc="5" dirty="0">
                <a:solidFill>
                  <a:srgbClr val="46424D"/>
                </a:solidFill>
                <a:latin typeface="Arial MT"/>
                <a:cs typeface="Arial MT"/>
              </a:rPr>
              <a:t> </a:t>
            </a:r>
            <a:r>
              <a:rPr sz="2400" spc="-5" dirty="0">
                <a:solidFill>
                  <a:srgbClr val="46424D"/>
                </a:solidFill>
                <a:latin typeface="Arial MT"/>
                <a:cs typeface="Arial MT"/>
              </a:rPr>
              <a:t>validated</a:t>
            </a:r>
            <a:r>
              <a:rPr sz="2400" spc="30" dirty="0">
                <a:solidFill>
                  <a:srgbClr val="46424D"/>
                </a:solidFill>
                <a:latin typeface="Arial MT"/>
                <a:cs typeface="Arial MT"/>
              </a:rPr>
              <a:t> </a:t>
            </a:r>
            <a:r>
              <a:rPr sz="2400" dirty="0">
                <a:solidFill>
                  <a:srgbClr val="46424D"/>
                </a:solidFill>
                <a:latin typeface="Arial MT"/>
                <a:cs typeface="Arial MT"/>
              </a:rPr>
              <a:t>to</a:t>
            </a:r>
            <a:r>
              <a:rPr sz="2400" spc="5" dirty="0">
                <a:solidFill>
                  <a:srgbClr val="46424D"/>
                </a:solidFill>
                <a:latin typeface="Arial MT"/>
                <a:cs typeface="Arial MT"/>
              </a:rPr>
              <a:t> </a:t>
            </a:r>
            <a:r>
              <a:rPr sz="2400" spc="-5" dirty="0">
                <a:solidFill>
                  <a:srgbClr val="46424D"/>
                </a:solidFill>
                <a:latin typeface="Arial MT"/>
                <a:cs typeface="Arial MT"/>
              </a:rPr>
              <a:t>ensure</a:t>
            </a:r>
            <a:r>
              <a:rPr sz="2400" spc="15" dirty="0">
                <a:solidFill>
                  <a:srgbClr val="46424D"/>
                </a:solidFill>
                <a:latin typeface="Arial MT"/>
                <a:cs typeface="Arial MT"/>
              </a:rPr>
              <a:t> </a:t>
            </a:r>
            <a:r>
              <a:rPr sz="2400" dirty="0">
                <a:solidFill>
                  <a:srgbClr val="46424D"/>
                </a:solidFill>
                <a:latin typeface="Arial MT"/>
                <a:cs typeface="Arial MT"/>
              </a:rPr>
              <a:t>that</a:t>
            </a:r>
            <a:r>
              <a:rPr sz="2400" spc="-10" dirty="0">
                <a:solidFill>
                  <a:srgbClr val="46424D"/>
                </a:solidFill>
                <a:latin typeface="Arial MT"/>
                <a:cs typeface="Arial MT"/>
              </a:rPr>
              <a:t> </a:t>
            </a:r>
            <a:r>
              <a:rPr sz="2400" dirty="0">
                <a:solidFill>
                  <a:srgbClr val="46424D"/>
                </a:solidFill>
                <a:latin typeface="Arial MT"/>
                <a:cs typeface="Arial MT"/>
              </a:rPr>
              <a:t>it</a:t>
            </a:r>
            <a:r>
              <a:rPr sz="2400" spc="5" dirty="0">
                <a:solidFill>
                  <a:srgbClr val="46424D"/>
                </a:solidFill>
                <a:latin typeface="Arial MT"/>
                <a:cs typeface="Arial MT"/>
              </a:rPr>
              <a:t> </a:t>
            </a:r>
            <a:r>
              <a:rPr sz="2400" spc="-5" dirty="0">
                <a:solidFill>
                  <a:srgbClr val="46424D"/>
                </a:solidFill>
                <a:latin typeface="Arial MT"/>
                <a:cs typeface="Arial MT"/>
              </a:rPr>
              <a:t>is</a:t>
            </a:r>
            <a:r>
              <a:rPr sz="2400" dirty="0">
                <a:solidFill>
                  <a:srgbClr val="46424D"/>
                </a:solidFill>
                <a:latin typeface="Arial MT"/>
                <a:cs typeface="Arial MT"/>
              </a:rPr>
              <a:t> </a:t>
            </a:r>
            <a:r>
              <a:rPr sz="2400" spc="-5" dirty="0">
                <a:solidFill>
                  <a:srgbClr val="46424D"/>
                </a:solidFill>
                <a:latin typeface="Arial MT"/>
                <a:cs typeface="Arial MT"/>
              </a:rPr>
              <a:t>what</a:t>
            </a:r>
            <a:r>
              <a:rPr sz="2400" spc="10" dirty="0">
                <a:solidFill>
                  <a:srgbClr val="46424D"/>
                </a:solidFill>
                <a:latin typeface="Arial MT"/>
                <a:cs typeface="Arial MT"/>
              </a:rPr>
              <a:t> </a:t>
            </a:r>
            <a:r>
              <a:rPr sz="2400" dirty="0">
                <a:solidFill>
                  <a:srgbClr val="46424D"/>
                </a:solidFill>
                <a:latin typeface="Arial MT"/>
                <a:cs typeface="Arial MT"/>
              </a:rPr>
              <a:t>the</a:t>
            </a:r>
            <a:r>
              <a:rPr sz="2400" spc="-10" dirty="0">
                <a:solidFill>
                  <a:srgbClr val="46424D"/>
                </a:solidFill>
                <a:latin typeface="Arial MT"/>
                <a:cs typeface="Arial MT"/>
              </a:rPr>
              <a:t> </a:t>
            </a:r>
            <a:r>
              <a:rPr sz="2400" dirty="0">
                <a:solidFill>
                  <a:srgbClr val="46424D"/>
                </a:solidFill>
                <a:latin typeface="Arial MT"/>
                <a:cs typeface="Arial MT"/>
              </a:rPr>
              <a:t>customer</a:t>
            </a:r>
            <a:r>
              <a:rPr sz="2400" spc="5" dirty="0">
                <a:solidFill>
                  <a:srgbClr val="46424D"/>
                </a:solidFill>
                <a:latin typeface="Arial MT"/>
                <a:cs typeface="Arial MT"/>
              </a:rPr>
              <a:t> </a:t>
            </a:r>
            <a:r>
              <a:rPr sz="2400" spc="-5" dirty="0">
                <a:solidFill>
                  <a:srgbClr val="46424D"/>
                </a:solidFill>
                <a:latin typeface="Arial MT"/>
                <a:cs typeface="Arial MT"/>
              </a:rPr>
              <a:t>needs.</a:t>
            </a:r>
            <a:endParaRPr sz="2400" dirty="0">
              <a:latin typeface="Arial MT"/>
              <a:cs typeface="Arial MT"/>
            </a:endParaRPr>
          </a:p>
          <a:p>
            <a:pPr marL="355600" marR="5080" indent="-342900">
              <a:lnSpc>
                <a:spcPct val="100000"/>
              </a:lnSpc>
              <a:spcBef>
                <a:spcPts val="1205"/>
              </a:spcBef>
              <a:buFont typeface="Wingdings"/>
              <a:buChar char=""/>
              <a:tabLst>
                <a:tab pos="355600" algn="l"/>
              </a:tabLst>
            </a:pPr>
            <a:r>
              <a:rPr sz="2400" spc="-20" dirty="0">
                <a:solidFill>
                  <a:srgbClr val="46424D"/>
                </a:solidFill>
                <a:latin typeface="Arial MT"/>
                <a:cs typeface="Arial MT"/>
              </a:rPr>
              <a:t>However,</a:t>
            </a:r>
            <a:r>
              <a:rPr sz="2400" spc="20" dirty="0">
                <a:solidFill>
                  <a:srgbClr val="46424D"/>
                </a:solidFill>
                <a:latin typeface="Arial MT"/>
                <a:cs typeface="Arial MT"/>
              </a:rPr>
              <a:t> </a:t>
            </a:r>
            <a:r>
              <a:rPr sz="2400" spc="-5" dirty="0">
                <a:solidFill>
                  <a:srgbClr val="46424D"/>
                </a:solidFill>
                <a:latin typeface="Arial MT"/>
                <a:cs typeface="Arial MT"/>
              </a:rPr>
              <a:t>people</a:t>
            </a:r>
            <a:r>
              <a:rPr sz="2400" spc="30" dirty="0">
                <a:solidFill>
                  <a:srgbClr val="46424D"/>
                </a:solidFill>
                <a:latin typeface="Arial MT"/>
                <a:cs typeface="Arial MT"/>
              </a:rPr>
              <a:t> </a:t>
            </a:r>
            <a:r>
              <a:rPr sz="2400" spc="-5" dirty="0">
                <a:solidFill>
                  <a:srgbClr val="46424D"/>
                </a:solidFill>
                <a:latin typeface="Arial MT"/>
                <a:cs typeface="Arial MT"/>
              </a:rPr>
              <a:t>adopting</a:t>
            </a:r>
            <a:r>
              <a:rPr sz="2400" spc="35" dirty="0">
                <a:solidFill>
                  <a:srgbClr val="46424D"/>
                </a:solidFill>
                <a:latin typeface="Arial MT"/>
                <a:cs typeface="Arial MT"/>
              </a:rPr>
              <a:t> </a:t>
            </a:r>
            <a:r>
              <a:rPr sz="2400" dirty="0">
                <a:solidFill>
                  <a:srgbClr val="46424D"/>
                </a:solidFill>
                <a:latin typeface="Arial MT"/>
                <a:cs typeface="Arial MT"/>
              </a:rPr>
              <a:t>the</a:t>
            </a:r>
            <a:r>
              <a:rPr sz="2400" spc="10" dirty="0">
                <a:solidFill>
                  <a:srgbClr val="46424D"/>
                </a:solidFill>
                <a:latin typeface="Arial MT"/>
                <a:cs typeface="Arial MT"/>
              </a:rPr>
              <a:t> </a:t>
            </a:r>
            <a:r>
              <a:rPr sz="2400" dirty="0">
                <a:solidFill>
                  <a:srgbClr val="46424D"/>
                </a:solidFill>
                <a:latin typeface="Arial MT"/>
                <a:cs typeface="Arial MT"/>
              </a:rPr>
              <a:t>customer</a:t>
            </a:r>
            <a:r>
              <a:rPr sz="2400" spc="10" dirty="0">
                <a:solidFill>
                  <a:srgbClr val="46424D"/>
                </a:solidFill>
                <a:latin typeface="Arial MT"/>
                <a:cs typeface="Arial MT"/>
              </a:rPr>
              <a:t> </a:t>
            </a:r>
            <a:r>
              <a:rPr sz="2400" spc="-5" dirty="0">
                <a:solidFill>
                  <a:srgbClr val="46424D"/>
                </a:solidFill>
                <a:latin typeface="Arial MT"/>
                <a:cs typeface="Arial MT"/>
              </a:rPr>
              <a:t>role</a:t>
            </a:r>
            <a:r>
              <a:rPr sz="2400" spc="10" dirty="0">
                <a:solidFill>
                  <a:srgbClr val="46424D"/>
                </a:solidFill>
                <a:latin typeface="Arial MT"/>
                <a:cs typeface="Arial MT"/>
              </a:rPr>
              <a:t> </a:t>
            </a:r>
            <a:r>
              <a:rPr sz="2400" spc="-5" dirty="0">
                <a:solidFill>
                  <a:srgbClr val="46424D"/>
                </a:solidFill>
                <a:latin typeface="Arial MT"/>
                <a:cs typeface="Arial MT"/>
              </a:rPr>
              <a:t>have</a:t>
            </a:r>
            <a:r>
              <a:rPr sz="2400" spc="20" dirty="0">
                <a:solidFill>
                  <a:srgbClr val="46424D"/>
                </a:solidFill>
                <a:latin typeface="Arial MT"/>
                <a:cs typeface="Arial MT"/>
              </a:rPr>
              <a:t> </a:t>
            </a:r>
            <a:r>
              <a:rPr sz="2400" spc="-5" dirty="0">
                <a:solidFill>
                  <a:srgbClr val="46424D"/>
                </a:solidFill>
                <a:latin typeface="Arial MT"/>
                <a:cs typeface="Arial MT"/>
              </a:rPr>
              <a:t>limited </a:t>
            </a:r>
            <a:r>
              <a:rPr sz="2400" spc="-650" dirty="0">
                <a:solidFill>
                  <a:srgbClr val="46424D"/>
                </a:solidFill>
                <a:latin typeface="Arial MT"/>
                <a:cs typeface="Arial MT"/>
              </a:rPr>
              <a:t> </a:t>
            </a:r>
            <a:r>
              <a:rPr sz="2400" spc="-5" dirty="0">
                <a:solidFill>
                  <a:srgbClr val="46424D"/>
                </a:solidFill>
                <a:latin typeface="Arial MT"/>
                <a:cs typeface="Arial MT"/>
              </a:rPr>
              <a:t>time</a:t>
            </a:r>
            <a:r>
              <a:rPr sz="2400" spc="-10" dirty="0">
                <a:solidFill>
                  <a:srgbClr val="46424D"/>
                </a:solidFill>
                <a:latin typeface="Arial MT"/>
                <a:cs typeface="Arial MT"/>
              </a:rPr>
              <a:t> </a:t>
            </a:r>
            <a:r>
              <a:rPr sz="2400" spc="-5" dirty="0">
                <a:solidFill>
                  <a:srgbClr val="46424D"/>
                </a:solidFill>
                <a:latin typeface="Arial MT"/>
                <a:cs typeface="Arial MT"/>
              </a:rPr>
              <a:t>available</a:t>
            </a:r>
            <a:r>
              <a:rPr sz="2400" spc="50" dirty="0">
                <a:solidFill>
                  <a:srgbClr val="46424D"/>
                </a:solidFill>
                <a:latin typeface="Arial MT"/>
                <a:cs typeface="Arial MT"/>
              </a:rPr>
              <a:t> </a:t>
            </a:r>
            <a:r>
              <a:rPr sz="2400" spc="-5" dirty="0">
                <a:solidFill>
                  <a:srgbClr val="46424D"/>
                </a:solidFill>
                <a:latin typeface="Arial MT"/>
                <a:cs typeface="Arial MT"/>
              </a:rPr>
              <a:t>and</a:t>
            </a:r>
            <a:r>
              <a:rPr sz="2400" spc="10" dirty="0">
                <a:solidFill>
                  <a:srgbClr val="46424D"/>
                </a:solidFill>
                <a:latin typeface="Arial MT"/>
                <a:cs typeface="Arial MT"/>
              </a:rPr>
              <a:t> </a:t>
            </a:r>
            <a:r>
              <a:rPr sz="2400" spc="-5" dirty="0">
                <a:solidFill>
                  <a:srgbClr val="46424D"/>
                </a:solidFill>
                <a:latin typeface="Arial MT"/>
                <a:cs typeface="Arial MT"/>
              </a:rPr>
              <a:t>so</a:t>
            </a:r>
            <a:r>
              <a:rPr sz="2400" spc="5" dirty="0">
                <a:solidFill>
                  <a:srgbClr val="46424D"/>
                </a:solidFill>
                <a:latin typeface="Arial MT"/>
                <a:cs typeface="Arial MT"/>
              </a:rPr>
              <a:t> </a:t>
            </a:r>
            <a:r>
              <a:rPr sz="2400" spc="-5" dirty="0">
                <a:solidFill>
                  <a:srgbClr val="46424D"/>
                </a:solidFill>
                <a:latin typeface="Arial MT"/>
                <a:cs typeface="Arial MT"/>
              </a:rPr>
              <a:t>cannot</a:t>
            </a:r>
            <a:r>
              <a:rPr sz="2400" spc="15" dirty="0">
                <a:solidFill>
                  <a:srgbClr val="46424D"/>
                </a:solidFill>
                <a:latin typeface="Arial MT"/>
                <a:cs typeface="Arial MT"/>
              </a:rPr>
              <a:t> </a:t>
            </a:r>
            <a:r>
              <a:rPr sz="2400" spc="-5" dirty="0">
                <a:solidFill>
                  <a:srgbClr val="46424D"/>
                </a:solidFill>
                <a:latin typeface="Arial MT"/>
                <a:cs typeface="Arial MT"/>
              </a:rPr>
              <a:t>work</a:t>
            </a:r>
            <a:r>
              <a:rPr sz="2400" spc="10" dirty="0">
                <a:solidFill>
                  <a:srgbClr val="46424D"/>
                </a:solidFill>
                <a:latin typeface="Arial MT"/>
                <a:cs typeface="Arial MT"/>
              </a:rPr>
              <a:t> </a:t>
            </a:r>
            <a:r>
              <a:rPr sz="2400" spc="-5" dirty="0">
                <a:solidFill>
                  <a:srgbClr val="46424D"/>
                </a:solidFill>
                <a:latin typeface="Arial MT"/>
                <a:cs typeface="Arial MT"/>
              </a:rPr>
              <a:t>full-time</a:t>
            </a:r>
            <a:r>
              <a:rPr sz="2400" spc="10" dirty="0">
                <a:solidFill>
                  <a:srgbClr val="46424D"/>
                </a:solidFill>
                <a:latin typeface="Arial MT"/>
                <a:cs typeface="Arial MT"/>
              </a:rPr>
              <a:t> </a:t>
            </a:r>
            <a:r>
              <a:rPr sz="2400" spc="-5" dirty="0">
                <a:solidFill>
                  <a:srgbClr val="46424D"/>
                </a:solidFill>
                <a:latin typeface="Arial MT"/>
                <a:cs typeface="Arial MT"/>
              </a:rPr>
              <a:t>with</a:t>
            </a:r>
            <a:r>
              <a:rPr sz="2400" spc="15" dirty="0">
                <a:solidFill>
                  <a:srgbClr val="46424D"/>
                </a:solidFill>
                <a:latin typeface="Arial MT"/>
                <a:cs typeface="Arial MT"/>
              </a:rPr>
              <a:t> </a:t>
            </a:r>
            <a:r>
              <a:rPr sz="2400" spc="-5" dirty="0">
                <a:solidFill>
                  <a:srgbClr val="46424D"/>
                </a:solidFill>
                <a:latin typeface="Arial MT"/>
                <a:cs typeface="Arial MT"/>
              </a:rPr>
              <a:t>the </a:t>
            </a:r>
            <a:r>
              <a:rPr sz="2400" dirty="0">
                <a:solidFill>
                  <a:srgbClr val="46424D"/>
                </a:solidFill>
                <a:latin typeface="Arial MT"/>
                <a:cs typeface="Arial MT"/>
              </a:rPr>
              <a:t> </a:t>
            </a:r>
            <a:r>
              <a:rPr sz="2400" spc="-5" dirty="0">
                <a:solidFill>
                  <a:srgbClr val="46424D"/>
                </a:solidFill>
                <a:latin typeface="Arial MT"/>
                <a:cs typeface="Arial MT"/>
              </a:rPr>
              <a:t>development</a:t>
            </a:r>
            <a:r>
              <a:rPr sz="2400" spc="30" dirty="0">
                <a:solidFill>
                  <a:srgbClr val="46424D"/>
                </a:solidFill>
                <a:latin typeface="Arial MT"/>
                <a:cs typeface="Arial MT"/>
              </a:rPr>
              <a:t> </a:t>
            </a:r>
            <a:r>
              <a:rPr sz="2400" dirty="0">
                <a:solidFill>
                  <a:srgbClr val="46424D"/>
                </a:solidFill>
                <a:latin typeface="Arial MT"/>
                <a:cs typeface="Arial MT"/>
              </a:rPr>
              <a:t>team.</a:t>
            </a:r>
            <a:r>
              <a:rPr sz="2400" spc="-50" dirty="0">
                <a:solidFill>
                  <a:srgbClr val="46424D"/>
                </a:solidFill>
                <a:latin typeface="Arial MT"/>
                <a:cs typeface="Arial MT"/>
              </a:rPr>
              <a:t> </a:t>
            </a:r>
            <a:r>
              <a:rPr sz="2400" dirty="0">
                <a:solidFill>
                  <a:srgbClr val="46424D"/>
                </a:solidFill>
                <a:latin typeface="Arial MT"/>
                <a:cs typeface="Arial MT"/>
              </a:rPr>
              <a:t>They</a:t>
            </a:r>
            <a:r>
              <a:rPr sz="2400" spc="5" dirty="0">
                <a:solidFill>
                  <a:srgbClr val="46424D"/>
                </a:solidFill>
                <a:latin typeface="Arial MT"/>
                <a:cs typeface="Arial MT"/>
              </a:rPr>
              <a:t> </a:t>
            </a:r>
            <a:r>
              <a:rPr sz="2400" spc="-5" dirty="0">
                <a:solidFill>
                  <a:srgbClr val="46424D"/>
                </a:solidFill>
                <a:latin typeface="Arial MT"/>
                <a:cs typeface="Arial MT"/>
              </a:rPr>
              <a:t>may</a:t>
            </a:r>
            <a:r>
              <a:rPr sz="2400" dirty="0">
                <a:solidFill>
                  <a:srgbClr val="46424D"/>
                </a:solidFill>
                <a:latin typeface="Arial MT"/>
                <a:cs typeface="Arial MT"/>
              </a:rPr>
              <a:t> </a:t>
            </a:r>
            <a:r>
              <a:rPr sz="2400" spc="-5" dirty="0">
                <a:solidFill>
                  <a:srgbClr val="46424D"/>
                </a:solidFill>
                <a:latin typeface="Arial MT"/>
                <a:cs typeface="Arial MT"/>
              </a:rPr>
              <a:t>feel</a:t>
            </a:r>
            <a:r>
              <a:rPr sz="2400" spc="5" dirty="0">
                <a:solidFill>
                  <a:srgbClr val="46424D"/>
                </a:solidFill>
                <a:latin typeface="Arial MT"/>
                <a:cs typeface="Arial MT"/>
              </a:rPr>
              <a:t> </a:t>
            </a:r>
            <a:r>
              <a:rPr sz="2400" dirty="0">
                <a:solidFill>
                  <a:srgbClr val="46424D"/>
                </a:solidFill>
                <a:latin typeface="Arial MT"/>
                <a:cs typeface="Arial MT"/>
              </a:rPr>
              <a:t>that</a:t>
            </a:r>
            <a:r>
              <a:rPr sz="2400" spc="5" dirty="0">
                <a:solidFill>
                  <a:srgbClr val="46424D"/>
                </a:solidFill>
                <a:latin typeface="Arial MT"/>
                <a:cs typeface="Arial MT"/>
              </a:rPr>
              <a:t> </a:t>
            </a:r>
            <a:r>
              <a:rPr sz="2400" spc="-5" dirty="0">
                <a:solidFill>
                  <a:srgbClr val="46424D"/>
                </a:solidFill>
                <a:latin typeface="Arial MT"/>
                <a:cs typeface="Arial MT"/>
              </a:rPr>
              <a:t>providing</a:t>
            </a:r>
            <a:r>
              <a:rPr sz="2400" spc="25" dirty="0">
                <a:solidFill>
                  <a:srgbClr val="46424D"/>
                </a:solidFill>
                <a:latin typeface="Arial MT"/>
                <a:cs typeface="Arial MT"/>
              </a:rPr>
              <a:t> </a:t>
            </a:r>
            <a:r>
              <a:rPr sz="2400" dirty="0">
                <a:solidFill>
                  <a:srgbClr val="46424D"/>
                </a:solidFill>
                <a:latin typeface="Arial MT"/>
                <a:cs typeface="Arial MT"/>
              </a:rPr>
              <a:t>the </a:t>
            </a:r>
            <a:r>
              <a:rPr sz="2400" spc="5" dirty="0">
                <a:solidFill>
                  <a:srgbClr val="46424D"/>
                </a:solidFill>
                <a:latin typeface="Arial MT"/>
                <a:cs typeface="Arial MT"/>
              </a:rPr>
              <a:t> </a:t>
            </a:r>
            <a:r>
              <a:rPr sz="2400" dirty="0">
                <a:solidFill>
                  <a:srgbClr val="46424D"/>
                </a:solidFill>
                <a:latin typeface="Arial MT"/>
                <a:cs typeface="Arial MT"/>
              </a:rPr>
              <a:t>requirements</a:t>
            </a:r>
            <a:r>
              <a:rPr sz="2400" spc="15" dirty="0">
                <a:solidFill>
                  <a:srgbClr val="46424D"/>
                </a:solidFill>
                <a:latin typeface="Arial MT"/>
                <a:cs typeface="Arial MT"/>
              </a:rPr>
              <a:t> </a:t>
            </a:r>
            <a:r>
              <a:rPr sz="2400" spc="-5" dirty="0">
                <a:solidFill>
                  <a:srgbClr val="46424D"/>
                </a:solidFill>
                <a:latin typeface="Arial MT"/>
                <a:cs typeface="Arial MT"/>
              </a:rPr>
              <a:t>was</a:t>
            </a:r>
            <a:r>
              <a:rPr sz="2400" dirty="0">
                <a:solidFill>
                  <a:srgbClr val="46424D"/>
                </a:solidFill>
                <a:latin typeface="Arial MT"/>
                <a:cs typeface="Arial MT"/>
              </a:rPr>
              <a:t> </a:t>
            </a:r>
            <a:r>
              <a:rPr sz="2400" spc="-5" dirty="0">
                <a:solidFill>
                  <a:srgbClr val="46424D"/>
                </a:solidFill>
                <a:latin typeface="Arial MT"/>
                <a:cs typeface="Arial MT"/>
              </a:rPr>
              <a:t>enough</a:t>
            </a:r>
            <a:r>
              <a:rPr sz="2400" spc="30" dirty="0">
                <a:solidFill>
                  <a:srgbClr val="46424D"/>
                </a:solidFill>
                <a:latin typeface="Arial MT"/>
                <a:cs typeface="Arial MT"/>
              </a:rPr>
              <a:t> </a:t>
            </a:r>
            <a:r>
              <a:rPr sz="2400" dirty="0">
                <a:solidFill>
                  <a:srgbClr val="46424D"/>
                </a:solidFill>
                <a:latin typeface="Arial MT"/>
                <a:cs typeface="Arial MT"/>
              </a:rPr>
              <a:t>of </a:t>
            </a:r>
            <a:r>
              <a:rPr sz="2400" spc="-5" dirty="0">
                <a:solidFill>
                  <a:srgbClr val="46424D"/>
                </a:solidFill>
                <a:latin typeface="Arial MT"/>
                <a:cs typeface="Arial MT"/>
              </a:rPr>
              <a:t>a</a:t>
            </a:r>
            <a:r>
              <a:rPr sz="2400" dirty="0">
                <a:solidFill>
                  <a:srgbClr val="46424D"/>
                </a:solidFill>
                <a:latin typeface="Arial MT"/>
                <a:cs typeface="Arial MT"/>
              </a:rPr>
              <a:t> contribution</a:t>
            </a:r>
            <a:r>
              <a:rPr sz="2400" spc="20" dirty="0">
                <a:solidFill>
                  <a:srgbClr val="46424D"/>
                </a:solidFill>
                <a:latin typeface="Arial MT"/>
                <a:cs typeface="Arial MT"/>
              </a:rPr>
              <a:t> </a:t>
            </a:r>
            <a:r>
              <a:rPr sz="2400" spc="-5" dirty="0">
                <a:solidFill>
                  <a:srgbClr val="46424D"/>
                </a:solidFill>
                <a:latin typeface="Arial MT"/>
                <a:cs typeface="Arial MT"/>
              </a:rPr>
              <a:t>and</a:t>
            </a:r>
            <a:r>
              <a:rPr sz="2400" dirty="0">
                <a:solidFill>
                  <a:srgbClr val="46424D"/>
                </a:solidFill>
                <a:latin typeface="Arial MT"/>
                <a:cs typeface="Arial MT"/>
              </a:rPr>
              <a:t> </a:t>
            </a:r>
            <a:r>
              <a:rPr sz="2400" spc="-5" dirty="0">
                <a:solidFill>
                  <a:srgbClr val="46424D"/>
                </a:solidFill>
                <a:latin typeface="Arial MT"/>
                <a:cs typeface="Arial MT"/>
              </a:rPr>
              <a:t>so</a:t>
            </a:r>
            <a:r>
              <a:rPr sz="2400" spc="10" dirty="0">
                <a:solidFill>
                  <a:srgbClr val="46424D"/>
                </a:solidFill>
                <a:latin typeface="Arial MT"/>
                <a:cs typeface="Arial MT"/>
              </a:rPr>
              <a:t> </a:t>
            </a:r>
            <a:r>
              <a:rPr sz="2400" spc="-5" dirty="0">
                <a:solidFill>
                  <a:srgbClr val="46424D"/>
                </a:solidFill>
                <a:latin typeface="Arial MT"/>
                <a:cs typeface="Arial MT"/>
              </a:rPr>
              <a:t>may </a:t>
            </a:r>
            <a:r>
              <a:rPr sz="2400" dirty="0">
                <a:solidFill>
                  <a:srgbClr val="46424D"/>
                </a:solidFill>
                <a:latin typeface="Arial MT"/>
                <a:cs typeface="Arial MT"/>
              </a:rPr>
              <a:t> </a:t>
            </a:r>
            <a:r>
              <a:rPr sz="2400" spc="-5" dirty="0">
                <a:solidFill>
                  <a:srgbClr val="46424D"/>
                </a:solidFill>
                <a:latin typeface="Arial MT"/>
                <a:cs typeface="Arial MT"/>
              </a:rPr>
              <a:t>be </a:t>
            </a:r>
            <a:r>
              <a:rPr sz="2400" dirty="0">
                <a:solidFill>
                  <a:srgbClr val="46424D"/>
                </a:solidFill>
                <a:latin typeface="Arial MT"/>
                <a:cs typeface="Arial MT"/>
              </a:rPr>
              <a:t>reluctant</a:t>
            </a:r>
            <a:r>
              <a:rPr sz="2400" spc="5" dirty="0">
                <a:solidFill>
                  <a:srgbClr val="46424D"/>
                </a:solidFill>
                <a:latin typeface="Arial MT"/>
                <a:cs typeface="Arial MT"/>
              </a:rPr>
              <a:t> </a:t>
            </a:r>
            <a:r>
              <a:rPr sz="2400" dirty="0">
                <a:solidFill>
                  <a:srgbClr val="46424D"/>
                </a:solidFill>
                <a:latin typeface="Arial MT"/>
                <a:cs typeface="Arial MT"/>
              </a:rPr>
              <a:t>to</a:t>
            </a:r>
            <a:r>
              <a:rPr sz="2400" spc="-10" dirty="0">
                <a:solidFill>
                  <a:srgbClr val="46424D"/>
                </a:solidFill>
                <a:latin typeface="Arial MT"/>
                <a:cs typeface="Arial MT"/>
              </a:rPr>
              <a:t> </a:t>
            </a:r>
            <a:r>
              <a:rPr sz="2400" dirty="0">
                <a:solidFill>
                  <a:srgbClr val="46424D"/>
                </a:solidFill>
                <a:latin typeface="Arial MT"/>
                <a:cs typeface="Arial MT"/>
              </a:rPr>
              <a:t>get </a:t>
            </a:r>
            <a:r>
              <a:rPr sz="2400" spc="-5" dirty="0">
                <a:solidFill>
                  <a:srgbClr val="46424D"/>
                </a:solidFill>
                <a:latin typeface="Arial MT"/>
                <a:cs typeface="Arial MT"/>
              </a:rPr>
              <a:t>involved</a:t>
            </a:r>
            <a:r>
              <a:rPr sz="2400" spc="35" dirty="0">
                <a:solidFill>
                  <a:srgbClr val="46424D"/>
                </a:solidFill>
                <a:latin typeface="Arial MT"/>
                <a:cs typeface="Arial MT"/>
              </a:rPr>
              <a:t> </a:t>
            </a:r>
            <a:r>
              <a:rPr sz="2400" spc="-5" dirty="0">
                <a:solidFill>
                  <a:srgbClr val="46424D"/>
                </a:solidFill>
                <a:latin typeface="Arial MT"/>
                <a:cs typeface="Arial MT"/>
              </a:rPr>
              <a:t>in</a:t>
            </a:r>
            <a:r>
              <a:rPr sz="2400" dirty="0">
                <a:solidFill>
                  <a:srgbClr val="46424D"/>
                </a:solidFill>
                <a:latin typeface="Arial MT"/>
                <a:cs typeface="Arial MT"/>
              </a:rPr>
              <a:t> the</a:t>
            </a:r>
            <a:r>
              <a:rPr sz="2400" spc="5" dirty="0">
                <a:solidFill>
                  <a:srgbClr val="46424D"/>
                </a:solidFill>
                <a:latin typeface="Arial MT"/>
                <a:cs typeface="Arial MT"/>
              </a:rPr>
              <a:t> </a:t>
            </a:r>
            <a:r>
              <a:rPr sz="2400" dirty="0">
                <a:solidFill>
                  <a:srgbClr val="46424D"/>
                </a:solidFill>
                <a:latin typeface="Arial MT"/>
                <a:cs typeface="Arial MT"/>
              </a:rPr>
              <a:t>testing</a:t>
            </a:r>
            <a:r>
              <a:rPr sz="2400" spc="-15" dirty="0">
                <a:solidFill>
                  <a:srgbClr val="46424D"/>
                </a:solidFill>
                <a:latin typeface="Arial MT"/>
                <a:cs typeface="Arial MT"/>
              </a:rPr>
              <a:t> </a:t>
            </a:r>
            <a:r>
              <a:rPr sz="2400" spc="-5" dirty="0">
                <a:solidFill>
                  <a:srgbClr val="46424D"/>
                </a:solidFill>
                <a:latin typeface="Arial MT"/>
                <a:cs typeface="Arial MT"/>
              </a:rPr>
              <a:t>process.</a:t>
            </a:r>
            <a:endParaRPr sz="2400" dirty="0">
              <a:latin typeface="Arial MT"/>
              <a:cs typeface="Arial MT"/>
            </a:endParaRPr>
          </a:p>
        </p:txBody>
      </p:sp>
      <p:sp>
        <p:nvSpPr>
          <p:cNvPr id="3" name="object 3"/>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30</a:t>
            </a:fld>
            <a:endParaRPr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5808980" cy="391160"/>
          </a:xfrm>
          <a:prstGeom prst="rect">
            <a:avLst/>
          </a:prstGeom>
        </p:spPr>
        <p:txBody>
          <a:bodyPr vert="horz" wrap="square" lIns="0" tIns="12700" rIns="0" bIns="0" rtlCol="0">
            <a:spAutoFit/>
          </a:bodyPr>
          <a:lstStyle/>
          <a:p>
            <a:pPr marL="12700">
              <a:lnSpc>
                <a:spcPct val="100000"/>
              </a:lnSpc>
              <a:spcBef>
                <a:spcPts val="100"/>
              </a:spcBef>
            </a:pPr>
            <a:r>
              <a:rPr spc="-50" dirty="0"/>
              <a:t>Test</a:t>
            </a:r>
            <a:r>
              <a:rPr dirty="0"/>
              <a:t> </a:t>
            </a:r>
            <a:r>
              <a:rPr spc="-5" dirty="0"/>
              <a:t>case</a:t>
            </a:r>
            <a:r>
              <a:rPr spc="15" dirty="0"/>
              <a:t> </a:t>
            </a:r>
            <a:r>
              <a:rPr spc="-5" dirty="0"/>
              <a:t>description</a:t>
            </a:r>
            <a:r>
              <a:rPr spc="-15" dirty="0"/>
              <a:t> </a:t>
            </a:r>
            <a:r>
              <a:rPr dirty="0"/>
              <a:t>for</a:t>
            </a:r>
            <a:r>
              <a:rPr spc="5" dirty="0"/>
              <a:t> </a:t>
            </a:r>
            <a:r>
              <a:rPr spc="-5" dirty="0"/>
              <a:t>dose</a:t>
            </a:r>
            <a:r>
              <a:rPr dirty="0"/>
              <a:t> </a:t>
            </a:r>
            <a:r>
              <a:rPr spc="-5" dirty="0"/>
              <a:t>checking</a:t>
            </a:r>
          </a:p>
        </p:txBody>
      </p:sp>
      <p:grpSp>
        <p:nvGrpSpPr>
          <p:cNvPr id="3" name="object 3"/>
          <p:cNvGrpSpPr/>
          <p:nvPr/>
        </p:nvGrpSpPr>
        <p:grpSpPr>
          <a:xfrm>
            <a:off x="830123" y="1940238"/>
            <a:ext cx="7409180" cy="4035425"/>
            <a:chOff x="830123" y="1940238"/>
            <a:chExt cx="7409180" cy="4035425"/>
          </a:xfrm>
        </p:grpSpPr>
        <p:sp>
          <p:nvSpPr>
            <p:cNvPr id="4" name="object 4"/>
            <p:cNvSpPr/>
            <p:nvPr/>
          </p:nvSpPr>
          <p:spPr>
            <a:xfrm>
              <a:off x="842542" y="1952657"/>
              <a:ext cx="7384415" cy="4010660"/>
            </a:xfrm>
            <a:custGeom>
              <a:avLst/>
              <a:gdLst/>
              <a:ahLst/>
              <a:cxnLst/>
              <a:rect l="l" t="t" r="r" b="b"/>
              <a:pathLst>
                <a:path w="7384415" h="4010660">
                  <a:moveTo>
                    <a:pt x="0" y="0"/>
                  </a:moveTo>
                  <a:lnTo>
                    <a:pt x="7383873" y="0"/>
                  </a:lnTo>
                  <a:lnTo>
                    <a:pt x="7383873" y="4010499"/>
                  </a:lnTo>
                  <a:lnTo>
                    <a:pt x="0" y="4010499"/>
                  </a:lnTo>
                  <a:lnTo>
                    <a:pt x="0" y="0"/>
                  </a:lnTo>
                  <a:close/>
                </a:path>
                <a:path w="7384415" h="4010660">
                  <a:moveTo>
                    <a:pt x="13389" y="496562"/>
                  </a:moveTo>
                  <a:lnTo>
                    <a:pt x="13389" y="496562"/>
                  </a:lnTo>
                  <a:lnTo>
                    <a:pt x="7372398" y="496562"/>
                  </a:lnTo>
                </a:path>
              </a:pathLst>
            </a:custGeom>
            <a:ln w="24850">
              <a:solidFill>
                <a:srgbClr val="00ACED"/>
              </a:solidFill>
            </a:ln>
          </p:spPr>
          <p:txBody>
            <a:bodyPr wrap="square" lIns="0" tIns="0" rIns="0" bIns="0" rtlCol="0"/>
            <a:lstStyle/>
            <a:p>
              <a:endParaRPr/>
            </a:p>
          </p:txBody>
        </p:sp>
        <p:pic>
          <p:nvPicPr>
            <p:cNvPr id="5" name="object 5"/>
            <p:cNvPicPr/>
            <p:nvPr/>
          </p:nvPicPr>
          <p:blipFill>
            <a:blip r:embed="rId2" cstate="print"/>
            <a:stretch>
              <a:fillRect/>
            </a:stretch>
          </p:blipFill>
          <p:spPr>
            <a:xfrm>
              <a:off x="970708" y="2567570"/>
              <a:ext cx="1172606" cy="387629"/>
            </a:xfrm>
            <a:prstGeom prst="rect">
              <a:avLst/>
            </a:prstGeom>
          </p:spPr>
        </p:pic>
        <p:sp>
          <p:nvSpPr>
            <p:cNvPr id="6" name="object 6"/>
            <p:cNvSpPr/>
            <p:nvPr/>
          </p:nvSpPr>
          <p:spPr>
            <a:xfrm>
              <a:off x="2216012" y="2796636"/>
              <a:ext cx="25400" cy="156845"/>
            </a:xfrm>
            <a:custGeom>
              <a:avLst/>
              <a:gdLst/>
              <a:ahLst/>
              <a:cxnLst/>
              <a:rect l="l" t="t" r="r" b="b"/>
              <a:pathLst>
                <a:path w="25400" h="156844">
                  <a:moveTo>
                    <a:pt x="22949" y="49630"/>
                  </a:moveTo>
                  <a:lnTo>
                    <a:pt x="13386" y="51666"/>
                  </a:lnTo>
                  <a:lnTo>
                    <a:pt x="9562" y="53703"/>
                  </a:lnTo>
                  <a:lnTo>
                    <a:pt x="1912" y="53703"/>
                  </a:lnTo>
                  <a:lnTo>
                    <a:pt x="0" y="55484"/>
                  </a:lnTo>
                  <a:lnTo>
                    <a:pt x="1105" y="63895"/>
                  </a:lnTo>
                  <a:lnTo>
                    <a:pt x="1673" y="74096"/>
                  </a:lnTo>
                  <a:lnTo>
                    <a:pt x="1882" y="89307"/>
                  </a:lnTo>
                  <a:lnTo>
                    <a:pt x="1912" y="156782"/>
                  </a:lnTo>
                  <a:lnTo>
                    <a:pt x="24861" y="156782"/>
                  </a:lnTo>
                  <a:lnTo>
                    <a:pt x="24861" y="51666"/>
                  </a:lnTo>
                  <a:lnTo>
                    <a:pt x="22949" y="49630"/>
                  </a:lnTo>
                  <a:close/>
                </a:path>
                <a:path w="25400" h="156844">
                  <a:moveTo>
                    <a:pt x="24861" y="0"/>
                  </a:moveTo>
                  <a:lnTo>
                    <a:pt x="13386" y="2036"/>
                  </a:lnTo>
                  <a:lnTo>
                    <a:pt x="1912" y="2036"/>
                  </a:lnTo>
                  <a:lnTo>
                    <a:pt x="0" y="3817"/>
                  </a:lnTo>
                  <a:lnTo>
                    <a:pt x="0" y="22906"/>
                  </a:lnTo>
                  <a:lnTo>
                    <a:pt x="24861" y="22906"/>
                  </a:lnTo>
                  <a:lnTo>
                    <a:pt x="24861" y="0"/>
                  </a:lnTo>
                  <a:close/>
                </a:path>
              </a:pathLst>
            </a:custGeom>
            <a:solidFill>
              <a:srgbClr val="000000"/>
            </a:solidFill>
          </p:spPr>
          <p:txBody>
            <a:bodyPr wrap="square" lIns="0" tIns="0" rIns="0" bIns="0" rtlCol="0"/>
            <a:lstStyle/>
            <a:p>
              <a:endParaRPr/>
            </a:p>
          </p:txBody>
        </p:sp>
        <p:pic>
          <p:nvPicPr>
            <p:cNvPr id="7" name="object 7"/>
            <p:cNvPicPr/>
            <p:nvPr/>
          </p:nvPicPr>
          <p:blipFill>
            <a:blip r:embed="rId3" cstate="print"/>
            <a:stretch>
              <a:fillRect/>
            </a:stretch>
          </p:blipFill>
          <p:spPr>
            <a:xfrm>
              <a:off x="2267673" y="2846266"/>
              <a:ext cx="91822" cy="107151"/>
            </a:xfrm>
            <a:prstGeom prst="rect">
              <a:avLst/>
            </a:prstGeom>
          </p:spPr>
        </p:pic>
        <p:pic>
          <p:nvPicPr>
            <p:cNvPr id="8" name="object 8"/>
            <p:cNvPicPr/>
            <p:nvPr/>
          </p:nvPicPr>
          <p:blipFill>
            <a:blip r:embed="rId4" cstate="print"/>
            <a:stretch>
              <a:fillRect/>
            </a:stretch>
          </p:blipFill>
          <p:spPr>
            <a:xfrm>
              <a:off x="2445579" y="2846266"/>
              <a:ext cx="156844" cy="107151"/>
            </a:xfrm>
            <a:prstGeom prst="rect">
              <a:avLst/>
            </a:prstGeom>
          </p:spPr>
        </p:pic>
        <p:pic>
          <p:nvPicPr>
            <p:cNvPr id="9" name="object 9"/>
            <p:cNvPicPr/>
            <p:nvPr/>
          </p:nvPicPr>
          <p:blipFill>
            <a:blip r:embed="rId5" cstate="print"/>
            <a:stretch>
              <a:fillRect/>
            </a:stretch>
          </p:blipFill>
          <p:spPr>
            <a:xfrm>
              <a:off x="2623461" y="2848303"/>
              <a:ext cx="95646" cy="156527"/>
            </a:xfrm>
            <a:prstGeom prst="rect">
              <a:avLst/>
            </a:prstGeom>
          </p:spPr>
        </p:pic>
        <p:pic>
          <p:nvPicPr>
            <p:cNvPr id="10" name="object 10"/>
            <p:cNvPicPr/>
            <p:nvPr/>
          </p:nvPicPr>
          <p:blipFill>
            <a:blip r:embed="rId6" cstate="print"/>
            <a:stretch>
              <a:fillRect/>
            </a:stretch>
          </p:blipFill>
          <p:spPr>
            <a:xfrm>
              <a:off x="3983630" y="2846266"/>
              <a:ext cx="85931" cy="108933"/>
            </a:xfrm>
            <a:prstGeom prst="rect">
              <a:avLst/>
            </a:prstGeom>
          </p:spPr>
        </p:pic>
        <p:pic>
          <p:nvPicPr>
            <p:cNvPr id="11" name="object 11"/>
            <p:cNvPicPr/>
            <p:nvPr/>
          </p:nvPicPr>
          <p:blipFill>
            <a:blip r:embed="rId7" cstate="print"/>
            <a:stretch>
              <a:fillRect/>
            </a:stretch>
          </p:blipFill>
          <p:spPr>
            <a:xfrm>
              <a:off x="4737127" y="2792818"/>
              <a:ext cx="97661" cy="162381"/>
            </a:xfrm>
            <a:prstGeom prst="rect">
              <a:avLst/>
            </a:prstGeom>
          </p:spPr>
        </p:pic>
        <p:pic>
          <p:nvPicPr>
            <p:cNvPr id="12" name="object 12"/>
            <p:cNvPicPr/>
            <p:nvPr/>
          </p:nvPicPr>
          <p:blipFill>
            <a:blip r:embed="rId8" cstate="print"/>
            <a:stretch>
              <a:fillRect/>
            </a:stretch>
          </p:blipFill>
          <p:spPr>
            <a:xfrm>
              <a:off x="4857828" y="2846266"/>
              <a:ext cx="300360" cy="108933"/>
            </a:xfrm>
            <a:prstGeom prst="rect">
              <a:avLst/>
            </a:prstGeom>
          </p:spPr>
        </p:pic>
        <p:pic>
          <p:nvPicPr>
            <p:cNvPr id="13" name="object 13"/>
            <p:cNvPicPr/>
            <p:nvPr/>
          </p:nvPicPr>
          <p:blipFill>
            <a:blip r:embed="rId9" cstate="print"/>
            <a:stretch>
              <a:fillRect/>
            </a:stretch>
          </p:blipFill>
          <p:spPr>
            <a:xfrm>
              <a:off x="5234715" y="2794854"/>
              <a:ext cx="170231" cy="160345"/>
            </a:xfrm>
            <a:prstGeom prst="rect">
              <a:avLst/>
            </a:prstGeom>
          </p:spPr>
        </p:pic>
        <p:pic>
          <p:nvPicPr>
            <p:cNvPr id="14" name="object 14"/>
            <p:cNvPicPr/>
            <p:nvPr/>
          </p:nvPicPr>
          <p:blipFill>
            <a:blip r:embed="rId10" cstate="print"/>
            <a:stretch>
              <a:fillRect/>
            </a:stretch>
          </p:blipFill>
          <p:spPr>
            <a:xfrm>
              <a:off x="5466145" y="2792818"/>
              <a:ext cx="168293" cy="162381"/>
            </a:xfrm>
            <a:prstGeom prst="rect">
              <a:avLst/>
            </a:prstGeom>
          </p:spPr>
        </p:pic>
        <p:pic>
          <p:nvPicPr>
            <p:cNvPr id="15" name="object 15"/>
            <p:cNvPicPr/>
            <p:nvPr/>
          </p:nvPicPr>
          <p:blipFill>
            <a:blip r:embed="rId11" cstate="print"/>
            <a:stretch>
              <a:fillRect/>
            </a:stretch>
          </p:blipFill>
          <p:spPr>
            <a:xfrm>
              <a:off x="5655347" y="2846266"/>
              <a:ext cx="93936" cy="108933"/>
            </a:xfrm>
            <a:prstGeom prst="rect">
              <a:avLst/>
            </a:prstGeom>
          </p:spPr>
        </p:pic>
        <p:pic>
          <p:nvPicPr>
            <p:cNvPr id="16" name="object 16"/>
            <p:cNvPicPr/>
            <p:nvPr/>
          </p:nvPicPr>
          <p:blipFill>
            <a:blip r:embed="rId12" cstate="print"/>
            <a:stretch>
              <a:fillRect/>
            </a:stretch>
          </p:blipFill>
          <p:spPr>
            <a:xfrm>
              <a:off x="5825681" y="2792818"/>
              <a:ext cx="97661" cy="162381"/>
            </a:xfrm>
            <a:prstGeom prst="rect">
              <a:avLst/>
            </a:prstGeom>
          </p:spPr>
        </p:pic>
        <p:pic>
          <p:nvPicPr>
            <p:cNvPr id="17" name="object 17"/>
            <p:cNvPicPr/>
            <p:nvPr/>
          </p:nvPicPr>
          <p:blipFill>
            <a:blip r:embed="rId13" cstate="print"/>
            <a:stretch>
              <a:fillRect/>
            </a:stretch>
          </p:blipFill>
          <p:spPr>
            <a:xfrm>
              <a:off x="5950116" y="2846266"/>
              <a:ext cx="158603" cy="108933"/>
            </a:xfrm>
            <a:prstGeom prst="rect">
              <a:avLst/>
            </a:prstGeom>
          </p:spPr>
        </p:pic>
        <p:sp>
          <p:nvSpPr>
            <p:cNvPr id="18" name="object 18"/>
            <p:cNvSpPr/>
            <p:nvPr/>
          </p:nvSpPr>
          <p:spPr>
            <a:xfrm>
              <a:off x="6129883" y="2848304"/>
              <a:ext cx="136525" cy="156845"/>
            </a:xfrm>
            <a:custGeom>
              <a:avLst/>
              <a:gdLst/>
              <a:ahLst/>
              <a:cxnLst/>
              <a:rect l="l" t="t" r="r" b="b"/>
              <a:pathLst>
                <a:path w="136525" h="156844">
                  <a:moveTo>
                    <a:pt x="95618" y="0"/>
                  </a:moveTo>
                  <a:lnTo>
                    <a:pt x="65011" y="0"/>
                  </a:lnTo>
                  <a:lnTo>
                    <a:pt x="65011" y="36398"/>
                  </a:lnTo>
                  <a:lnTo>
                    <a:pt x="64147" y="43954"/>
                  </a:lnTo>
                  <a:lnTo>
                    <a:pt x="60934" y="51384"/>
                  </a:lnTo>
                  <a:lnTo>
                    <a:pt x="54470" y="57048"/>
                  </a:lnTo>
                  <a:lnTo>
                    <a:pt x="43853" y="59309"/>
                  </a:lnTo>
                  <a:lnTo>
                    <a:pt x="34137" y="57048"/>
                  </a:lnTo>
                  <a:lnTo>
                    <a:pt x="27660" y="51384"/>
                  </a:lnTo>
                  <a:lnTo>
                    <a:pt x="24053" y="43954"/>
                  </a:lnTo>
                  <a:lnTo>
                    <a:pt x="22948" y="36398"/>
                  </a:lnTo>
                  <a:lnTo>
                    <a:pt x="24599" y="27127"/>
                  </a:lnTo>
                  <a:lnTo>
                    <a:pt x="29095" y="19888"/>
                  </a:lnTo>
                  <a:lnTo>
                    <a:pt x="35750" y="15176"/>
                  </a:lnTo>
                  <a:lnTo>
                    <a:pt x="43853" y="13487"/>
                  </a:lnTo>
                  <a:lnTo>
                    <a:pt x="53619" y="15455"/>
                  </a:lnTo>
                  <a:lnTo>
                    <a:pt x="60172" y="20650"/>
                  </a:lnTo>
                  <a:lnTo>
                    <a:pt x="63855" y="27990"/>
                  </a:lnTo>
                  <a:lnTo>
                    <a:pt x="65011" y="36398"/>
                  </a:lnTo>
                  <a:lnTo>
                    <a:pt x="65011" y="0"/>
                  </a:lnTo>
                  <a:lnTo>
                    <a:pt x="47675" y="0"/>
                  </a:lnTo>
                  <a:lnTo>
                    <a:pt x="37909" y="304"/>
                  </a:lnTo>
                  <a:lnTo>
                    <a:pt x="3822" y="24942"/>
                  </a:lnTo>
                  <a:lnTo>
                    <a:pt x="1778" y="30543"/>
                  </a:lnTo>
                  <a:lnTo>
                    <a:pt x="1778" y="36398"/>
                  </a:lnTo>
                  <a:lnTo>
                    <a:pt x="2933" y="45935"/>
                  </a:lnTo>
                  <a:lnTo>
                    <a:pt x="6629" y="54444"/>
                  </a:lnTo>
                  <a:lnTo>
                    <a:pt x="13182" y="61556"/>
                  </a:lnTo>
                  <a:lnTo>
                    <a:pt x="22948" y="66941"/>
                  </a:lnTo>
                  <a:lnTo>
                    <a:pt x="19151" y="72097"/>
                  </a:lnTo>
                  <a:lnTo>
                    <a:pt x="15963" y="76708"/>
                  </a:lnTo>
                  <a:lnTo>
                    <a:pt x="12433" y="81648"/>
                  </a:lnTo>
                  <a:lnTo>
                    <a:pt x="7645" y="87807"/>
                  </a:lnTo>
                  <a:lnTo>
                    <a:pt x="9423" y="89852"/>
                  </a:lnTo>
                  <a:lnTo>
                    <a:pt x="13258" y="91630"/>
                  </a:lnTo>
                  <a:lnTo>
                    <a:pt x="13258" y="93662"/>
                  </a:lnTo>
                  <a:lnTo>
                    <a:pt x="17081" y="95453"/>
                  </a:lnTo>
                  <a:lnTo>
                    <a:pt x="11188" y="100266"/>
                  </a:lnTo>
                  <a:lnTo>
                    <a:pt x="5664" y="106299"/>
                  </a:lnTo>
                  <a:lnTo>
                    <a:pt x="1587" y="114096"/>
                  </a:lnTo>
                  <a:lnTo>
                    <a:pt x="0" y="124206"/>
                  </a:lnTo>
                  <a:lnTo>
                    <a:pt x="2857" y="136448"/>
                  </a:lnTo>
                  <a:lnTo>
                    <a:pt x="11468" y="146761"/>
                  </a:lnTo>
                  <a:lnTo>
                    <a:pt x="25806" y="153885"/>
                  </a:lnTo>
                  <a:lnTo>
                    <a:pt x="45897" y="156527"/>
                  </a:lnTo>
                  <a:lnTo>
                    <a:pt x="67005" y="153289"/>
                  </a:lnTo>
                  <a:lnTo>
                    <a:pt x="81876" y="144856"/>
                  </a:lnTo>
                  <a:lnTo>
                    <a:pt x="83058" y="143294"/>
                  </a:lnTo>
                  <a:lnTo>
                    <a:pt x="90678" y="133235"/>
                  </a:lnTo>
                  <a:lnTo>
                    <a:pt x="93573" y="120396"/>
                  </a:lnTo>
                  <a:lnTo>
                    <a:pt x="90500" y="106210"/>
                  </a:lnTo>
                  <a:lnTo>
                    <a:pt x="86588" y="101307"/>
                  </a:lnTo>
                  <a:lnTo>
                    <a:pt x="83312" y="97193"/>
                  </a:lnTo>
                  <a:lnTo>
                    <a:pt x="75069" y="92151"/>
                  </a:lnTo>
                  <a:lnTo>
                    <a:pt x="70624" y="90512"/>
                  </a:lnTo>
                  <a:lnTo>
                    <a:pt x="70624" y="124206"/>
                  </a:lnTo>
                  <a:lnTo>
                    <a:pt x="69189" y="131165"/>
                  </a:lnTo>
                  <a:lnTo>
                    <a:pt x="64884" y="137287"/>
                  </a:lnTo>
                  <a:lnTo>
                    <a:pt x="57721" y="141643"/>
                  </a:lnTo>
                  <a:lnTo>
                    <a:pt x="47675" y="143294"/>
                  </a:lnTo>
                  <a:lnTo>
                    <a:pt x="34671" y="141071"/>
                  </a:lnTo>
                  <a:lnTo>
                    <a:pt x="26454" y="135597"/>
                  </a:lnTo>
                  <a:lnTo>
                    <a:pt x="22148" y="128689"/>
                  </a:lnTo>
                  <a:lnTo>
                    <a:pt x="20904" y="122174"/>
                  </a:lnTo>
                  <a:lnTo>
                    <a:pt x="20904" y="112750"/>
                  </a:lnTo>
                  <a:lnTo>
                    <a:pt x="24726" y="106895"/>
                  </a:lnTo>
                  <a:lnTo>
                    <a:pt x="32372" y="101307"/>
                  </a:lnTo>
                  <a:lnTo>
                    <a:pt x="45897" y="105117"/>
                  </a:lnTo>
                  <a:lnTo>
                    <a:pt x="55346" y="106959"/>
                  </a:lnTo>
                  <a:lnTo>
                    <a:pt x="63233" y="110274"/>
                  </a:lnTo>
                  <a:lnTo>
                    <a:pt x="68630" y="115785"/>
                  </a:lnTo>
                  <a:lnTo>
                    <a:pt x="70624" y="124206"/>
                  </a:lnTo>
                  <a:lnTo>
                    <a:pt x="70624" y="90512"/>
                  </a:lnTo>
                  <a:lnTo>
                    <a:pt x="68846" y="89852"/>
                  </a:lnTo>
                  <a:lnTo>
                    <a:pt x="61175" y="87769"/>
                  </a:lnTo>
                  <a:lnTo>
                    <a:pt x="38112" y="82257"/>
                  </a:lnTo>
                  <a:lnTo>
                    <a:pt x="30594" y="80175"/>
                  </a:lnTo>
                  <a:lnTo>
                    <a:pt x="38239" y="70764"/>
                  </a:lnTo>
                  <a:lnTo>
                    <a:pt x="40030" y="72542"/>
                  </a:lnTo>
                  <a:lnTo>
                    <a:pt x="45897" y="72542"/>
                  </a:lnTo>
                  <a:lnTo>
                    <a:pt x="83439" y="50101"/>
                  </a:lnTo>
                  <a:lnTo>
                    <a:pt x="85928" y="36398"/>
                  </a:lnTo>
                  <a:lnTo>
                    <a:pt x="85928" y="28765"/>
                  </a:lnTo>
                  <a:lnTo>
                    <a:pt x="84137" y="21132"/>
                  </a:lnTo>
                  <a:lnTo>
                    <a:pt x="76492" y="15278"/>
                  </a:lnTo>
                  <a:lnTo>
                    <a:pt x="95618" y="15278"/>
                  </a:lnTo>
                  <a:lnTo>
                    <a:pt x="95618" y="13487"/>
                  </a:lnTo>
                  <a:lnTo>
                    <a:pt x="95618" y="0"/>
                  </a:lnTo>
                  <a:close/>
                </a:path>
                <a:path w="136525" h="156844">
                  <a:moveTo>
                    <a:pt x="135902" y="82207"/>
                  </a:moveTo>
                  <a:lnTo>
                    <a:pt x="133870" y="80175"/>
                  </a:lnTo>
                  <a:lnTo>
                    <a:pt x="124180" y="82207"/>
                  </a:lnTo>
                  <a:lnTo>
                    <a:pt x="110921" y="82207"/>
                  </a:lnTo>
                  <a:lnTo>
                    <a:pt x="110921" y="105117"/>
                  </a:lnTo>
                  <a:lnTo>
                    <a:pt x="133870" y="105117"/>
                  </a:lnTo>
                  <a:lnTo>
                    <a:pt x="135902" y="103085"/>
                  </a:lnTo>
                  <a:lnTo>
                    <a:pt x="135902" y="82207"/>
                  </a:lnTo>
                  <a:close/>
                </a:path>
              </a:pathLst>
            </a:custGeom>
            <a:solidFill>
              <a:srgbClr val="000000"/>
            </a:solidFill>
          </p:spPr>
          <p:txBody>
            <a:bodyPr wrap="square" lIns="0" tIns="0" rIns="0" bIns="0" rtlCol="0"/>
            <a:lstStyle/>
            <a:p>
              <a:endParaRPr/>
            </a:p>
          </p:txBody>
        </p:sp>
        <p:pic>
          <p:nvPicPr>
            <p:cNvPr id="19" name="object 19"/>
            <p:cNvPicPr/>
            <p:nvPr/>
          </p:nvPicPr>
          <p:blipFill>
            <a:blip r:embed="rId14" cstate="print"/>
            <a:stretch>
              <a:fillRect/>
            </a:stretch>
          </p:blipFill>
          <p:spPr>
            <a:xfrm>
              <a:off x="964968" y="3056498"/>
              <a:ext cx="99481" cy="139475"/>
            </a:xfrm>
            <a:prstGeom prst="rect">
              <a:avLst/>
            </a:prstGeom>
          </p:spPr>
        </p:pic>
        <p:sp>
          <p:nvSpPr>
            <p:cNvPr id="20" name="object 20"/>
            <p:cNvSpPr/>
            <p:nvPr/>
          </p:nvSpPr>
          <p:spPr>
            <a:xfrm>
              <a:off x="1087399" y="3171030"/>
              <a:ext cx="25400" cy="25400"/>
            </a:xfrm>
            <a:custGeom>
              <a:avLst/>
              <a:gdLst/>
              <a:ahLst/>
              <a:cxnLst/>
              <a:rect l="l" t="t" r="r" b="b"/>
              <a:pathLst>
                <a:path w="25400" h="25400">
                  <a:moveTo>
                    <a:pt x="22949" y="0"/>
                  </a:moveTo>
                  <a:lnTo>
                    <a:pt x="1912" y="0"/>
                  </a:lnTo>
                  <a:lnTo>
                    <a:pt x="0" y="2036"/>
                  </a:lnTo>
                  <a:lnTo>
                    <a:pt x="0" y="22906"/>
                  </a:lnTo>
                  <a:lnTo>
                    <a:pt x="1912" y="24942"/>
                  </a:lnTo>
                  <a:lnTo>
                    <a:pt x="24861" y="24942"/>
                  </a:lnTo>
                  <a:lnTo>
                    <a:pt x="24861" y="2036"/>
                  </a:lnTo>
                  <a:lnTo>
                    <a:pt x="22949" y="0"/>
                  </a:lnTo>
                  <a:close/>
                </a:path>
              </a:pathLst>
            </a:custGeom>
            <a:solidFill>
              <a:srgbClr val="000000"/>
            </a:solidFill>
          </p:spPr>
          <p:txBody>
            <a:bodyPr wrap="square" lIns="0" tIns="0" rIns="0" bIns="0" rtlCol="0"/>
            <a:lstStyle/>
            <a:p>
              <a:endParaRPr/>
            </a:p>
          </p:txBody>
        </p:sp>
        <p:pic>
          <p:nvPicPr>
            <p:cNvPr id="21" name="object 21"/>
            <p:cNvPicPr/>
            <p:nvPr/>
          </p:nvPicPr>
          <p:blipFill>
            <a:blip r:embed="rId15" cstate="print"/>
            <a:stretch>
              <a:fillRect/>
            </a:stretch>
          </p:blipFill>
          <p:spPr>
            <a:xfrm>
              <a:off x="1242331" y="3052680"/>
              <a:ext cx="124358" cy="143293"/>
            </a:xfrm>
            <a:prstGeom prst="rect">
              <a:avLst/>
            </a:prstGeom>
          </p:spPr>
        </p:pic>
        <p:pic>
          <p:nvPicPr>
            <p:cNvPr id="22" name="object 22"/>
            <p:cNvPicPr/>
            <p:nvPr/>
          </p:nvPicPr>
          <p:blipFill>
            <a:blip r:embed="rId16" cstate="print"/>
            <a:stretch>
              <a:fillRect/>
            </a:stretch>
          </p:blipFill>
          <p:spPr>
            <a:xfrm>
              <a:off x="1439362" y="3088821"/>
              <a:ext cx="91822" cy="107151"/>
            </a:xfrm>
            <a:prstGeom prst="rect">
              <a:avLst/>
            </a:prstGeom>
          </p:spPr>
        </p:pic>
        <p:pic>
          <p:nvPicPr>
            <p:cNvPr id="23" name="object 23"/>
            <p:cNvPicPr/>
            <p:nvPr/>
          </p:nvPicPr>
          <p:blipFill>
            <a:blip r:embed="rId17" cstate="print"/>
            <a:stretch>
              <a:fillRect/>
            </a:stretch>
          </p:blipFill>
          <p:spPr>
            <a:xfrm>
              <a:off x="2216012" y="2792818"/>
              <a:ext cx="2492556" cy="452785"/>
            </a:xfrm>
            <a:prstGeom prst="rect">
              <a:avLst/>
            </a:prstGeom>
          </p:spPr>
        </p:pic>
        <p:pic>
          <p:nvPicPr>
            <p:cNvPr id="24" name="object 24"/>
            <p:cNvPicPr/>
            <p:nvPr/>
          </p:nvPicPr>
          <p:blipFill>
            <a:blip r:embed="rId18" cstate="print"/>
            <a:stretch>
              <a:fillRect/>
            </a:stretch>
          </p:blipFill>
          <p:spPr>
            <a:xfrm>
              <a:off x="1557984" y="3088821"/>
              <a:ext cx="91822" cy="108933"/>
            </a:xfrm>
            <a:prstGeom prst="rect">
              <a:avLst/>
            </a:prstGeom>
          </p:spPr>
        </p:pic>
        <p:pic>
          <p:nvPicPr>
            <p:cNvPr id="25" name="object 25"/>
            <p:cNvPicPr/>
            <p:nvPr/>
          </p:nvPicPr>
          <p:blipFill>
            <a:blip r:embed="rId19" cstate="print"/>
            <a:stretch>
              <a:fillRect/>
            </a:stretch>
          </p:blipFill>
          <p:spPr>
            <a:xfrm>
              <a:off x="1676580" y="3087039"/>
              <a:ext cx="154932" cy="108933"/>
            </a:xfrm>
            <a:prstGeom prst="rect">
              <a:avLst/>
            </a:prstGeom>
          </p:spPr>
        </p:pic>
        <p:pic>
          <p:nvPicPr>
            <p:cNvPr id="26" name="object 26"/>
            <p:cNvPicPr/>
            <p:nvPr/>
          </p:nvPicPr>
          <p:blipFill>
            <a:blip r:embed="rId20" cstate="print"/>
            <a:stretch>
              <a:fillRect/>
            </a:stretch>
          </p:blipFill>
          <p:spPr>
            <a:xfrm>
              <a:off x="1860224" y="3033591"/>
              <a:ext cx="95646" cy="162381"/>
            </a:xfrm>
            <a:prstGeom prst="rect">
              <a:avLst/>
            </a:prstGeom>
          </p:spPr>
        </p:pic>
        <p:pic>
          <p:nvPicPr>
            <p:cNvPr id="27" name="object 27"/>
            <p:cNvPicPr/>
            <p:nvPr/>
          </p:nvPicPr>
          <p:blipFill>
            <a:blip r:embed="rId21" cstate="print"/>
            <a:stretch>
              <a:fillRect/>
            </a:stretch>
          </p:blipFill>
          <p:spPr>
            <a:xfrm>
              <a:off x="1974995" y="3087040"/>
              <a:ext cx="93734" cy="110714"/>
            </a:xfrm>
            <a:prstGeom prst="rect">
              <a:avLst/>
            </a:prstGeom>
          </p:spPr>
        </p:pic>
        <p:sp>
          <p:nvSpPr>
            <p:cNvPr id="28" name="object 28"/>
            <p:cNvSpPr/>
            <p:nvPr/>
          </p:nvSpPr>
          <p:spPr>
            <a:xfrm>
              <a:off x="2089766" y="3087040"/>
              <a:ext cx="53975" cy="109220"/>
            </a:xfrm>
            <a:custGeom>
              <a:avLst/>
              <a:gdLst/>
              <a:ahLst/>
              <a:cxnLst/>
              <a:rect l="l" t="t" r="r" b="b"/>
              <a:pathLst>
                <a:path w="53975" h="109219">
                  <a:moveTo>
                    <a:pt x="21036" y="1781"/>
                  </a:moveTo>
                  <a:lnTo>
                    <a:pt x="13386" y="3817"/>
                  </a:lnTo>
                  <a:lnTo>
                    <a:pt x="7649" y="3817"/>
                  </a:lnTo>
                  <a:lnTo>
                    <a:pt x="0" y="5599"/>
                  </a:lnTo>
                  <a:lnTo>
                    <a:pt x="0" y="7635"/>
                  </a:lnTo>
                  <a:lnTo>
                    <a:pt x="298" y="15959"/>
                  </a:lnTo>
                  <a:lnTo>
                    <a:pt x="956" y="25547"/>
                  </a:lnTo>
                  <a:lnTo>
                    <a:pt x="1613" y="39096"/>
                  </a:lnTo>
                  <a:lnTo>
                    <a:pt x="1736" y="47415"/>
                  </a:lnTo>
                  <a:lnTo>
                    <a:pt x="1820" y="76295"/>
                  </a:lnTo>
                  <a:lnTo>
                    <a:pt x="1673" y="84785"/>
                  </a:lnTo>
                  <a:lnTo>
                    <a:pt x="1105" y="96561"/>
                  </a:lnTo>
                  <a:lnTo>
                    <a:pt x="0" y="108933"/>
                  </a:lnTo>
                  <a:lnTo>
                    <a:pt x="22949" y="108933"/>
                  </a:lnTo>
                  <a:lnTo>
                    <a:pt x="24861" y="106897"/>
                  </a:lnTo>
                  <a:lnTo>
                    <a:pt x="23755" y="98128"/>
                  </a:lnTo>
                  <a:lnTo>
                    <a:pt x="23188" y="88285"/>
                  </a:lnTo>
                  <a:lnTo>
                    <a:pt x="22979" y="76295"/>
                  </a:lnTo>
                  <a:lnTo>
                    <a:pt x="23068" y="47415"/>
                  </a:lnTo>
                  <a:lnTo>
                    <a:pt x="23905" y="37254"/>
                  </a:lnTo>
                  <a:lnTo>
                    <a:pt x="26176" y="29909"/>
                  </a:lnTo>
                  <a:lnTo>
                    <a:pt x="30598" y="24688"/>
                  </a:lnTo>
                  <a:lnTo>
                    <a:pt x="32511" y="24688"/>
                  </a:lnTo>
                  <a:lnTo>
                    <a:pt x="36336" y="22906"/>
                  </a:lnTo>
                  <a:lnTo>
                    <a:pt x="49723" y="22906"/>
                  </a:lnTo>
                  <a:lnTo>
                    <a:pt x="50233" y="20870"/>
                  </a:lnTo>
                  <a:lnTo>
                    <a:pt x="21036" y="20870"/>
                  </a:lnTo>
                  <a:lnTo>
                    <a:pt x="22949" y="3817"/>
                  </a:lnTo>
                  <a:lnTo>
                    <a:pt x="21036" y="1781"/>
                  </a:lnTo>
                  <a:close/>
                </a:path>
                <a:path w="53975" h="109219">
                  <a:moveTo>
                    <a:pt x="49723" y="22906"/>
                  </a:moveTo>
                  <a:lnTo>
                    <a:pt x="45898" y="22906"/>
                  </a:lnTo>
                  <a:lnTo>
                    <a:pt x="47810" y="24688"/>
                  </a:lnTo>
                  <a:lnTo>
                    <a:pt x="49723" y="22906"/>
                  </a:lnTo>
                  <a:close/>
                </a:path>
                <a:path w="53975" h="109219">
                  <a:moveTo>
                    <a:pt x="49723" y="0"/>
                  </a:moveTo>
                  <a:lnTo>
                    <a:pt x="45898" y="0"/>
                  </a:lnTo>
                  <a:lnTo>
                    <a:pt x="35290" y="2187"/>
                  </a:lnTo>
                  <a:lnTo>
                    <a:pt x="28447" y="7571"/>
                  </a:lnTo>
                  <a:lnTo>
                    <a:pt x="24114" y="14388"/>
                  </a:lnTo>
                  <a:lnTo>
                    <a:pt x="21036" y="20870"/>
                  </a:lnTo>
                  <a:lnTo>
                    <a:pt x="50233" y="20870"/>
                  </a:lnTo>
                  <a:lnTo>
                    <a:pt x="51635" y="15271"/>
                  </a:lnTo>
                  <a:lnTo>
                    <a:pt x="51635" y="13234"/>
                  </a:lnTo>
                  <a:lnTo>
                    <a:pt x="53547" y="1781"/>
                  </a:lnTo>
                  <a:lnTo>
                    <a:pt x="51635" y="1781"/>
                  </a:lnTo>
                  <a:lnTo>
                    <a:pt x="49723" y="0"/>
                  </a:lnTo>
                  <a:close/>
                </a:path>
              </a:pathLst>
            </a:custGeom>
            <a:solidFill>
              <a:srgbClr val="000000"/>
            </a:solidFill>
          </p:spPr>
          <p:txBody>
            <a:bodyPr wrap="square" lIns="0" tIns="0" rIns="0" bIns="0" rtlCol="0"/>
            <a:lstStyle/>
            <a:p>
              <a:endParaRPr/>
            </a:p>
          </p:txBody>
        </p:sp>
        <p:pic>
          <p:nvPicPr>
            <p:cNvPr id="29" name="object 29"/>
            <p:cNvPicPr/>
            <p:nvPr/>
          </p:nvPicPr>
          <p:blipFill>
            <a:blip r:embed="rId22" cstate="print"/>
            <a:stretch>
              <a:fillRect/>
            </a:stretch>
          </p:blipFill>
          <p:spPr>
            <a:xfrm>
              <a:off x="4773591" y="3087040"/>
              <a:ext cx="76497" cy="110714"/>
            </a:xfrm>
            <a:prstGeom prst="rect">
              <a:avLst/>
            </a:prstGeom>
          </p:spPr>
        </p:pic>
        <p:sp>
          <p:nvSpPr>
            <p:cNvPr id="30" name="object 30"/>
            <p:cNvSpPr/>
            <p:nvPr/>
          </p:nvSpPr>
          <p:spPr>
            <a:xfrm>
              <a:off x="4869212" y="3039190"/>
              <a:ext cx="25400" cy="156845"/>
            </a:xfrm>
            <a:custGeom>
              <a:avLst/>
              <a:gdLst/>
              <a:ahLst/>
              <a:cxnLst/>
              <a:rect l="l" t="t" r="r" b="b"/>
              <a:pathLst>
                <a:path w="25400" h="156844">
                  <a:moveTo>
                    <a:pt x="22949" y="49630"/>
                  </a:moveTo>
                  <a:lnTo>
                    <a:pt x="13514" y="51666"/>
                  </a:lnTo>
                  <a:lnTo>
                    <a:pt x="9689" y="51666"/>
                  </a:lnTo>
                  <a:lnTo>
                    <a:pt x="0" y="53448"/>
                  </a:lnTo>
                  <a:lnTo>
                    <a:pt x="0" y="55484"/>
                  </a:lnTo>
                  <a:lnTo>
                    <a:pt x="1179" y="63895"/>
                  </a:lnTo>
                  <a:lnTo>
                    <a:pt x="1784" y="74096"/>
                  </a:lnTo>
                  <a:lnTo>
                    <a:pt x="1900" y="81982"/>
                  </a:lnTo>
                  <a:lnTo>
                    <a:pt x="2008" y="127652"/>
                  </a:lnTo>
                  <a:lnTo>
                    <a:pt x="1784" y="138807"/>
                  </a:lnTo>
                  <a:lnTo>
                    <a:pt x="1179" y="147432"/>
                  </a:lnTo>
                  <a:lnTo>
                    <a:pt x="0" y="154746"/>
                  </a:lnTo>
                  <a:lnTo>
                    <a:pt x="2039" y="156782"/>
                  </a:lnTo>
                  <a:lnTo>
                    <a:pt x="22949" y="156782"/>
                  </a:lnTo>
                  <a:lnTo>
                    <a:pt x="24989" y="154746"/>
                  </a:lnTo>
                  <a:lnTo>
                    <a:pt x="23809" y="145615"/>
                  </a:lnTo>
                  <a:lnTo>
                    <a:pt x="23204" y="135721"/>
                  </a:lnTo>
                  <a:lnTo>
                    <a:pt x="23077" y="127652"/>
                  </a:lnTo>
                  <a:lnTo>
                    <a:pt x="22968" y="112751"/>
                  </a:lnTo>
                  <a:lnTo>
                    <a:pt x="22949" y="99516"/>
                  </a:lnTo>
                  <a:lnTo>
                    <a:pt x="23267" y="81982"/>
                  </a:lnTo>
                  <a:lnTo>
                    <a:pt x="23969" y="69005"/>
                  </a:lnTo>
                  <a:lnTo>
                    <a:pt x="24670" y="59322"/>
                  </a:lnTo>
                  <a:lnTo>
                    <a:pt x="24989" y="51666"/>
                  </a:lnTo>
                  <a:lnTo>
                    <a:pt x="22949" y="49630"/>
                  </a:lnTo>
                  <a:close/>
                </a:path>
                <a:path w="25400" h="156844">
                  <a:moveTo>
                    <a:pt x="24989" y="0"/>
                  </a:moveTo>
                  <a:lnTo>
                    <a:pt x="11474" y="0"/>
                  </a:lnTo>
                  <a:lnTo>
                    <a:pt x="2039" y="2036"/>
                  </a:lnTo>
                  <a:lnTo>
                    <a:pt x="0" y="3817"/>
                  </a:lnTo>
                  <a:lnTo>
                    <a:pt x="0" y="21124"/>
                  </a:lnTo>
                  <a:lnTo>
                    <a:pt x="2039" y="22906"/>
                  </a:lnTo>
                  <a:lnTo>
                    <a:pt x="11474" y="22906"/>
                  </a:lnTo>
                  <a:lnTo>
                    <a:pt x="13514" y="21124"/>
                  </a:lnTo>
                  <a:lnTo>
                    <a:pt x="24989" y="21124"/>
                  </a:lnTo>
                  <a:lnTo>
                    <a:pt x="24989" y="0"/>
                  </a:lnTo>
                  <a:close/>
                </a:path>
              </a:pathLst>
            </a:custGeom>
            <a:solidFill>
              <a:srgbClr val="000000"/>
            </a:solidFill>
          </p:spPr>
          <p:txBody>
            <a:bodyPr wrap="square" lIns="0" tIns="0" rIns="0" bIns="0" rtlCol="0"/>
            <a:lstStyle/>
            <a:p>
              <a:endParaRPr/>
            </a:p>
          </p:txBody>
        </p:sp>
        <p:pic>
          <p:nvPicPr>
            <p:cNvPr id="31" name="object 31"/>
            <p:cNvPicPr/>
            <p:nvPr/>
          </p:nvPicPr>
          <p:blipFill>
            <a:blip r:embed="rId23" cstate="print"/>
            <a:stretch>
              <a:fillRect/>
            </a:stretch>
          </p:blipFill>
          <p:spPr>
            <a:xfrm>
              <a:off x="4920975" y="3088821"/>
              <a:ext cx="91796" cy="107151"/>
            </a:xfrm>
            <a:prstGeom prst="rect">
              <a:avLst/>
            </a:prstGeom>
          </p:spPr>
        </p:pic>
        <p:pic>
          <p:nvPicPr>
            <p:cNvPr id="32" name="object 32"/>
            <p:cNvPicPr/>
            <p:nvPr/>
          </p:nvPicPr>
          <p:blipFill>
            <a:blip r:embed="rId24" cstate="print"/>
            <a:stretch>
              <a:fillRect/>
            </a:stretch>
          </p:blipFill>
          <p:spPr>
            <a:xfrm>
              <a:off x="5033681" y="3033591"/>
              <a:ext cx="135909" cy="212012"/>
            </a:xfrm>
            <a:prstGeom prst="rect">
              <a:avLst/>
            </a:prstGeom>
          </p:spPr>
        </p:pic>
        <p:pic>
          <p:nvPicPr>
            <p:cNvPr id="33" name="object 33"/>
            <p:cNvPicPr/>
            <p:nvPr/>
          </p:nvPicPr>
          <p:blipFill>
            <a:blip r:embed="rId25" cstate="print"/>
            <a:stretch>
              <a:fillRect/>
            </a:stretch>
          </p:blipFill>
          <p:spPr>
            <a:xfrm>
              <a:off x="5192540" y="3087040"/>
              <a:ext cx="93836" cy="110714"/>
            </a:xfrm>
            <a:prstGeom prst="rect">
              <a:avLst/>
            </a:prstGeom>
          </p:spPr>
        </p:pic>
        <p:pic>
          <p:nvPicPr>
            <p:cNvPr id="34" name="object 34"/>
            <p:cNvPicPr/>
            <p:nvPr/>
          </p:nvPicPr>
          <p:blipFill>
            <a:blip r:embed="rId26" cstate="print"/>
            <a:stretch>
              <a:fillRect/>
            </a:stretch>
          </p:blipFill>
          <p:spPr>
            <a:xfrm>
              <a:off x="5362873" y="3033591"/>
              <a:ext cx="95621" cy="164163"/>
            </a:xfrm>
            <a:prstGeom prst="rect">
              <a:avLst/>
            </a:prstGeom>
          </p:spPr>
        </p:pic>
        <p:pic>
          <p:nvPicPr>
            <p:cNvPr id="35" name="object 35"/>
            <p:cNvPicPr/>
            <p:nvPr/>
          </p:nvPicPr>
          <p:blipFill>
            <a:blip r:embed="rId27" cstate="print"/>
            <a:stretch>
              <a:fillRect/>
            </a:stretch>
          </p:blipFill>
          <p:spPr>
            <a:xfrm>
              <a:off x="5481560" y="3087040"/>
              <a:ext cx="393843" cy="110714"/>
            </a:xfrm>
            <a:prstGeom prst="rect">
              <a:avLst/>
            </a:prstGeom>
          </p:spPr>
        </p:pic>
        <p:pic>
          <p:nvPicPr>
            <p:cNvPr id="36" name="object 36"/>
            <p:cNvPicPr/>
            <p:nvPr/>
          </p:nvPicPr>
          <p:blipFill>
            <a:blip r:embed="rId28" cstate="print"/>
            <a:stretch>
              <a:fillRect/>
            </a:stretch>
          </p:blipFill>
          <p:spPr>
            <a:xfrm>
              <a:off x="5951901" y="3087040"/>
              <a:ext cx="97661" cy="158564"/>
            </a:xfrm>
            <a:prstGeom prst="rect">
              <a:avLst/>
            </a:prstGeom>
          </p:spPr>
        </p:pic>
        <p:pic>
          <p:nvPicPr>
            <p:cNvPr id="37" name="object 37"/>
            <p:cNvPicPr/>
            <p:nvPr/>
          </p:nvPicPr>
          <p:blipFill>
            <a:blip r:embed="rId29" cstate="print"/>
            <a:stretch>
              <a:fillRect/>
            </a:stretch>
          </p:blipFill>
          <p:spPr>
            <a:xfrm>
              <a:off x="6068687" y="3087040"/>
              <a:ext cx="93581" cy="110714"/>
            </a:xfrm>
            <a:prstGeom prst="rect">
              <a:avLst/>
            </a:prstGeom>
          </p:spPr>
        </p:pic>
        <p:sp>
          <p:nvSpPr>
            <p:cNvPr id="38" name="object 38"/>
            <p:cNvSpPr/>
            <p:nvPr/>
          </p:nvSpPr>
          <p:spPr>
            <a:xfrm>
              <a:off x="6183432" y="3087039"/>
              <a:ext cx="53975" cy="109220"/>
            </a:xfrm>
            <a:custGeom>
              <a:avLst/>
              <a:gdLst/>
              <a:ahLst/>
              <a:cxnLst/>
              <a:rect l="l" t="t" r="r" b="b"/>
              <a:pathLst>
                <a:path w="53975" h="109219">
                  <a:moveTo>
                    <a:pt x="49723" y="0"/>
                  </a:moveTo>
                  <a:lnTo>
                    <a:pt x="45898" y="0"/>
                  </a:lnTo>
                  <a:lnTo>
                    <a:pt x="35216" y="2187"/>
                  </a:lnTo>
                  <a:lnTo>
                    <a:pt x="28335" y="7571"/>
                  </a:lnTo>
                  <a:lnTo>
                    <a:pt x="23989" y="14388"/>
                  </a:lnTo>
                  <a:lnTo>
                    <a:pt x="20909" y="20870"/>
                  </a:lnTo>
                  <a:lnTo>
                    <a:pt x="22949" y="3817"/>
                  </a:lnTo>
                  <a:lnTo>
                    <a:pt x="20909" y="1781"/>
                  </a:lnTo>
                  <a:lnTo>
                    <a:pt x="13259" y="3817"/>
                  </a:lnTo>
                  <a:lnTo>
                    <a:pt x="7649" y="3817"/>
                  </a:lnTo>
                  <a:lnTo>
                    <a:pt x="0" y="5599"/>
                  </a:lnTo>
                  <a:lnTo>
                    <a:pt x="278" y="15959"/>
                  </a:lnTo>
                  <a:lnTo>
                    <a:pt x="1506" y="39096"/>
                  </a:lnTo>
                  <a:lnTo>
                    <a:pt x="1784" y="59302"/>
                  </a:lnTo>
                  <a:lnTo>
                    <a:pt x="1506" y="72676"/>
                  </a:lnTo>
                  <a:lnTo>
                    <a:pt x="278" y="96561"/>
                  </a:lnTo>
                  <a:lnTo>
                    <a:pt x="0" y="108933"/>
                  </a:lnTo>
                  <a:lnTo>
                    <a:pt x="22949" y="108933"/>
                  </a:lnTo>
                  <a:lnTo>
                    <a:pt x="24734" y="106897"/>
                  </a:lnTo>
                  <a:lnTo>
                    <a:pt x="23702" y="98128"/>
                  </a:lnTo>
                  <a:lnTo>
                    <a:pt x="23172" y="88285"/>
                  </a:lnTo>
                  <a:lnTo>
                    <a:pt x="22949" y="61084"/>
                  </a:lnTo>
                  <a:lnTo>
                    <a:pt x="23068" y="47415"/>
                  </a:lnTo>
                  <a:lnTo>
                    <a:pt x="23905" y="37254"/>
                  </a:lnTo>
                  <a:lnTo>
                    <a:pt x="26176" y="29909"/>
                  </a:lnTo>
                  <a:lnTo>
                    <a:pt x="30598" y="24688"/>
                  </a:lnTo>
                  <a:lnTo>
                    <a:pt x="32383" y="24688"/>
                  </a:lnTo>
                  <a:lnTo>
                    <a:pt x="36208" y="22906"/>
                  </a:lnTo>
                  <a:lnTo>
                    <a:pt x="45898" y="22906"/>
                  </a:lnTo>
                  <a:lnTo>
                    <a:pt x="47683" y="24688"/>
                  </a:lnTo>
                  <a:lnTo>
                    <a:pt x="49723" y="22906"/>
                  </a:lnTo>
                  <a:lnTo>
                    <a:pt x="49723" y="15271"/>
                  </a:lnTo>
                  <a:lnTo>
                    <a:pt x="51508" y="13234"/>
                  </a:lnTo>
                  <a:lnTo>
                    <a:pt x="53547" y="1781"/>
                  </a:lnTo>
                  <a:lnTo>
                    <a:pt x="49723" y="1781"/>
                  </a:lnTo>
                  <a:lnTo>
                    <a:pt x="49723" y="0"/>
                  </a:lnTo>
                  <a:close/>
                </a:path>
              </a:pathLst>
            </a:custGeom>
            <a:solidFill>
              <a:srgbClr val="000000"/>
            </a:solidFill>
          </p:spPr>
          <p:txBody>
            <a:bodyPr wrap="square" lIns="0" tIns="0" rIns="0" bIns="0" rtlCol="0"/>
            <a:lstStyle/>
            <a:p>
              <a:endParaRPr/>
            </a:p>
          </p:txBody>
        </p:sp>
        <p:pic>
          <p:nvPicPr>
            <p:cNvPr id="39" name="object 39"/>
            <p:cNvPicPr/>
            <p:nvPr/>
          </p:nvPicPr>
          <p:blipFill>
            <a:blip r:embed="rId30" cstate="print"/>
            <a:stretch>
              <a:fillRect/>
            </a:stretch>
          </p:blipFill>
          <p:spPr>
            <a:xfrm>
              <a:off x="6305828" y="3033591"/>
              <a:ext cx="95621" cy="164163"/>
            </a:xfrm>
            <a:prstGeom prst="rect">
              <a:avLst/>
            </a:prstGeom>
          </p:spPr>
        </p:pic>
        <p:pic>
          <p:nvPicPr>
            <p:cNvPr id="40" name="object 40"/>
            <p:cNvPicPr/>
            <p:nvPr/>
          </p:nvPicPr>
          <p:blipFill>
            <a:blip r:embed="rId31" cstate="print"/>
            <a:stretch>
              <a:fillRect/>
            </a:stretch>
          </p:blipFill>
          <p:spPr>
            <a:xfrm>
              <a:off x="6424398" y="3087040"/>
              <a:ext cx="220056" cy="158564"/>
            </a:xfrm>
            <a:prstGeom prst="rect">
              <a:avLst/>
            </a:prstGeom>
          </p:spPr>
        </p:pic>
        <p:pic>
          <p:nvPicPr>
            <p:cNvPr id="41" name="object 41"/>
            <p:cNvPicPr/>
            <p:nvPr/>
          </p:nvPicPr>
          <p:blipFill>
            <a:blip r:embed="rId32" cstate="print"/>
            <a:stretch>
              <a:fillRect/>
            </a:stretch>
          </p:blipFill>
          <p:spPr>
            <a:xfrm>
              <a:off x="959228" y="3535829"/>
              <a:ext cx="464834" cy="145151"/>
            </a:xfrm>
            <a:prstGeom prst="rect">
              <a:avLst/>
            </a:prstGeom>
          </p:spPr>
        </p:pic>
        <p:sp>
          <p:nvSpPr>
            <p:cNvPr id="42" name="object 42"/>
            <p:cNvSpPr/>
            <p:nvPr/>
          </p:nvSpPr>
          <p:spPr>
            <a:xfrm>
              <a:off x="987920" y="3572103"/>
              <a:ext cx="494030" cy="349885"/>
            </a:xfrm>
            <a:custGeom>
              <a:avLst/>
              <a:gdLst/>
              <a:ahLst/>
              <a:cxnLst/>
              <a:rect l="l" t="t" r="r" b="b"/>
              <a:pathLst>
                <a:path w="494030" h="349885">
                  <a:moveTo>
                    <a:pt x="43992" y="210083"/>
                  </a:moveTo>
                  <a:lnTo>
                    <a:pt x="31775" y="211505"/>
                  </a:lnTo>
                  <a:lnTo>
                    <a:pt x="13055" y="214376"/>
                  </a:lnTo>
                  <a:lnTo>
                    <a:pt x="1905" y="215811"/>
                  </a:lnTo>
                  <a:lnTo>
                    <a:pt x="0" y="217741"/>
                  </a:lnTo>
                  <a:lnTo>
                    <a:pt x="0" y="231101"/>
                  </a:lnTo>
                  <a:lnTo>
                    <a:pt x="1905" y="233006"/>
                  </a:lnTo>
                  <a:lnTo>
                    <a:pt x="9563" y="231101"/>
                  </a:lnTo>
                  <a:lnTo>
                    <a:pt x="11468" y="231101"/>
                  </a:lnTo>
                  <a:lnTo>
                    <a:pt x="21043" y="229196"/>
                  </a:lnTo>
                  <a:lnTo>
                    <a:pt x="21043" y="349504"/>
                  </a:lnTo>
                  <a:lnTo>
                    <a:pt x="43992" y="349504"/>
                  </a:lnTo>
                  <a:lnTo>
                    <a:pt x="43992" y="229196"/>
                  </a:lnTo>
                  <a:lnTo>
                    <a:pt x="43992" y="210083"/>
                  </a:lnTo>
                  <a:close/>
                </a:path>
                <a:path w="494030" h="349885">
                  <a:moveTo>
                    <a:pt x="124333" y="326593"/>
                  </a:moveTo>
                  <a:lnTo>
                    <a:pt x="122428" y="324688"/>
                  </a:lnTo>
                  <a:lnTo>
                    <a:pt x="101384" y="324688"/>
                  </a:lnTo>
                  <a:lnTo>
                    <a:pt x="99466" y="326593"/>
                  </a:lnTo>
                  <a:lnTo>
                    <a:pt x="99466" y="347599"/>
                  </a:lnTo>
                  <a:lnTo>
                    <a:pt x="101384" y="349504"/>
                  </a:lnTo>
                  <a:lnTo>
                    <a:pt x="124333" y="349504"/>
                  </a:lnTo>
                  <a:lnTo>
                    <a:pt x="124333" y="326593"/>
                  </a:lnTo>
                  <a:close/>
                </a:path>
                <a:path w="494030" h="349885">
                  <a:moveTo>
                    <a:pt x="493534" y="76403"/>
                  </a:moveTo>
                  <a:lnTo>
                    <a:pt x="459079" y="76403"/>
                  </a:lnTo>
                  <a:lnTo>
                    <a:pt x="459079" y="106946"/>
                  </a:lnTo>
                  <a:lnTo>
                    <a:pt x="491617" y="106946"/>
                  </a:lnTo>
                  <a:lnTo>
                    <a:pt x="493534" y="105041"/>
                  </a:lnTo>
                  <a:lnTo>
                    <a:pt x="493534" y="76403"/>
                  </a:lnTo>
                  <a:close/>
                </a:path>
                <a:path w="494030" h="349885">
                  <a:moveTo>
                    <a:pt x="493534" y="0"/>
                  </a:moveTo>
                  <a:lnTo>
                    <a:pt x="459079" y="0"/>
                  </a:lnTo>
                  <a:lnTo>
                    <a:pt x="459079" y="30568"/>
                  </a:lnTo>
                  <a:lnTo>
                    <a:pt x="491617" y="30568"/>
                  </a:lnTo>
                  <a:lnTo>
                    <a:pt x="493534" y="28663"/>
                  </a:lnTo>
                  <a:lnTo>
                    <a:pt x="493534" y="0"/>
                  </a:lnTo>
                  <a:close/>
                </a:path>
              </a:pathLst>
            </a:custGeom>
            <a:solidFill>
              <a:srgbClr val="000000"/>
            </a:solidFill>
          </p:spPr>
          <p:txBody>
            <a:bodyPr wrap="square" lIns="0" tIns="0" rIns="0" bIns="0" rtlCol="0"/>
            <a:lstStyle/>
            <a:p>
              <a:endParaRPr/>
            </a:p>
          </p:txBody>
        </p:sp>
        <p:pic>
          <p:nvPicPr>
            <p:cNvPr id="43" name="object 43"/>
            <p:cNvPicPr/>
            <p:nvPr/>
          </p:nvPicPr>
          <p:blipFill>
            <a:blip r:embed="rId33" cstate="print"/>
            <a:stretch>
              <a:fillRect/>
            </a:stretch>
          </p:blipFill>
          <p:spPr>
            <a:xfrm>
              <a:off x="1301642" y="3778359"/>
              <a:ext cx="348163" cy="145151"/>
            </a:xfrm>
            <a:prstGeom prst="rect">
              <a:avLst/>
            </a:prstGeom>
          </p:spPr>
        </p:pic>
        <p:pic>
          <p:nvPicPr>
            <p:cNvPr id="44" name="object 44"/>
            <p:cNvPicPr/>
            <p:nvPr/>
          </p:nvPicPr>
          <p:blipFill>
            <a:blip r:embed="rId34" cstate="print"/>
            <a:stretch>
              <a:fillRect/>
            </a:stretch>
          </p:blipFill>
          <p:spPr>
            <a:xfrm>
              <a:off x="1712916" y="3763088"/>
              <a:ext cx="166432" cy="160422"/>
            </a:xfrm>
            <a:prstGeom prst="rect">
              <a:avLst/>
            </a:prstGeom>
          </p:spPr>
        </p:pic>
        <p:sp>
          <p:nvSpPr>
            <p:cNvPr id="45" name="object 45"/>
            <p:cNvSpPr/>
            <p:nvPr/>
          </p:nvSpPr>
          <p:spPr>
            <a:xfrm>
              <a:off x="1902294" y="3765003"/>
              <a:ext cx="153670" cy="156845"/>
            </a:xfrm>
            <a:custGeom>
              <a:avLst/>
              <a:gdLst/>
              <a:ahLst/>
              <a:cxnLst/>
              <a:rect l="l" t="t" r="r" b="b"/>
              <a:pathLst>
                <a:path w="153669" h="156845">
                  <a:moveTo>
                    <a:pt x="53568" y="49657"/>
                  </a:moveTo>
                  <a:lnTo>
                    <a:pt x="51663" y="49657"/>
                  </a:lnTo>
                  <a:lnTo>
                    <a:pt x="49745" y="47752"/>
                  </a:lnTo>
                  <a:lnTo>
                    <a:pt x="47828" y="47752"/>
                  </a:lnTo>
                  <a:lnTo>
                    <a:pt x="36944" y="49949"/>
                  </a:lnTo>
                  <a:lnTo>
                    <a:pt x="29641" y="55384"/>
                  </a:lnTo>
                  <a:lnTo>
                    <a:pt x="25222" y="62242"/>
                  </a:lnTo>
                  <a:lnTo>
                    <a:pt x="22948" y="68745"/>
                  </a:lnTo>
                  <a:lnTo>
                    <a:pt x="24853" y="51562"/>
                  </a:lnTo>
                  <a:lnTo>
                    <a:pt x="22948" y="49657"/>
                  </a:lnTo>
                  <a:lnTo>
                    <a:pt x="13385" y="51562"/>
                  </a:lnTo>
                  <a:lnTo>
                    <a:pt x="9563" y="51562"/>
                  </a:lnTo>
                  <a:lnTo>
                    <a:pt x="1905" y="53479"/>
                  </a:lnTo>
                  <a:lnTo>
                    <a:pt x="0" y="55384"/>
                  </a:lnTo>
                  <a:lnTo>
                    <a:pt x="1104" y="63703"/>
                  </a:lnTo>
                  <a:lnTo>
                    <a:pt x="1625" y="72567"/>
                  </a:lnTo>
                  <a:lnTo>
                    <a:pt x="1739" y="77711"/>
                  </a:lnTo>
                  <a:lnTo>
                    <a:pt x="1854" y="84988"/>
                  </a:lnTo>
                  <a:lnTo>
                    <a:pt x="1905" y="156603"/>
                  </a:lnTo>
                  <a:lnTo>
                    <a:pt x="24853" y="156603"/>
                  </a:lnTo>
                  <a:lnTo>
                    <a:pt x="24980" y="95135"/>
                  </a:lnTo>
                  <a:lnTo>
                    <a:pt x="25819" y="84988"/>
                  </a:lnTo>
                  <a:lnTo>
                    <a:pt x="28079" y="77711"/>
                  </a:lnTo>
                  <a:lnTo>
                    <a:pt x="32512" y="72567"/>
                  </a:lnTo>
                  <a:lnTo>
                    <a:pt x="34417" y="72567"/>
                  </a:lnTo>
                  <a:lnTo>
                    <a:pt x="36334" y="70650"/>
                  </a:lnTo>
                  <a:lnTo>
                    <a:pt x="45923" y="70650"/>
                  </a:lnTo>
                  <a:lnTo>
                    <a:pt x="49745" y="72567"/>
                  </a:lnTo>
                  <a:lnTo>
                    <a:pt x="49745" y="70650"/>
                  </a:lnTo>
                  <a:lnTo>
                    <a:pt x="50228" y="68745"/>
                  </a:lnTo>
                  <a:lnTo>
                    <a:pt x="51663" y="63017"/>
                  </a:lnTo>
                  <a:lnTo>
                    <a:pt x="51663" y="61112"/>
                  </a:lnTo>
                  <a:lnTo>
                    <a:pt x="53568" y="49657"/>
                  </a:lnTo>
                  <a:close/>
                </a:path>
                <a:path w="153669" h="156845">
                  <a:moveTo>
                    <a:pt x="153047" y="51562"/>
                  </a:moveTo>
                  <a:lnTo>
                    <a:pt x="151130" y="49657"/>
                  </a:lnTo>
                  <a:lnTo>
                    <a:pt x="139623" y="51562"/>
                  </a:lnTo>
                  <a:lnTo>
                    <a:pt x="137718" y="51562"/>
                  </a:lnTo>
                  <a:lnTo>
                    <a:pt x="128155" y="53479"/>
                  </a:lnTo>
                  <a:lnTo>
                    <a:pt x="128155" y="55384"/>
                  </a:lnTo>
                  <a:lnTo>
                    <a:pt x="128447" y="63792"/>
                  </a:lnTo>
                  <a:lnTo>
                    <a:pt x="129108" y="74002"/>
                  </a:lnTo>
                  <a:lnTo>
                    <a:pt x="129768" y="89217"/>
                  </a:lnTo>
                  <a:lnTo>
                    <a:pt x="130060" y="112674"/>
                  </a:lnTo>
                  <a:lnTo>
                    <a:pt x="129768" y="127571"/>
                  </a:lnTo>
                  <a:lnTo>
                    <a:pt x="129108" y="138709"/>
                  </a:lnTo>
                  <a:lnTo>
                    <a:pt x="128447" y="147332"/>
                  </a:lnTo>
                  <a:lnTo>
                    <a:pt x="128155" y="154698"/>
                  </a:lnTo>
                  <a:lnTo>
                    <a:pt x="130060" y="156603"/>
                  </a:lnTo>
                  <a:lnTo>
                    <a:pt x="151130" y="156603"/>
                  </a:lnTo>
                  <a:lnTo>
                    <a:pt x="153047" y="154698"/>
                  </a:lnTo>
                  <a:lnTo>
                    <a:pt x="151930" y="145503"/>
                  </a:lnTo>
                  <a:lnTo>
                    <a:pt x="151371" y="135597"/>
                  </a:lnTo>
                  <a:lnTo>
                    <a:pt x="151244" y="127571"/>
                  </a:lnTo>
                  <a:lnTo>
                    <a:pt x="151155" y="81915"/>
                  </a:lnTo>
                  <a:lnTo>
                    <a:pt x="151371" y="68986"/>
                  </a:lnTo>
                  <a:lnTo>
                    <a:pt x="151930" y="59296"/>
                  </a:lnTo>
                  <a:lnTo>
                    <a:pt x="153047" y="51562"/>
                  </a:lnTo>
                  <a:close/>
                </a:path>
                <a:path w="153669" h="156845">
                  <a:moveTo>
                    <a:pt x="153047" y="0"/>
                  </a:moveTo>
                  <a:lnTo>
                    <a:pt x="139623" y="0"/>
                  </a:lnTo>
                  <a:lnTo>
                    <a:pt x="130060" y="1905"/>
                  </a:lnTo>
                  <a:lnTo>
                    <a:pt x="128155" y="3822"/>
                  </a:lnTo>
                  <a:lnTo>
                    <a:pt x="128155" y="20993"/>
                  </a:lnTo>
                  <a:lnTo>
                    <a:pt x="130060" y="22910"/>
                  </a:lnTo>
                  <a:lnTo>
                    <a:pt x="139623" y="22910"/>
                  </a:lnTo>
                  <a:lnTo>
                    <a:pt x="141541" y="20993"/>
                  </a:lnTo>
                  <a:lnTo>
                    <a:pt x="153047" y="20993"/>
                  </a:lnTo>
                  <a:lnTo>
                    <a:pt x="153047" y="0"/>
                  </a:lnTo>
                  <a:close/>
                </a:path>
              </a:pathLst>
            </a:custGeom>
            <a:solidFill>
              <a:srgbClr val="000000"/>
            </a:solidFill>
          </p:spPr>
          <p:txBody>
            <a:bodyPr wrap="square" lIns="0" tIns="0" rIns="0" bIns="0" rtlCol="0"/>
            <a:lstStyle/>
            <a:p>
              <a:endParaRPr/>
            </a:p>
          </p:txBody>
        </p:sp>
        <p:pic>
          <p:nvPicPr>
            <p:cNvPr id="46" name="object 46"/>
            <p:cNvPicPr/>
            <p:nvPr/>
          </p:nvPicPr>
          <p:blipFill>
            <a:blip r:embed="rId35" cstate="print"/>
            <a:stretch>
              <a:fillRect/>
            </a:stretch>
          </p:blipFill>
          <p:spPr>
            <a:xfrm>
              <a:off x="2080204" y="3814653"/>
              <a:ext cx="93734" cy="106948"/>
            </a:xfrm>
            <a:prstGeom prst="rect">
              <a:avLst/>
            </a:prstGeom>
          </p:spPr>
        </p:pic>
        <p:pic>
          <p:nvPicPr>
            <p:cNvPr id="47" name="object 47"/>
            <p:cNvPicPr/>
            <p:nvPr/>
          </p:nvPicPr>
          <p:blipFill>
            <a:blip r:embed="rId36" cstate="print"/>
            <a:stretch>
              <a:fillRect/>
            </a:stretch>
          </p:blipFill>
          <p:spPr>
            <a:xfrm>
              <a:off x="2200712" y="3812744"/>
              <a:ext cx="95646" cy="158513"/>
            </a:xfrm>
            <a:prstGeom prst="rect">
              <a:avLst/>
            </a:prstGeom>
          </p:spPr>
        </p:pic>
        <p:pic>
          <p:nvPicPr>
            <p:cNvPr id="48" name="object 48"/>
            <p:cNvPicPr/>
            <p:nvPr/>
          </p:nvPicPr>
          <p:blipFill>
            <a:blip r:embed="rId37" cstate="print"/>
            <a:stretch>
              <a:fillRect/>
            </a:stretch>
          </p:blipFill>
          <p:spPr>
            <a:xfrm>
              <a:off x="2319308" y="3784085"/>
              <a:ext cx="252516" cy="139424"/>
            </a:xfrm>
            <a:prstGeom prst="rect">
              <a:avLst/>
            </a:prstGeom>
          </p:spPr>
        </p:pic>
        <p:pic>
          <p:nvPicPr>
            <p:cNvPr id="49" name="object 49"/>
            <p:cNvPicPr/>
            <p:nvPr/>
          </p:nvPicPr>
          <p:blipFill>
            <a:blip r:embed="rId38" cstate="print"/>
            <a:stretch>
              <a:fillRect/>
            </a:stretch>
          </p:blipFill>
          <p:spPr>
            <a:xfrm>
              <a:off x="2636848" y="3759270"/>
              <a:ext cx="267816" cy="162331"/>
            </a:xfrm>
            <a:prstGeom prst="rect">
              <a:avLst/>
            </a:prstGeom>
          </p:spPr>
        </p:pic>
        <p:pic>
          <p:nvPicPr>
            <p:cNvPr id="50" name="object 50"/>
            <p:cNvPicPr/>
            <p:nvPr/>
          </p:nvPicPr>
          <p:blipFill>
            <a:blip r:embed="rId39" cstate="print"/>
            <a:stretch>
              <a:fillRect/>
            </a:stretch>
          </p:blipFill>
          <p:spPr>
            <a:xfrm>
              <a:off x="2927613" y="3812744"/>
              <a:ext cx="93734" cy="110765"/>
            </a:xfrm>
            <a:prstGeom prst="rect">
              <a:avLst/>
            </a:prstGeom>
          </p:spPr>
        </p:pic>
        <p:pic>
          <p:nvPicPr>
            <p:cNvPr id="51" name="object 51"/>
            <p:cNvPicPr/>
            <p:nvPr/>
          </p:nvPicPr>
          <p:blipFill>
            <a:blip r:embed="rId40" cstate="print"/>
            <a:stretch>
              <a:fillRect/>
            </a:stretch>
          </p:blipFill>
          <p:spPr>
            <a:xfrm>
              <a:off x="3042410" y="3812744"/>
              <a:ext cx="156844" cy="110765"/>
            </a:xfrm>
            <a:prstGeom prst="rect">
              <a:avLst/>
            </a:prstGeom>
          </p:spPr>
        </p:pic>
        <p:pic>
          <p:nvPicPr>
            <p:cNvPr id="52" name="object 52"/>
            <p:cNvPicPr/>
            <p:nvPr/>
          </p:nvPicPr>
          <p:blipFill>
            <a:blip r:embed="rId41" cstate="print"/>
            <a:stretch>
              <a:fillRect/>
            </a:stretch>
          </p:blipFill>
          <p:spPr>
            <a:xfrm>
              <a:off x="3268127" y="3759270"/>
              <a:ext cx="168293" cy="162331"/>
            </a:xfrm>
            <a:prstGeom prst="rect">
              <a:avLst/>
            </a:prstGeom>
          </p:spPr>
        </p:pic>
        <p:pic>
          <p:nvPicPr>
            <p:cNvPr id="53" name="object 53"/>
            <p:cNvPicPr/>
            <p:nvPr/>
          </p:nvPicPr>
          <p:blipFill>
            <a:blip r:embed="rId42" cstate="print"/>
            <a:stretch>
              <a:fillRect/>
            </a:stretch>
          </p:blipFill>
          <p:spPr>
            <a:xfrm>
              <a:off x="3459370" y="3812744"/>
              <a:ext cx="93836" cy="110765"/>
            </a:xfrm>
            <a:prstGeom prst="rect">
              <a:avLst/>
            </a:prstGeom>
          </p:spPr>
        </p:pic>
        <p:pic>
          <p:nvPicPr>
            <p:cNvPr id="54" name="object 54"/>
            <p:cNvPicPr/>
            <p:nvPr/>
          </p:nvPicPr>
          <p:blipFill>
            <a:blip r:embed="rId43" cstate="print"/>
            <a:stretch>
              <a:fillRect/>
            </a:stretch>
          </p:blipFill>
          <p:spPr>
            <a:xfrm>
              <a:off x="3627664" y="3764997"/>
              <a:ext cx="118570" cy="158513"/>
            </a:xfrm>
            <a:prstGeom prst="rect">
              <a:avLst/>
            </a:prstGeom>
          </p:spPr>
        </p:pic>
        <p:pic>
          <p:nvPicPr>
            <p:cNvPr id="55" name="object 55"/>
            <p:cNvPicPr/>
            <p:nvPr/>
          </p:nvPicPr>
          <p:blipFill>
            <a:blip r:embed="rId44" cstate="print"/>
            <a:stretch>
              <a:fillRect/>
            </a:stretch>
          </p:blipFill>
          <p:spPr>
            <a:xfrm>
              <a:off x="3773008" y="3814653"/>
              <a:ext cx="92051" cy="106948"/>
            </a:xfrm>
            <a:prstGeom prst="rect">
              <a:avLst/>
            </a:prstGeom>
          </p:spPr>
        </p:pic>
        <p:pic>
          <p:nvPicPr>
            <p:cNvPr id="56" name="object 56"/>
            <p:cNvPicPr/>
            <p:nvPr/>
          </p:nvPicPr>
          <p:blipFill>
            <a:blip r:embed="rId45" cstate="print"/>
            <a:stretch>
              <a:fillRect/>
            </a:stretch>
          </p:blipFill>
          <p:spPr>
            <a:xfrm>
              <a:off x="3885969" y="3759270"/>
              <a:ext cx="137694" cy="211987"/>
            </a:xfrm>
            <a:prstGeom prst="rect">
              <a:avLst/>
            </a:prstGeom>
          </p:spPr>
        </p:pic>
        <p:pic>
          <p:nvPicPr>
            <p:cNvPr id="57" name="object 57"/>
            <p:cNvPicPr/>
            <p:nvPr/>
          </p:nvPicPr>
          <p:blipFill>
            <a:blip r:embed="rId46" cstate="print"/>
            <a:stretch>
              <a:fillRect/>
            </a:stretch>
          </p:blipFill>
          <p:spPr>
            <a:xfrm>
              <a:off x="4044828" y="3812744"/>
              <a:ext cx="93689" cy="110765"/>
            </a:xfrm>
            <a:prstGeom prst="rect">
              <a:avLst/>
            </a:prstGeom>
          </p:spPr>
        </p:pic>
        <p:pic>
          <p:nvPicPr>
            <p:cNvPr id="58" name="object 58"/>
            <p:cNvPicPr/>
            <p:nvPr/>
          </p:nvPicPr>
          <p:blipFill>
            <a:blip r:embed="rId47" cstate="print"/>
            <a:stretch>
              <a:fillRect/>
            </a:stretch>
          </p:blipFill>
          <p:spPr>
            <a:xfrm>
              <a:off x="4214907" y="3759270"/>
              <a:ext cx="97661" cy="164239"/>
            </a:xfrm>
            <a:prstGeom prst="rect">
              <a:avLst/>
            </a:prstGeom>
          </p:spPr>
        </p:pic>
        <p:pic>
          <p:nvPicPr>
            <p:cNvPr id="59" name="object 59"/>
            <p:cNvPicPr/>
            <p:nvPr/>
          </p:nvPicPr>
          <p:blipFill>
            <a:blip r:embed="rId48" cstate="print"/>
            <a:stretch>
              <a:fillRect/>
            </a:stretch>
          </p:blipFill>
          <p:spPr>
            <a:xfrm>
              <a:off x="4333850" y="3812744"/>
              <a:ext cx="302045" cy="110765"/>
            </a:xfrm>
            <a:prstGeom prst="rect">
              <a:avLst/>
            </a:prstGeom>
          </p:spPr>
        </p:pic>
        <p:sp>
          <p:nvSpPr>
            <p:cNvPr id="60" name="object 60"/>
            <p:cNvSpPr/>
            <p:nvPr/>
          </p:nvSpPr>
          <p:spPr>
            <a:xfrm>
              <a:off x="4716218" y="3764997"/>
              <a:ext cx="24765" cy="156845"/>
            </a:xfrm>
            <a:custGeom>
              <a:avLst/>
              <a:gdLst/>
              <a:ahLst/>
              <a:cxnLst/>
              <a:rect l="l" t="t" r="r" b="b"/>
              <a:pathLst>
                <a:path w="24764" h="156845">
                  <a:moveTo>
                    <a:pt x="22949" y="49656"/>
                  </a:moveTo>
                  <a:lnTo>
                    <a:pt x="13259" y="51565"/>
                  </a:lnTo>
                  <a:lnTo>
                    <a:pt x="9434" y="51565"/>
                  </a:lnTo>
                  <a:lnTo>
                    <a:pt x="1784" y="53474"/>
                  </a:lnTo>
                  <a:lnTo>
                    <a:pt x="0" y="55382"/>
                  </a:lnTo>
                  <a:lnTo>
                    <a:pt x="1031" y="63794"/>
                  </a:lnTo>
                  <a:lnTo>
                    <a:pt x="1561" y="73997"/>
                  </a:lnTo>
                  <a:lnTo>
                    <a:pt x="1757" y="89216"/>
                  </a:lnTo>
                  <a:lnTo>
                    <a:pt x="1784" y="156604"/>
                  </a:lnTo>
                  <a:lnTo>
                    <a:pt x="24734" y="156604"/>
                  </a:lnTo>
                  <a:lnTo>
                    <a:pt x="24734" y="51565"/>
                  </a:lnTo>
                  <a:lnTo>
                    <a:pt x="22949" y="49656"/>
                  </a:lnTo>
                  <a:close/>
                </a:path>
                <a:path w="24764" h="156845">
                  <a:moveTo>
                    <a:pt x="24734" y="0"/>
                  </a:moveTo>
                  <a:lnTo>
                    <a:pt x="13259" y="0"/>
                  </a:lnTo>
                  <a:lnTo>
                    <a:pt x="1784" y="1908"/>
                  </a:lnTo>
                  <a:lnTo>
                    <a:pt x="0" y="3817"/>
                  </a:lnTo>
                  <a:lnTo>
                    <a:pt x="0" y="20997"/>
                  </a:lnTo>
                  <a:lnTo>
                    <a:pt x="1784" y="22906"/>
                  </a:lnTo>
                  <a:lnTo>
                    <a:pt x="11474" y="22906"/>
                  </a:lnTo>
                  <a:lnTo>
                    <a:pt x="13259" y="20997"/>
                  </a:lnTo>
                  <a:lnTo>
                    <a:pt x="24734" y="20997"/>
                  </a:lnTo>
                  <a:lnTo>
                    <a:pt x="24734" y="0"/>
                  </a:lnTo>
                  <a:close/>
                </a:path>
              </a:pathLst>
            </a:custGeom>
            <a:solidFill>
              <a:srgbClr val="000000"/>
            </a:solidFill>
          </p:spPr>
          <p:txBody>
            <a:bodyPr wrap="square" lIns="0" tIns="0" rIns="0" bIns="0" rtlCol="0"/>
            <a:lstStyle/>
            <a:p>
              <a:endParaRPr/>
            </a:p>
          </p:txBody>
        </p:sp>
        <p:pic>
          <p:nvPicPr>
            <p:cNvPr id="61" name="object 61"/>
            <p:cNvPicPr/>
            <p:nvPr/>
          </p:nvPicPr>
          <p:blipFill>
            <a:blip r:embed="rId49" cstate="print"/>
            <a:stretch>
              <a:fillRect/>
            </a:stretch>
          </p:blipFill>
          <p:spPr>
            <a:xfrm>
              <a:off x="4762116" y="3812744"/>
              <a:ext cx="76497" cy="110765"/>
            </a:xfrm>
            <a:prstGeom prst="rect">
              <a:avLst/>
            </a:prstGeom>
          </p:spPr>
        </p:pic>
        <p:pic>
          <p:nvPicPr>
            <p:cNvPr id="62" name="object 62"/>
            <p:cNvPicPr/>
            <p:nvPr/>
          </p:nvPicPr>
          <p:blipFill>
            <a:blip r:embed="rId50" cstate="print"/>
            <a:stretch>
              <a:fillRect/>
            </a:stretch>
          </p:blipFill>
          <p:spPr>
            <a:xfrm>
              <a:off x="4913325" y="3812744"/>
              <a:ext cx="193027" cy="110765"/>
            </a:xfrm>
            <a:prstGeom prst="rect">
              <a:avLst/>
            </a:prstGeom>
          </p:spPr>
        </p:pic>
        <p:pic>
          <p:nvPicPr>
            <p:cNvPr id="63" name="object 63"/>
            <p:cNvPicPr/>
            <p:nvPr/>
          </p:nvPicPr>
          <p:blipFill>
            <a:blip r:embed="rId51" cstate="print"/>
            <a:stretch>
              <a:fillRect/>
            </a:stretch>
          </p:blipFill>
          <p:spPr>
            <a:xfrm>
              <a:off x="5129302" y="3784085"/>
              <a:ext cx="388350" cy="139424"/>
            </a:xfrm>
            <a:prstGeom prst="rect">
              <a:avLst/>
            </a:prstGeom>
          </p:spPr>
        </p:pic>
        <p:pic>
          <p:nvPicPr>
            <p:cNvPr id="64" name="object 64"/>
            <p:cNvPicPr/>
            <p:nvPr/>
          </p:nvPicPr>
          <p:blipFill>
            <a:blip r:embed="rId52" cstate="print"/>
            <a:stretch>
              <a:fillRect/>
            </a:stretch>
          </p:blipFill>
          <p:spPr>
            <a:xfrm>
              <a:off x="5592365" y="3759270"/>
              <a:ext cx="95621" cy="162330"/>
            </a:xfrm>
            <a:prstGeom prst="rect">
              <a:avLst/>
            </a:prstGeom>
          </p:spPr>
        </p:pic>
        <p:pic>
          <p:nvPicPr>
            <p:cNvPr id="65" name="object 65"/>
            <p:cNvPicPr/>
            <p:nvPr/>
          </p:nvPicPr>
          <p:blipFill>
            <a:blip r:embed="rId53" cstate="print"/>
            <a:stretch>
              <a:fillRect/>
            </a:stretch>
          </p:blipFill>
          <p:spPr>
            <a:xfrm>
              <a:off x="5710935" y="3784085"/>
              <a:ext cx="168293" cy="139424"/>
            </a:xfrm>
            <a:prstGeom prst="rect">
              <a:avLst/>
            </a:prstGeom>
          </p:spPr>
        </p:pic>
        <p:pic>
          <p:nvPicPr>
            <p:cNvPr id="66" name="object 66"/>
            <p:cNvPicPr/>
            <p:nvPr/>
          </p:nvPicPr>
          <p:blipFill>
            <a:blip r:embed="rId54" cstate="print"/>
            <a:stretch>
              <a:fillRect/>
            </a:stretch>
          </p:blipFill>
          <p:spPr>
            <a:xfrm>
              <a:off x="5942466" y="3759270"/>
              <a:ext cx="168293" cy="162331"/>
            </a:xfrm>
            <a:prstGeom prst="rect">
              <a:avLst/>
            </a:prstGeom>
          </p:spPr>
        </p:pic>
        <p:pic>
          <p:nvPicPr>
            <p:cNvPr id="67" name="object 67"/>
            <p:cNvPicPr/>
            <p:nvPr/>
          </p:nvPicPr>
          <p:blipFill>
            <a:blip r:embed="rId55" cstate="print"/>
            <a:stretch>
              <a:fillRect/>
            </a:stretch>
          </p:blipFill>
          <p:spPr>
            <a:xfrm>
              <a:off x="6131669" y="3812744"/>
              <a:ext cx="93936" cy="110765"/>
            </a:xfrm>
            <a:prstGeom prst="rect">
              <a:avLst/>
            </a:prstGeom>
          </p:spPr>
        </p:pic>
        <p:pic>
          <p:nvPicPr>
            <p:cNvPr id="68" name="object 68"/>
            <p:cNvPicPr/>
            <p:nvPr/>
          </p:nvPicPr>
          <p:blipFill>
            <a:blip r:embed="rId56" cstate="print"/>
            <a:stretch>
              <a:fillRect/>
            </a:stretch>
          </p:blipFill>
          <p:spPr>
            <a:xfrm>
              <a:off x="6294353" y="3763088"/>
              <a:ext cx="344237" cy="208169"/>
            </a:xfrm>
            <a:prstGeom prst="rect">
              <a:avLst/>
            </a:prstGeom>
          </p:spPr>
        </p:pic>
        <p:pic>
          <p:nvPicPr>
            <p:cNvPr id="69" name="object 69"/>
            <p:cNvPicPr/>
            <p:nvPr/>
          </p:nvPicPr>
          <p:blipFill>
            <a:blip r:embed="rId57" cstate="print"/>
            <a:stretch>
              <a:fillRect/>
            </a:stretch>
          </p:blipFill>
          <p:spPr>
            <a:xfrm>
              <a:off x="6663579" y="3814653"/>
              <a:ext cx="91796" cy="108856"/>
            </a:xfrm>
            <a:prstGeom prst="rect">
              <a:avLst/>
            </a:prstGeom>
          </p:spPr>
        </p:pic>
        <p:pic>
          <p:nvPicPr>
            <p:cNvPr id="70" name="object 70"/>
            <p:cNvPicPr/>
            <p:nvPr/>
          </p:nvPicPr>
          <p:blipFill>
            <a:blip r:embed="rId58" cstate="print"/>
            <a:stretch>
              <a:fillRect/>
            </a:stretch>
          </p:blipFill>
          <p:spPr>
            <a:xfrm>
              <a:off x="6778325" y="3812744"/>
              <a:ext cx="93836" cy="110765"/>
            </a:xfrm>
            <a:prstGeom prst="rect">
              <a:avLst/>
            </a:prstGeom>
          </p:spPr>
        </p:pic>
        <p:pic>
          <p:nvPicPr>
            <p:cNvPr id="71" name="object 71"/>
            <p:cNvPicPr/>
            <p:nvPr/>
          </p:nvPicPr>
          <p:blipFill>
            <a:blip r:embed="rId59" cstate="print"/>
            <a:stretch>
              <a:fillRect/>
            </a:stretch>
          </p:blipFill>
          <p:spPr>
            <a:xfrm>
              <a:off x="6893071" y="3814653"/>
              <a:ext cx="91796" cy="106948"/>
            </a:xfrm>
            <a:prstGeom prst="rect">
              <a:avLst/>
            </a:prstGeom>
          </p:spPr>
        </p:pic>
        <p:pic>
          <p:nvPicPr>
            <p:cNvPr id="72" name="object 72"/>
            <p:cNvPicPr/>
            <p:nvPr/>
          </p:nvPicPr>
          <p:blipFill>
            <a:blip r:embed="rId60" cstate="print"/>
            <a:stretch>
              <a:fillRect/>
            </a:stretch>
          </p:blipFill>
          <p:spPr>
            <a:xfrm>
              <a:off x="7007816" y="3812744"/>
              <a:ext cx="179768" cy="158513"/>
            </a:xfrm>
            <a:prstGeom prst="rect">
              <a:avLst/>
            </a:prstGeom>
          </p:spPr>
        </p:pic>
        <p:sp>
          <p:nvSpPr>
            <p:cNvPr id="73" name="object 73"/>
            <p:cNvSpPr/>
            <p:nvPr/>
          </p:nvSpPr>
          <p:spPr>
            <a:xfrm>
              <a:off x="7258472" y="3764997"/>
              <a:ext cx="25400" cy="156845"/>
            </a:xfrm>
            <a:custGeom>
              <a:avLst/>
              <a:gdLst/>
              <a:ahLst/>
              <a:cxnLst/>
              <a:rect l="l" t="t" r="r" b="b"/>
              <a:pathLst>
                <a:path w="25400" h="156845">
                  <a:moveTo>
                    <a:pt x="22949" y="49656"/>
                  </a:moveTo>
                  <a:lnTo>
                    <a:pt x="13514" y="51565"/>
                  </a:lnTo>
                  <a:lnTo>
                    <a:pt x="9689" y="51565"/>
                  </a:lnTo>
                  <a:lnTo>
                    <a:pt x="2039" y="53474"/>
                  </a:lnTo>
                  <a:lnTo>
                    <a:pt x="0" y="55382"/>
                  </a:lnTo>
                  <a:lnTo>
                    <a:pt x="1179" y="63794"/>
                  </a:lnTo>
                  <a:lnTo>
                    <a:pt x="1784" y="73997"/>
                  </a:lnTo>
                  <a:lnTo>
                    <a:pt x="1900" y="81909"/>
                  </a:lnTo>
                  <a:lnTo>
                    <a:pt x="2008" y="127572"/>
                  </a:lnTo>
                  <a:lnTo>
                    <a:pt x="1784" y="138705"/>
                  </a:lnTo>
                  <a:lnTo>
                    <a:pt x="1179" y="147328"/>
                  </a:lnTo>
                  <a:lnTo>
                    <a:pt x="0" y="154695"/>
                  </a:lnTo>
                  <a:lnTo>
                    <a:pt x="2039" y="156604"/>
                  </a:lnTo>
                  <a:lnTo>
                    <a:pt x="24989" y="156604"/>
                  </a:lnTo>
                  <a:lnTo>
                    <a:pt x="24989" y="154695"/>
                  </a:lnTo>
                  <a:lnTo>
                    <a:pt x="24670" y="145508"/>
                  </a:lnTo>
                  <a:lnTo>
                    <a:pt x="23969" y="135603"/>
                  </a:lnTo>
                  <a:lnTo>
                    <a:pt x="23267" y="121398"/>
                  </a:lnTo>
                  <a:lnTo>
                    <a:pt x="22949" y="99312"/>
                  </a:lnTo>
                  <a:lnTo>
                    <a:pt x="23267" y="81909"/>
                  </a:lnTo>
                  <a:lnTo>
                    <a:pt x="23969" y="68986"/>
                  </a:lnTo>
                  <a:lnTo>
                    <a:pt x="24670" y="59290"/>
                  </a:lnTo>
                  <a:lnTo>
                    <a:pt x="24989" y="51565"/>
                  </a:lnTo>
                  <a:lnTo>
                    <a:pt x="22949" y="49656"/>
                  </a:lnTo>
                  <a:close/>
                </a:path>
                <a:path w="25400" h="156845">
                  <a:moveTo>
                    <a:pt x="24989" y="0"/>
                  </a:moveTo>
                  <a:lnTo>
                    <a:pt x="11474" y="0"/>
                  </a:lnTo>
                  <a:lnTo>
                    <a:pt x="2039" y="1908"/>
                  </a:lnTo>
                  <a:lnTo>
                    <a:pt x="0" y="3817"/>
                  </a:lnTo>
                  <a:lnTo>
                    <a:pt x="0" y="20997"/>
                  </a:lnTo>
                  <a:lnTo>
                    <a:pt x="2039" y="22906"/>
                  </a:lnTo>
                  <a:lnTo>
                    <a:pt x="11474" y="22906"/>
                  </a:lnTo>
                  <a:lnTo>
                    <a:pt x="13514" y="20997"/>
                  </a:lnTo>
                  <a:lnTo>
                    <a:pt x="24989" y="20997"/>
                  </a:lnTo>
                  <a:lnTo>
                    <a:pt x="24989" y="0"/>
                  </a:lnTo>
                  <a:close/>
                </a:path>
              </a:pathLst>
            </a:custGeom>
            <a:solidFill>
              <a:srgbClr val="000000"/>
            </a:solidFill>
          </p:spPr>
          <p:txBody>
            <a:bodyPr wrap="square" lIns="0" tIns="0" rIns="0" bIns="0" rtlCol="0"/>
            <a:lstStyle/>
            <a:p>
              <a:endParaRPr/>
            </a:p>
          </p:txBody>
        </p:sp>
        <p:pic>
          <p:nvPicPr>
            <p:cNvPr id="74" name="object 74"/>
            <p:cNvPicPr/>
            <p:nvPr/>
          </p:nvPicPr>
          <p:blipFill>
            <a:blip r:embed="rId61" cstate="print"/>
            <a:stretch>
              <a:fillRect/>
            </a:stretch>
          </p:blipFill>
          <p:spPr>
            <a:xfrm>
              <a:off x="7304370" y="3812744"/>
              <a:ext cx="76497" cy="110765"/>
            </a:xfrm>
            <a:prstGeom prst="rect">
              <a:avLst/>
            </a:prstGeom>
          </p:spPr>
        </p:pic>
        <p:pic>
          <p:nvPicPr>
            <p:cNvPr id="75" name="object 75"/>
            <p:cNvPicPr/>
            <p:nvPr/>
          </p:nvPicPr>
          <p:blipFill>
            <a:blip r:embed="rId62" cstate="print"/>
            <a:stretch>
              <a:fillRect/>
            </a:stretch>
          </p:blipFill>
          <p:spPr>
            <a:xfrm>
              <a:off x="7445890" y="3784085"/>
              <a:ext cx="172118" cy="139424"/>
            </a:xfrm>
            <a:prstGeom prst="rect">
              <a:avLst/>
            </a:prstGeom>
          </p:spPr>
        </p:pic>
        <p:pic>
          <p:nvPicPr>
            <p:cNvPr id="76" name="object 76"/>
            <p:cNvPicPr/>
            <p:nvPr/>
          </p:nvPicPr>
          <p:blipFill>
            <a:blip r:embed="rId63" cstate="print"/>
            <a:stretch>
              <a:fillRect/>
            </a:stretch>
          </p:blipFill>
          <p:spPr>
            <a:xfrm>
              <a:off x="7637251" y="3812744"/>
              <a:ext cx="101367" cy="110765"/>
            </a:xfrm>
            <a:prstGeom prst="rect">
              <a:avLst/>
            </a:prstGeom>
          </p:spPr>
        </p:pic>
        <p:sp>
          <p:nvSpPr>
            <p:cNvPr id="77" name="object 77"/>
            <p:cNvSpPr/>
            <p:nvPr/>
          </p:nvSpPr>
          <p:spPr>
            <a:xfrm>
              <a:off x="1364777" y="4139315"/>
              <a:ext cx="25400" cy="25400"/>
            </a:xfrm>
            <a:custGeom>
              <a:avLst/>
              <a:gdLst/>
              <a:ahLst/>
              <a:cxnLst/>
              <a:rect l="l" t="t" r="r" b="b"/>
              <a:pathLst>
                <a:path w="25400" h="25400">
                  <a:moveTo>
                    <a:pt x="24861" y="0"/>
                  </a:moveTo>
                  <a:lnTo>
                    <a:pt x="22949" y="0"/>
                  </a:lnTo>
                  <a:lnTo>
                    <a:pt x="0" y="0"/>
                  </a:lnTo>
                  <a:lnTo>
                    <a:pt x="0" y="24815"/>
                  </a:lnTo>
                  <a:lnTo>
                    <a:pt x="13386" y="24815"/>
                  </a:lnTo>
                  <a:lnTo>
                    <a:pt x="22949" y="22906"/>
                  </a:lnTo>
                  <a:lnTo>
                    <a:pt x="24861" y="20997"/>
                  </a:lnTo>
                  <a:lnTo>
                    <a:pt x="24861" y="0"/>
                  </a:lnTo>
                  <a:close/>
                </a:path>
              </a:pathLst>
            </a:custGeom>
            <a:solidFill>
              <a:srgbClr val="000000"/>
            </a:solidFill>
          </p:spPr>
          <p:txBody>
            <a:bodyPr wrap="square" lIns="0" tIns="0" rIns="0" bIns="0" rtlCol="0"/>
            <a:lstStyle/>
            <a:p>
              <a:endParaRPr/>
            </a:p>
          </p:txBody>
        </p:sp>
        <p:pic>
          <p:nvPicPr>
            <p:cNvPr id="78" name="object 78"/>
            <p:cNvPicPr/>
            <p:nvPr/>
          </p:nvPicPr>
          <p:blipFill>
            <a:blip r:embed="rId64" cstate="print"/>
            <a:stretch>
              <a:fillRect/>
            </a:stretch>
          </p:blipFill>
          <p:spPr>
            <a:xfrm>
              <a:off x="964968" y="4001799"/>
              <a:ext cx="990902" cy="404885"/>
            </a:xfrm>
            <a:prstGeom prst="rect">
              <a:avLst/>
            </a:prstGeom>
          </p:spPr>
        </p:pic>
        <p:pic>
          <p:nvPicPr>
            <p:cNvPr id="79" name="object 79"/>
            <p:cNvPicPr/>
            <p:nvPr/>
          </p:nvPicPr>
          <p:blipFill>
            <a:blip r:embed="rId65" cstate="print"/>
            <a:stretch>
              <a:fillRect/>
            </a:stretch>
          </p:blipFill>
          <p:spPr>
            <a:xfrm>
              <a:off x="2636848" y="4244354"/>
              <a:ext cx="267816" cy="160422"/>
            </a:xfrm>
            <a:prstGeom prst="rect">
              <a:avLst/>
            </a:prstGeom>
          </p:spPr>
        </p:pic>
        <p:pic>
          <p:nvPicPr>
            <p:cNvPr id="80" name="object 80"/>
            <p:cNvPicPr/>
            <p:nvPr/>
          </p:nvPicPr>
          <p:blipFill>
            <a:blip r:embed="rId66" cstate="print"/>
            <a:stretch>
              <a:fillRect/>
            </a:stretch>
          </p:blipFill>
          <p:spPr>
            <a:xfrm>
              <a:off x="2927613" y="4297828"/>
              <a:ext cx="93734" cy="108856"/>
            </a:xfrm>
            <a:prstGeom prst="rect">
              <a:avLst/>
            </a:prstGeom>
          </p:spPr>
        </p:pic>
        <p:pic>
          <p:nvPicPr>
            <p:cNvPr id="81" name="object 81"/>
            <p:cNvPicPr/>
            <p:nvPr/>
          </p:nvPicPr>
          <p:blipFill>
            <a:blip r:embed="rId67" cstate="print"/>
            <a:stretch>
              <a:fillRect/>
            </a:stretch>
          </p:blipFill>
          <p:spPr>
            <a:xfrm>
              <a:off x="3042410" y="4297828"/>
              <a:ext cx="156844" cy="108856"/>
            </a:xfrm>
            <a:prstGeom prst="rect">
              <a:avLst/>
            </a:prstGeom>
          </p:spPr>
        </p:pic>
        <p:pic>
          <p:nvPicPr>
            <p:cNvPr id="82" name="object 82"/>
            <p:cNvPicPr/>
            <p:nvPr/>
          </p:nvPicPr>
          <p:blipFill>
            <a:blip r:embed="rId68" cstate="print"/>
            <a:stretch>
              <a:fillRect/>
            </a:stretch>
          </p:blipFill>
          <p:spPr>
            <a:xfrm>
              <a:off x="3268128" y="4244354"/>
              <a:ext cx="168293" cy="162330"/>
            </a:xfrm>
            <a:prstGeom prst="rect">
              <a:avLst/>
            </a:prstGeom>
          </p:spPr>
        </p:pic>
        <p:pic>
          <p:nvPicPr>
            <p:cNvPr id="83" name="object 83"/>
            <p:cNvPicPr/>
            <p:nvPr/>
          </p:nvPicPr>
          <p:blipFill>
            <a:blip r:embed="rId69" cstate="print"/>
            <a:stretch>
              <a:fillRect/>
            </a:stretch>
          </p:blipFill>
          <p:spPr>
            <a:xfrm>
              <a:off x="3459370" y="4297828"/>
              <a:ext cx="93836" cy="108856"/>
            </a:xfrm>
            <a:prstGeom prst="rect">
              <a:avLst/>
            </a:prstGeom>
          </p:spPr>
        </p:pic>
        <p:pic>
          <p:nvPicPr>
            <p:cNvPr id="84" name="object 84"/>
            <p:cNvPicPr/>
            <p:nvPr/>
          </p:nvPicPr>
          <p:blipFill>
            <a:blip r:embed="rId70" cstate="print"/>
            <a:stretch>
              <a:fillRect/>
            </a:stretch>
          </p:blipFill>
          <p:spPr>
            <a:xfrm>
              <a:off x="4214907" y="4244354"/>
              <a:ext cx="97661" cy="162330"/>
            </a:xfrm>
            <a:prstGeom prst="rect">
              <a:avLst/>
            </a:prstGeom>
          </p:spPr>
        </p:pic>
        <p:pic>
          <p:nvPicPr>
            <p:cNvPr id="85" name="object 85"/>
            <p:cNvPicPr/>
            <p:nvPr/>
          </p:nvPicPr>
          <p:blipFill>
            <a:blip r:embed="rId71" cstate="print"/>
            <a:stretch>
              <a:fillRect/>
            </a:stretch>
          </p:blipFill>
          <p:spPr>
            <a:xfrm>
              <a:off x="4333732" y="4297828"/>
              <a:ext cx="302163" cy="108856"/>
            </a:xfrm>
            <a:prstGeom prst="rect">
              <a:avLst/>
            </a:prstGeom>
          </p:spPr>
        </p:pic>
        <p:sp>
          <p:nvSpPr>
            <p:cNvPr id="86" name="object 86"/>
            <p:cNvSpPr/>
            <p:nvPr/>
          </p:nvSpPr>
          <p:spPr>
            <a:xfrm>
              <a:off x="4716218" y="4248172"/>
              <a:ext cx="24765" cy="156845"/>
            </a:xfrm>
            <a:custGeom>
              <a:avLst/>
              <a:gdLst/>
              <a:ahLst/>
              <a:cxnLst/>
              <a:rect l="l" t="t" r="r" b="b"/>
              <a:pathLst>
                <a:path w="24764" h="156845">
                  <a:moveTo>
                    <a:pt x="22949" y="49656"/>
                  </a:moveTo>
                  <a:lnTo>
                    <a:pt x="13259" y="51565"/>
                  </a:lnTo>
                  <a:lnTo>
                    <a:pt x="9434" y="53474"/>
                  </a:lnTo>
                  <a:lnTo>
                    <a:pt x="1784" y="53474"/>
                  </a:lnTo>
                  <a:lnTo>
                    <a:pt x="0" y="55382"/>
                  </a:lnTo>
                  <a:lnTo>
                    <a:pt x="1031" y="63794"/>
                  </a:lnTo>
                  <a:lnTo>
                    <a:pt x="1561" y="73997"/>
                  </a:lnTo>
                  <a:lnTo>
                    <a:pt x="1757" y="89216"/>
                  </a:lnTo>
                  <a:lnTo>
                    <a:pt x="1784" y="156604"/>
                  </a:lnTo>
                  <a:lnTo>
                    <a:pt x="24734" y="156604"/>
                  </a:lnTo>
                  <a:lnTo>
                    <a:pt x="24734" y="51565"/>
                  </a:lnTo>
                  <a:lnTo>
                    <a:pt x="22949" y="49656"/>
                  </a:lnTo>
                  <a:close/>
                </a:path>
                <a:path w="24764" h="156845">
                  <a:moveTo>
                    <a:pt x="24734" y="0"/>
                  </a:moveTo>
                  <a:lnTo>
                    <a:pt x="13259" y="1908"/>
                  </a:lnTo>
                  <a:lnTo>
                    <a:pt x="1784" y="1908"/>
                  </a:lnTo>
                  <a:lnTo>
                    <a:pt x="0" y="3817"/>
                  </a:lnTo>
                  <a:lnTo>
                    <a:pt x="0" y="22906"/>
                  </a:lnTo>
                  <a:lnTo>
                    <a:pt x="24734" y="22906"/>
                  </a:lnTo>
                  <a:lnTo>
                    <a:pt x="24734" y="0"/>
                  </a:lnTo>
                  <a:close/>
                </a:path>
              </a:pathLst>
            </a:custGeom>
            <a:solidFill>
              <a:srgbClr val="000000"/>
            </a:solidFill>
          </p:spPr>
          <p:txBody>
            <a:bodyPr wrap="square" lIns="0" tIns="0" rIns="0" bIns="0" rtlCol="0"/>
            <a:lstStyle/>
            <a:p>
              <a:endParaRPr/>
            </a:p>
          </p:txBody>
        </p:sp>
        <p:pic>
          <p:nvPicPr>
            <p:cNvPr id="87" name="object 87"/>
            <p:cNvPicPr/>
            <p:nvPr/>
          </p:nvPicPr>
          <p:blipFill>
            <a:blip r:embed="rId72" cstate="print"/>
            <a:stretch>
              <a:fillRect/>
            </a:stretch>
          </p:blipFill>
          <p:spPr>
            <a:xfrm>
              <a:off x="4762116" y="4297828"/>
              <a:ext cx="76497" cy="108856"/>
            </a:xfrm>
            <a:prstGeom prst="rect">
              <a:avLst/>
            </a:prstGeom>
          </p:spPr>
        </p:pic>
        <p:pic>
          <p:nvPicPr>
            <p:cNvPr id="88" name="object 88"/>
            <p:cNvPicPr/>
            <p:nvPr/>
          </p:nvPicPr>
          <p:blipFill>
            <a:blip r:embed="rId73" cstate="print"/>
            <a:stretch>
              <a:fillRect/>
            </a:stretch>
          </p:blipFill>
          <p:spPr>
            <a:xfrm>
              <a:off x="4905676" y="4269170"/>
              <a:ext cx="290689" cy="137515"/>
            </a:xfrm>
            <a:prstGeom prst="rect">
              <a:avLst/>
            </a:prstGeom>
          </p:spPr>
        </p:pic>
        <p:pic>
          <p:nvPicPr>
            <p:cNvPr id="89" name="object 89"/>
            <p:cNvPicPr/>
            <p:nvPr/>
          </p:nvPicPr>
          <p:blipFill>
            <a:blip r:embed="rId74" cstate="print"/>
            <a:stretch>
              <a:fillRect/>
            </a:stretch>
          </p:blipFill>
          <p:spPr>
            <a:xfrm>
              <a:off x="5278727" y="4244354"/>
              <a:ext cx="91796" cy="160422"/>
            </a:xfrm>
            <a:prstGeom prst="rect">
              <a:avLst/>
            </a:prstGeom>
          </p:spPr>
        </p:pic>
        <p:sp>
          <p:nvSpPr>
            <p:cNvPr id="90" name="object 90"/>
            <p:cNvSpPr/>
            <p:nvPr/>
          </p:nvSpPr>
          <p:spPr>
            <a:xfrm>
              <a:off x="5397297" y="4248172"/>
              <a:ext cx="24765" cy="156845"/>
            </a:xfrm>
            <a:custGeom>
              <a:avLst/>
              <a:gdLst/>
              <a:ahLst/>
              <a:cxnLst/>
              <a:rect l="l" t="t" r="r" b="b"/>
              <a:pathLst>
                <a:path w="24764" h="156845">
                  <a:moveTo>
                    <a:pt x="22949" y="49656"/>
                  </a:moveTo>
                  <a:lnTo>
                    <a:pt x="11474" y="51565"/>
                  </a:lnTo>
                  <a:lnTo>
                    <a:pt x="9434" y="53474"/>
                  </a:lnTo>
                  <a:lnTo>
                    <a:pt x="0" y="53474"/>
                  </a:lnTo>
                  <a:lnTo>
                    <a:pt x="0" y="55382"/>
                  </a:lnTo>
                  <a:lnTo>
                    <a:pt x="278" y="63794"/>
                  </a:lnTo>
                  <a:lnTo>
                    <a:pt x="892" y="73997"/>
                  </a:lnTo>
                  <a:lnTo>
                    <a:pt x="1506" y="89216"/>
                  </a:lnTo>
                  <a:lnTo>
                    <a:pt x="1784" y="112674"/>
                  </a:lnTo>
                  <a:lnTo>
                    <a:pt x="1506" y="127602"/>
                  </a:lnTo>
                  <a:lnTo>
                    <a:pt x="892" y="138944"/>
                  </a:lnTo>
                  <a:lnTo>
                    <a:pt x="278" y="148133"/>
                  </a:lnTo>
                  <a:lnTo>
                    <a:pt x="0" y="156604"/>
                  </a:lnTo>
                  <a:lnTo>
                    <a:pt x="22949" y="156604"/>
                  </a:lnTo>
                  <a:lnTo>
                    <a:pt x="24734" y="154695"/>
                  </a:lnTo>
                  <a:lnTo>
                    <a:pt x="23702" y="145777"/>
                  </a:lnTo>
                  <a:lnTo>
                    <a:pt x="23172" y="136319"/>
                  </a:lnTo>
                  <a:lnTo>
                    <a:pt x="23051" y="127602"/>
                  </a:lnTo>
                  <a:lnTo>
                    <a:pt x="23172" y="68986"/>
                  </a:lnTo>
                  <a:lnTo>
                    <a:pt x="23702" y="59290"/>
                  </a:lnTo>
                  <a:lnTo>
                    <a:pt x="24734" y="51565"/>
                  </a:lnTo>
                  <a:lnTo>
                    <a:pt x="22949" y="49656"/>
                  </a:lnTo>
                  <a:close/>
                </a:path>
                <a:path w="24764" h="156845">
                  <a:moveTo>
                    <a:pt x="22949" y="0"/>
                  </a:moveTo>
                  <a:lnTo>
                    <a:pt x="13259" y="1908"/>
                  </a:lnTo>
                  <a:lnTo>
                    <a:pt x="1784" y="1908"/>
                  </a:lnTo>
                  <a:lnTo>
                    <a:pt x="0" y="3817"/>
                  </a:lnTo>
                  <a:lnTo>
                    <a:pt x="0" y="22906"/>
                  </a:lnTo>
                  <a:lnTo>
                    <a:pt x="22949" y="22906"/>
                  </a:lnTo>
                  <a:lnTo>
                    <a:pt x="24734" y="20997"/>
                  </a:lnTo>
                  <a:lnTo>
                    <a:pt x="24734" y="1908"/>
                  </a:lnTo>
                  <a:lnTo>
                    <a:pt x="22949" y="0"/>
                  </a:lnTo>
                  <a:close/>
                </a:path>
              </a:pathLst>
            </a:custGeom>
            <a:solidFill>
              <a:srgbClr val="000000"/>
            </a:solidFill>
          </p:spPr>
          <p:txBody>
            <a:bodyPr wrap="square" lIns="0" tIns="0" rIns="0" bIns="0" rtlCol="0"/>
            <a:lstStyle/>
            <a:p>
              <a:endParaRPr/>
            </a:p>
          </p:txBody>
        </p:sp>
        <p:pic>
          <p:nvPicPr>
            <p:cNvPr id="91" name="object 91"/>
            <p:cNvPicPr/>
            <p:nvPr/>
          </p:nvPicPr>
          <p:blipFill>
            <a:blip r:embed="rId75" cstate="print"/>
            <a:stretch>
              <a:fillRect/>
            </a:stretch>
          </p:blipFill>
          <p:spPr>
            <a:xfrm>
              <a:off x="5441155" y="4244354"/>
              <a:ext cx="204757" cy="211987"/>
            </a:xfrm>
            <a:prstGeom prst="rect">
              <a:avLst/>
            </a:prstGeom>
          </p:spPr>
        </p:pic>
        <p:pic>
          <p:nvPicPr>
            <p:cNvPr id="92" name="object 92"/>
            <p:cNvPicPr/>
            <p:nvPr/>
          </p:nvPicPr>
          <p:blipFill>
            <a:blip r:embed="rId76" cstate="print"/>
            <a:stretch>
              <a:fillRect/>
            </a:stretch>
          </p:blipFill>
          <p:spPr>
            <a:xfrm>
              <a:off x="5728020" y="4297828"/>
              <a:ext cx="84401" cy="108856"/>
            </a:xfrm>
            <a:prstGeom prst="rect">
              <a:avLst/>
            </a:prstGeom>
          </p:spPr>
        </p:pic>
        <p:pic>
          <p:nvPicPr>
            <p:cNvPr id="93" name="object 93"/>
            <p:cNvPicPr/>
            <p:nvPr/>
          </p:nvPicPr>
          <p:blipFill>
            <a:blip r:embed="rId77" cstate="print"/>
            <a:stretch>
              <a:fillRect/>
            </a:stretch>
          </p:blipFill>
          <p:spPr>
            <a:xfrm>
              <a:off x="5839195" y="4297828"/>
              <a:ext cx="91796" cy="106948"/>
            </a:xfrm>
            <a:prstGeom prst="rect">
              <a:avLst/>
            </a:prstGeom>
          </p:spPr>
        </p:pic>
        <p:pic>
          <p:nvPicPr>
            <p:cNvPr id="94" name="object 94"/>
            <p:cNvPicPr/>
            <p:nvPr/>
          </p:nvPicPr>
          <p:blipFill>
            <a:blip r:embed="rId78" cstate="print"/>
            <a:stretch>
              <a:fillRect/>
            </a:stretch>
          </p:blipFill>
          <p:spPr>
            <a:xfrm>
              <a:off x="5953941" y="4244354"/>
              <a:ext cx="95621" cy="162330"/>
            </a:xfrm>
            <a:prstGeom prst="rect">
              <a:avLst/>
            </a:prstGeom>
          </p:spPr>
        </p:pic>
        <p:pic>
          <p:nvPicPr>
            <p:cNvPr id="95" name="object 95"/>
            <p:cNvPicPr/>
            <p:nvPr/>
          </p:nvPicPr>
          <p:blipFill>
            <a:blip r:embed="rId79" cstate="print"/>
            <a:stretch>
              <a:fillRect/>
            </a:stretch>
          </p:blipFill>
          <p:spPr>
            <a:xfrm>
              <a:off x="6124019" y="4269170"/>
              <a:ext cx="172373" cy="137515"/>
            </a:xfrm>
            <a:prstGeom prst="rect">
              <a:avLst/>
            </a:prstGeom>
          </p:spPr>
        </p:pic>
        <p:pic>
          <p:nvPicPr>
            <p:cNvPr id="96" name="object 96"/>
            <p:cNvPicPr/>
            <p:nvPr/>
          </p:nvPicPr>
          <p:blipFill>
            <a:blip r:embed="rId80" cstate="print"/>
            <a:stretch>
              <a:fillRect/>
            </a:stretch>
          </p:blipFill>
          <p:spPr>
            <a:xfrm>
              <a:off x="6315603" y="4297828"/>
              <a:ext cx="99360" cy="108856"/>
            </a:xfrm>
            <a:prstGeom prst="rect">
              <a:avLst/>
            </a:prstGeom>
          </p:spPr>
        </p:pic>
        <p:sp>
          <p:nvSpPr>
            <p:cNvPr id="97" name="object 97"/>
            <p:cNvSpPr/>
            <p:nvPr/>
          </p:nvSpPr>
          <p:spPr>
            <a:xfrm>
              <a:off x="6497070" y="4244354"/>
              <a:ext cx="25400" cy="160655"/>
            </a:xfrm>
            <a:custGeom>
              <a:avLst/>
              <a:gdLst/>
              <a:ahLst/>
              <a:cxnLst/>
              <a:rect l="l" t="t" r="r" b="b"/>
              <a:pathLst>
                <a:path w="25400" h="160654">
                  <a:moveTo>
                    <a:pt x="24989" y="0"/>
                  </a:moveTo>
                  <a:lnTo>
                    <a:pt x="22949" y="0"/>
                  </a:lnTo>
                  <a:lnTo>
                    <a:pt x="13514" y="1908"/>
                  </a:lnTo>
                  <a:lnTo>
                    <a:pt x="11474" y="1908"/>
                  </a:lnTo>
                  <a:lnTo>
                    <a:pt x="2039" y="3817"/>
                  </a:lnTo>
                  <a:lnTo>
                    <a:pt x="0" y="3817"/>
                  </a:lnTo>
                  <a:lnTo>
                    <a:pt x="1179" y="24472"/>
                  </a:lnTo>
                  <a:lnTo>
                    <a:pt x="1784" y="45838"/>
                  </a:lnTo>
                  <a:lnTo>
                    <a:pt x="1934" y="60151"/>
                  </a:lnTo>
                  <a:lnTo>
                    <a:pt x="2039" y="160422"/>
                  </a:lnTo>
                  <a:lnTo>
                    <a:pt x="24989" y="160422"/>
                  </a:lnTo>
                  <a:lnTo>
                    <a:pt x="24989" y="158513"/>
                  </a:lnTo>
                  <a:lnTo>
                    <a:pt x="24670" y="144401"/>
                  </a:lnTo>
                  <a:lnTo>
                    <a:pt x="23969" y="128671"/>
                  </a:lnTo>
                  <a:lnTo>
                    <a:pt x="23267" y="108283"/>
                  </a:lnTo>
                  <a:lnTo>
                    <a:pt x="23036" y="87859"/>
                  </a:lnTo>
                  <a:lnTo>
                    <a:pt x="22981" y="60151"/>
                  </a:lnTo>
                  <a:lnTo>
                    <a:pt x="23204" y="40099"/>
                  </a:lnTo>
                  <a:lnTo>
                    <a:pt x="23809" y="20047"/>
                  </a:lnTo>
                  <a:lnTo>
                    <a:pt x="24989" y="0"/>
                  </a:lnTo>
                  <a:close/>
                </a:path>
              </a:pathLst>
            </a:custGeom>
            <a:solidFill>
              <a:srgbClr val="000000"/>
            </a:solidFill>
          </p:spPr>
          <p:txBody>
            <a:bodyPr wrap="square" lIns="0" tIns="0" rIns="0" bIns="0" rtlCol="0"/>
            <a:lstStyle/>
            <a:p>
              <a:endParaRPr/>
            </a:p>
          </p:txBody>
        </p:sp>
        <p:pic>
          <p:nvPicPr>
            <p:cNvPr id="98" name="object 98"/>
            <p:cNvPicPr/>
            <p:nvPr/>
          </p:nvPicPr>
          <p:blipFill>
            <a:blip r:embed="rId81" cstate="print"/>
            <a:stretch>
              <a:fillRect/>
            </a:stretch>
          </p:blipFill>
          <p:spPr>
            <a:xfrm>
              <a:off x="6545094" y="4297828"/>
              <a:ext cx="298253" cy="108856"/>
            </a:xfrm>
            <a:prstGeom prst="rect">
              <a:avLst/>
            </a:prstGeom>
          </p:spPr>
        </p:pic>
        <p:pic>
          <p:nvPicPr>
            <p:cNvPr id="99" name="object 99"/>
            <p:cNvPicPr/>
            <p:nvPr/>
          </p:nvPicPr>
          <p:blipFill>
            <a:blip r:embed="rId82" cstate="print"/>
            <a:stretch>
              <a:fillRect/>
            </a:stretch>
          </p:blipFill>
          <p:spPr>
            <a:xfrm>
              <a:off x="968793" y="4509816"/>
              <a:ext cx="93744" cy="139424"/>
            </a:xfrm>
            <a:prstGeom prst="rect">
              <a:avLst/>
            </a:prstGeom>
          </p:spPr>
        </p:pic>
        <p:sp>
          <p:nvSpPr>
            <p:cNvPr id="100" name="object 100"/>
            <p:cNvSpPr/>
            <p:nvPr/>
          </p:nvSpPr>
          <p:spPr>
            <a:xfrm>
              <a:off x="1087399" y="4622490"/>
              <a:ext cx="25400" cy="25400"/>
            </a:xfrm>
            <a:custGeom>
              <a:avLst/>
              <a:gdLst/>
              <a:ahLst/>
              <a:cxnLst/>
              <a:rect l="l" t="t" r="r" b="b"/>
              <a:pathLst>
                <a:path w="25400" h="25400">
                  <a:moveTo>
                    <a:pt x="22949" y="0"/>
                  </a:moveTo>
                  <a:lnTo>
                    <a:pt x="1912" y="0"/>
                  </a:lnTo>
                  <a:lnTo>
                    <a:pt x="0" y="1908"/>
                  </a:lnTo>
                  <a:lnTo>
                    <a:pt x="0" y="22906"/>
                  </a:lnTo>
                  <a:lnTo>
                    <a:pt x="1912" y="24815"/>
                  </a:lnTo>
                  <a:lnTo>
                    <a:pt x="24861" y="24815"/>
                  </a:lnTo>
                  <a:lnTo>
                    <a:pt x="24861" y="1908"/>
                  </a:lnTo>
                  <a:lnTo>
                    <a:pt x="22949" y="0"/>
                  </a:lnTo>
                  <a:close/>
                </a:path>
              </a:pathLst>
            </a:custGeom>
            <a:solidFill>
              <a:srgbClr val="000000"/>
            </a:solidFill>
          </p:spPr>
          <p:txBody>
            <a:bodyPr wrap="square" lIns="0" tIns="0" rIns="0" bIns="0" rtlCol="0"/>
            <a:lstStyle/>
            <a:p>
              <a:endParaRPr/>
            </a:p>
          </p:txBody>
        </p:sp>
        <p:pic>
          <p:nvPicPr>
            <p:cNvPr id="101" name="object 101"/>
            <p:cNvPicPr/>
            <p:nvPr/>
          </p:nvPicPr>
          <p:blipFill>
            <a:blip r:embed="rId83" cstate="print"/>
            <a:stretch>
              <a:fillRect/>
            </a:stretch>
          </p:blipFill>
          <p:spPr>
            <a:xfrm>
              <a:off x="1301642" y="4504089"/>
              <a:ext cx="348163" cy="145151"/>
            </a:xfrm>
            <a:prstGeom prst="rect">
              <a:avLst/>
            </a:prstGeom>
          </p:spPr>
        </p:pic>
        <p:pic>
          <p:nvPicPr>
            <p:cNvPr id="102" name="object 102"/>
            <p:cNvPicPr/>
            <p:nvPr/>
          </p:nvPicPr>
          <p:blipFill>
            <a:blip r:embed="rId84" cstate="print"/>
            <a:stretch>
              <a:fillRect/>
            </a:stretch>
          </p:blipFill>
          <p:spPr>
            <a:xfrm>
              <a:off x="1712916" y="4488818"/>
              <a:ext cx="166432" cy="160422"/>
            </a:xfrm>
            <a:prstGeom prst="rect">
              <a:avLst/>
            </a:prstGeom>
          </p:spPr>
        </p:pic>
        <p:sp>
          <p:nvSpPr>
            <p:cNvPr id="103" name="object 103"/>
            <p:cNvSpPr/>
            <p:nvPr/>
          </p:nvSpPr>
          <p:spPr>
            <a:xfrm>
              <a:off x="1902297" y="4538449"/>
              <a:ext cx="53975" cy="109220"/>
            </a:xfrm>
            <a:custGeom>
              <a:avLst/>
              <a:gdLst/>
              <a:ahLst/>
              <a:cxnLst/>
              <a:rect l="l" t="t" r="r" b="b"/>
              <a:pathLst>
                <a:path w="53975" h="109220">
                  <a:moveTo>
                    <a:pt x="22949" y="1908"/>
                  </a:moveTo>
                  <a:lnTo>
                    <a:pt x="13386" y="3843"/>
                  </a:lnTo>
                  <a:lnTo>
                    <a:pt x="9562" y="3843"/>
                  </a:lnTo>
                  <a:lnTo>
                    <a:pt x="1912" y="5752"/>
                  </a:lnTo>
                  <a:lnTo>
                    <a:pt x="0" y="7660"/>
                  </a:lnTo>
                  <a:lnTo>
                    <a:pt x="1105" y="15982"/>
                  </a:lnTo>
                  <a:lnTo>
                    <a:pt x="1630" y="24840"/>
                  </a:lnTo>
                  <a:lnTo>
                    <a:pt x="1741" y="29971"/>
                  </a:lnTo>
                  <a:lnTo>
                    <a:pt x="1854" y="37251"/>
                  </a:lnTo>
                  <a:lnTo>
                    <a:pt x="1912" y="108856"/>
                  </a:lnTo>
                  <a:lnTo>
                    <a:pt x="24861" y="108856"/>
                  </a:lnTo>
                  <a:lnTo>
                    <a:pt x="24981" y="47400"/>
                  </a:lnTo>
                  <a:lnTo>
                    <a:pt x="25817" y="37251"/>
                  </a:lnTo>
                  <a:lnTo>
                    <a:pt x="28088" y="29971"/>
                  </a:lnTo>
                  <a:lnTo>
                    <a:pt x="32511" y="24840"/>
                  </a:lnTo>
                  <a:lnTo>
                    <a:pt x="34423" y="24840"/>
                  </a:lnTo>
                  <a:lnTo>
                    <a:pt x="36336" y="22931"/>
                  </a:lnTo>
                  <a:lnTo>
                    <a:pt x="49748" y="22931"/>
                  </a:lnTo>
                  <a:lnTo>
                    <a:pt x="50226" y="21023"/>
                  </a:lnTo>
                  <a:lnTo>
                    <a:pt x="22949" y="21023"/>
                  </a:lnTo>
                  <a:lnTo>
                    <a:pt x="24861" y="3843"/>
                  </a:lnTo>
                  <a:lnTo>
                    <a:pt x="22949" y="1908"/>
                  </a:lnTo>
                  <a:close/>
                </a:path>
                <a:path w="53975" h="109220">
                  <a:moveTo>
                    <a:pt x="49748" y="22931"/>
                  </a:moveTo>
                  <a:lnTo>
                    <a:pt x="45923" y="22931"/>
                  </a:lnTo>
                  <a:lnTo>
                    <a:pt x="49748" y="24840"/>
                  </a:lnTo>
                  <a:lnTo>
                    <a:pt x="49748" y="22931"/>
                  </a:lnTo>
                  <a:close/>
                </a:path>
                <a:path w="53975" h="109220">
                  <a:moveTo>
                    <a:pt x="49748" y="0"/>
                  </a:moveTo>
                  <a:lnTo>
                    <a:pt x="47836" y="0"/>
                  </a:lnTo>
                  <a:lnTo>
                    <a:pt x="36944" y="2211"/>
                  </a:lnTo>
                  <a:lnTo>
                    <a:pt x="29637" y="7660"/>
                  </a:lnTo>
                  <a:lnTo>
                    <a:pt x="25220" y="14517"/>
                  </a:lnTo>
                  <a:lnTo>
                    <a:pt x="22949" y="21023"/>
                  </a:lnTo>
                  <a:lnTo>
                    <a:pt x="50226" y="21023"/>
                  </a:lnTo>
                  <a:lnTo>
                    <a:pt x="51661" y="15296"/>
                  </a:lnTo>
                  <a:lnTo>
                    <a:pt x="51661" y="13387"/>
                  </a:lnTo>
                  <a:lnTo>
                    <a:pt x="53573" y="1908"/>
                  </a:lnTo>
                  <a:lnTo>
                    <a:pt x="51661" y="1908"/>
                  </a:lnTo>
                  <a:lnTo>
                    <a:pt x="49748" y="0"/>
                  </a:lnTo>
                  <a:close/>
                </a:path>
              </a:pathLst>
            </a:custGeom>
            <a:solidFill>
              <a:srgbClr val="000000"/>
            </a:solidFill>
          </p:spPr>
          <p:txBody>
            <a:bodyPr wrap="square" lIns="0" tIns="0" rIns="0" bIns="0" rtlCol="0"/>
            <a:lstStyle/>
            <a:p>
              <a:endParaRPr/>
            </a:p>
          </p:txBody>
        </p:sp>
        <p:pic>
          <p:nvPicPr>
            <p:cNvPr id="104" name="object 104"/>
            <p:cNvPicPr/>
            <p:nvPr/>
          </p:nvPicPr>
          <p:blipFill>
            <a:blip r:embed="rId85" cstate="print"/>
            <a:stretch>
              <a:fillRect/>
            </a:stretch>
          </p:blipFill>
          <p:spPr>
            <a:xfrm>
              <a:off x="2636848" y="4484975"/>
              <a:ext cx="267816" cy="162331"/>
            </a:xfrm>
            <a:prstGeom prst="rect">
              <a:avLst/>
            </a:prstGeom>
          </p:spPr>
        </p:pic>
        <p:pic>
          <p:nvPicPr>
            <p:cNvPr id="105" name="object 105"/>
            <p:cNvPicPr/>
            <p:nvPr/>
          </p:nvPicPr>
          <p:blipFill>
            <a:blip r:embed="rId86" cstate="print"/>
            <a:stretch>
              <a:fillRect/>
            </a:stretch>
          </p:blipFill>
          <p:spPr>
            <a:xfrm>
              <a:off x="2030455" y="4248172"/>
              <a:ext cx="541370" cy="691344"/>
            </a:xfrm>
            <a:prstGeom prst="rect">
              <a:avLst/>
            </a:prstGeom>
          </p:spPr>
        </p:pic>
        <p:pic>
          <p:nvPicPr>
            <p:cNvPr id="106" name="object 106"/>
            <p:cNvPicPr/>
            <p:nvPr/>
          </p:nvPicPr>
          <p:blipFill>
            <a:blip r:embed="rId87" cstate="print"/>
            <a:stretch>
              <a:fillRect/>
            </a:stretch>
          </p:blipFill>
          <p:spPr>
            <a:xfrm>
              <a:off x="2927613" y="4538449"/>
              <a:ext cx="93734" cy="110791"/>
            </a:xfrm>
            <a:prstGeom prst="rect">
              <a:avLst/>
            </a:prstGeom>
          </p:spPr>
        </p:pic>
        <p:pic>
          <p:nvPicPr>
            <p:cNvPr id="107" name="object 107"/>
            <p:cNvPicPr/>
            <p:nvPr/>
          </p:nvPicPr>
          <p:blipFill>
            <a:blip r:embed="rId88" cstate="print"/>
            <a:stretch>
              <a:fillRect/>
            </a:stretch>
          </p:blipFill>
          <p:spPr>
            <a:xfrm>
              <a:off x="3042410" y="4538449"/>
              <a:ext cx="156844" cy="110791"/>
            </a:xfrm>
            <a:prstGeom prst="rect">
              <a:avLst/>
            </a:prstGeom>
          </p:spPr>
        </p:pic>
        <p:pic>
          <p:nvPicPr>
            <p:cNvPr id="108" name="object 108"/>
            <p:cNvPicPr/>
            <p:nvPr/>
          </p:nvPicPr>
          <p:blipFill>
            <a:blip r:embed="rId89" cstate="print"/>
            <a:stretch>
              <a:fillRect/>
            </a:stretch>
          </p:blipFill>
          <p:spPr>
            <a:xfrm>
              <a:off x="3268128" y="4484975"/>
              <a:ext cx="168293" cy="162331"/>
            </a:xfrm>
            <a:prstGeom prst="rect">
              <a:avLst/>
            </a:prstGeom>
          </p:spPr>
        </p:pic>
        <p:pic>
          <p:nvPicPr>
            <p:cNvPr id="109" name="object 109"/>
            <p:cNvPicPr/>
            <p:nvPr/>
          </p:nvPicPr>
          <p:blipFill>
            <a:blip r:embed="rId90" cstate="print"/>
            <a:stretch>
              <a:fillRect/>
            </a:stretch>
          </p:blipFill>
          <p:spPr>
            <a:xfrm>
              <a:off x="3459370" y="4538449"/>
              <a:ext cx="93836" cy="110791"/>
            </a:xfrm>
            <a:prstGeom prst="rect">
              <a:avLst/>
            </a:prstGeom>
          </p:spPr>
        </p:pic>
        <p:pic>
          <p:nvPicPr>
            <p:cNvPr id="110" name="object 110"/>
            <p:cNvPicPr/>
            <p:nvPr/>
          </p:nvPicPr>
          <p:blipFill>
            <a:blip r:embed="rId91" cstate="print"/>
            <a:stretch>
              <a:fillRect/>
            </a:stretch>
          </p:blipFill>
          <p:spPr>
            <a:xfrm>
              <a:off x="4214907" y="4484975"/>
              <a:ext cx="97661" cy="164265"/>
            </a:xfrm>
            <a:prstGeom prst="rect">
              <a:avLst/>
            </a:prstGeom>
          </p:spPr>
        </p:pic>
        <p:pic>
          <p:nvPicPr>
            <p:cNvPr id="111" name="object 111"/>
            <p:cNvPicPr/>
            <p:nvPr/>
          </p:nvPicPr>
          <p:blipFill>
            <a:blip r:embed="rId92" cstate="print"/>
            <a:stretch>
              <a:fillRect/>
            </a:stretch>
          </p:blipFill>
          <p:spPr>
            <a:xfrm>
              <a:off x="4333852" y="4538449"/>
              <a:ext cx="302043" cy="110791"/>
            </a:xfrm>
            <a:prstGeom prst="rect">
              <a:avLst/>
            </a:prstGeom>
          </p:spPr>
        </p:pic>
        <p:pic>
          <p:nvPicPr>
            <p:cNvPr id="112" name="object 112"/>
            <p:cNvPicPr/>
            <p:nvPr/>
          </p:nvPicPr>
          <p:blipFill>
            <a:blip r:embed="rId93" cstate="print"/>
            <a:stretch>
              <a:fillRect/>
            </a:stretch>
          </p:blipFill>
          <p:spPr>
            <a:xfrm>
              <a:off x="4708568" y="4492636"/>
              <a:ext cx="78537" cy="80198"/>
            </a:xfrm>
            <a:prstGeom prst="rect">
              <a:avLst/>
            </a:prstGeom>
          </p:spPr>
        </p:pic>
        <p:pic>
          <p:nvPicPr>
            <p:cNvPr id="113" name="object 113"/>
            <p:cNvPicPr/>
            <p:nvPr/>
          </p:nvPicPr>
          <p:blipFill>
            <a:blip r:embed="rId94" cstate="print"/>
            <a:stretch>
              <a:fillRect/>
            </a:stretch>
          </p:blipFill>
          <p:spPr>
            <a:xfrm>
              <a:off x="3273865" y="4244354"/>
              <a:ext cx="1010144" cy="695162"/>
            </a:xfrm>
            <a:prstGeom prst="rect">
              <a:avLst/>
            </a:prstGeom>
          </p:spPr>
        </p:pic>
        <p:sp>
          <p:nvSpPr>
            <p:cNvPr id="114" name="object 114"/>
            <p:cNvSpPr/>
            <p:nvPr/>
          </p:nvSpPr>
          <p:spPr>
            <a:xfrm>
              <a:off x="5818031" y="4490727"/>
              <a:ext cx="25400" cy="156845"/>
            </a:xfrm>
            <a:custGeom>
              <a:avLst/>
              <a:gdLst/>
              <a:ahLst/>
              <a:cxnLst/>
              <a:rect l="l" t="t" r="r" b="b"/>
              <a:pathLst>
                <a:path w="25400" h="156845">
                  <a:moveTo>
                    <a:pt x="22949" y="49630"/>
                  </a:moveTo>
                  <a:lnTo>
                    <a:pt x="11474" y="51565"/>
                  </a:lnTo>
                  <a:lnTo>
                    <a:pt x="9689" y="51565"/>
                  </a:lnTo>
                  <a:lnTo>
                    <a:pt x="0" y="53474"/>
                  </a:lnTo>
                  <a:lnTo>
                    <a:pt x="0" y="55382"/>
                  </a:lnTo>
                  <a:lnTo>
                    <a:pt x="318" y="63794"/>
                  </a:lnTo>
                  <a:lnTo>
                    <a:pt x="1019" y="73997"/>
                  </a:lnTo>
                  <a:lnTo>
                    <a:pt x="1721" y="89216"/>
                  </a:lnTo>
                  <a:lnTo>
                    <a:pt x="2039" y="112674"/>
                  </a:lnTo>
                  <a:lnTo>
                    <a:pt x="1721" y="127557"/>
                  </a:lnTo>
                  <a:lnTo>
                    <a:pt x="1019" y="138683"/>
                  </a:lnTo>
                  <a:lnTo>
                    <a:pt x="318" y="147302"/>
                  </a:lnTo>
                  <a:lnTo>
                    <a:pt x="0" y="154670"/>
                  </a:lnTo>
                  <a:lnTo>
                    <a:pt x="2039" y="156578"/>
                  </a:lnTo>
                  <a:lnTo>
                    <a:pt x="22949" y="156578"/>
                  </a:lnTo>
                  <a:lnTo>
                    <a:pt x="24989" y="154670"/>
                  </a:lnTo>
                  <a:lnTo>
                    <a:pt x="23809" y="145483"/>
                  </a:lnTo>
                  <a:lnTo>
                    <a:pt x="23204" y="135578"/>
                  </a:lnTo>
                  <a:lnTo>
                    <a:pt x="23078" y="127557"/>
                  </a:lnTo>
                  <a:lnTo>
                    <a:pt x="22968" y="112674"/>
                  </a:lnTo>
                  <a:lnTo>
                    <a:pt x="22981" y="81898"/>
                  </a:lnTo>
                  <a:lnTo>
                    <a:pt x="23204" y="68983"/>
                  </a:lnTo>
                  <a:lnTo>
                    <a:pt x="23809" y="59290"/>
                  </a:lnTo>
                  <a:lnTo>
                    <a:pt x="24989" y="51565"/>
                  </a:lnTo>
                  <a:lnTo>
                    <a:pt x="22949" y="49630"/>
                  </a:lnTo>
                  <a:close/>
                </a:path>
                <a:path w="25400" h="156845">
                  <a:moveTo>
                    <a:pt x="24989" y="0"/>
                  </a:moveTo>
                  <a:lnTo>
                    <a:pt x="11474" y="0"/>
                  </a:lnTo>
                  <a:lnTo>
                    <a:pt x="0" y="1908"/>
                  </a:lnTo>
                  <a:lnTo>
                    <a:pt x="0" y="22906"/>
                  </a:lnTo>
                  <a:lnTo>
                    <a:pt x="11474" y="22906"/>
                  </a:lnTo>
                  <a:lnTo>
                    <a:pt x="13514" y="20997"/>
                  </a:lnTo>
                  <a:lnTo>
                    <a:pt x="24989" y="20997"/>
                  </a:lnTo>
                  <a:lnTo>
                    <a:pt x="24989" y="0"/>
                  </a:lnTo>
                  <a:close/>
                </a:path>
              </a:pathLst>
            </a:custGeom>
            <a:solidFill>
              <a:srgbClr val="000000"/>
            </a:solidFill>
          </p:spPr>
          <p:txBody>
            <a:bodyPr wrap="square" lIns="0" tIns="0" rIns="0" bIns="0" rtlCol="0"/>
            <a:lstStyle/>
            <a:p>
              <a:endParaRPr/>
            </a:p>
          </p:txBody>
        </p:sp>
        <p:pic>
          <p:nvPicPr>
            <p:cNvPr id="115" name="object 115"/>
            <p:cNvPicPr/>
            <p:nvPr/>
          </p:nvPicPr>
          <p:blipFill>
            <a:blip r:embed="rId95" cstate="print"/>
            <a:stretch>
              <a:fillRect/>
            </a:stretch>
          </p:blipFill>
          <p:spPr>
            <a:xfrm>
              <a:off x="5862144" y="4538449"/>
              <a:ext cx="76497" cy="110791"/>
            </a:xfrm>
            <a:prstGeom prst="rect">
              <a:avLst/>
            </a:prstGeom>
          </p:spPr>
        </p:pic>
        <p:pic>
          <p:nvPicPr>
            <p:cNvPr id="116" name="object 116"/>
            <p:cNvPicPr/>
            <p:nvPr/>
          </p:nvPicPr>
          <p:blipFill>
            <a:blip r:embed="rId96" cstate="print"/>
            <a:stretch>
              <a:fillRect/>
            </a:stretch>
          </p:blipFill>
          <p:spPr>
            <a:xfrm>
              <a:off x="6005449" y="4509816"/>
              <a:ext cx="172118" cy="139424"/>
            </a:xfrm>
            <a:prstGeom prst="rect">
              <a:avLst/>
            </a:prstGeom>
          </p:spPr>
        </p:pic>
        <p:pic>
          <p:nvPicPr>
            <p:cNvPr id="117" name="object 117"/>
            <p:cNvPicPr/>
            <p:nvPr/>
          </p:nvPicPr>
          <p:blipFill>
            <a:blip r:embed="rId97" cstate="print"/>
            <a:stretch>
              <a:fillRect/>
            </a:stretch>
          </p:blipFill>
          <p:spPr>
            <a:xfrm>
              <a:off x="6196811" y="4538449"/>
              <a:ext cx="99582" cy="110791"/>
            </a:xfrm>
            <a:prstGeom prst="rect">
              <a:avLst/>
            </a:prstGeom>
          </p:spPr>
        </p:pic>
        <p:pic>
          <p:nvPicPr>
            <p:cNvPr id="118" name="object 118"/>
            <p:cNvPicPr/>
            <p:nvPr/>
          </p:nvPicPr>
          <p:blipFill>
            <a:blip r:embed="rId98" cstate="print"/>
            <a:stretch>
              <a:fillRect/>
            </a:stretch>
          </p:blipFill>
          <p:spPr>
            <a:xfrm>
              <a:off x="6828048" y="4538449"/>
              <a:ext cx="86186" cy="110791"/>
            </a:xfrm>
            <a:prstGeom prst="rect">
              <a:avLst/>
            </a:prstGeom>
          </p:spPr>
        </p:pic>
        <p:pic>
          <p:nvPicPr>
            <p:cNvPr id="119" name="object 119"/>
            <p:cNvPicPr/>
            <p:nvPr/>
          </p:nvPicPr>
          <p:blipFill>
            <a:blip r:embed="rId99" cstate="print"/>
            <a:stretch>
              <a:fillRect/>
            </a:stretch>
          </p:blipFill>
          <p:spPr>
            <a:xfrm>
              <a:off x="6938969" y="4540357"/>
              <a:ext cx="93836" cy="106948"/>
            </a:xfrm>
            <a:prstGeom prst="rect">
              <a:avLst/>
            </a:prstGeom>
          </p:spPr>
        </p:pic>
        <p:pic>
          <p:nvPicPr>
            <p:cNvPr id="120" name="object 120"/>
            <p:cNvPicPr/>
            <p:nvPr/>
          </p:nvPicPr>
          <p:blipFill>
            <a:blip r:embed="rId100" cstate="print"/>
            <a:stretch>
              <a:fillRect/>
            </a:stretch>
          </p:blipFill>
          <p:spPr>
            <a:xfrm>
              <a:off x="4853913" y="4488818"/>
              <a:ext cx="954683" cy="402951"/>
            </a:xfrm>
            <a:prstGeom prst="rect">
              <a:avLst/>
            </a:prstGeom>
          </p:spPr>
        </p:pic>
        <p:pic>
          <p:nvPicPr>
            <p:cNvPr id="121" name="object 121"/>
            <p:cNvPicPr/>
            <p:nvPr/>
          </p:nvPicPr>
          <p:blipFill>
            <a:blip r:embed="rId101" cstate="print"/>
            <a:stretch>
              <a:fillRect/>
            </a:stretch>
          </p:blipFill>
          <p:spPr>
            <a:xfrm>
              <a:off x="7053714" y="4484975"/>
              <a:ext cx="97661" cy="164265"/>
            </a:xfrm>
            <a:prstGeom prst="rect">
              <a:avLst/>
            </a:prstGeom>
          </p:spPr>
        </p:pic>
        <p:pic>
          <p:nvPicPr>
            <p:cNvPr id="122" name="object 122"/>
            <p:cNvPicPr/>
            <p:nvPr/>
          </p:nvPicPr>
          <p:blipFill>
            <a:blip r:embed="rId102" cstate="print"/>
            <a:stretch>
              <a:fillRect/>
            </a:stretch>
          </p:blipFill>
          <p:spPr>
            <a:xfrm>
              <a:off x="7225833" y="4509816"/>
              <a:ext cx="290944" cy="139424"/>
            </a:xfrm>
            <a:prstGeom prst="rect">
              <a:avLst/>
            </a:prstGeom>
          </p:spPr>
        </p:pic>
        <p:sp>
          <p:nvSpPr>
            <p:cNvPr id="123" name="object 123"/>
            <p:cNvSpPr/>
            <p:nvPr/>
          </p:nvSpPr>
          <p:spPr>
            <a:xfrm>
              <a:off x="7598884" y="4484975"/>
              <a:ext cx="25400" cy="162560"/>
            </a:xfrm>
            <a:custGeom>
              <a:avLst/>
              <a:gdLst/>
              <a:ahLst/>
              <a:cxnLst/>
              <a:rect l="l" t="t" r="r" b="b"/>
              <a:pathLst>
                <a:path w="25400" h="162560">
                  <a:moveTo>
                    <a:pt x="22949" y="0"/>
                  </a:moveTo>
                  <a:lnTo>
                    <a:pt x="13514" y="1908"/>
                  </a:lnTo>
                  <a:lnTo>
                    <a:pt x="11474" y="3843"/>
                  </a:lnTo>
                  <a:lnTo>
                    <a:pt x="0" y="3843"/>
                  </a:lnTo>
                  <a:lnTo>
                    <a:pt x="1179" y="26127"/>
                  </a:lnTo>
                  <a:lnTo>
                    <a:pt x="1784" y="47044"/>
                  </a:lnTo>
                  <a:lnTo>
                    <a:pt x="2008" y="115045"/>
                  </a:lnTo>
                  <a:lnTo>
                    <a:pt x="1784" y="134410"/>
                  </a:lnTo>
                  <a:lnTo>
                    <a:pt x="1179" y="149117"/>
                  </a:lnTo>
                  <a:lnTo>
                    <a:pt x="0" y="160422"/>
                  </a:lnTo>
                  <a:lnTo>
                    <a:pt x="2039" y="162330"/>
                  </a:lnTo>
                  <a:lnTo>
                    <a:pt x="22949" y="162330"/>
                  </a:lnTo>
                  <a:lnTo>
                    <a:pt x="24989" y="160422"/>
                  </a:lnTo>
                  <a:lnTo>
                    <a:pt x="23809" y="146313"/>
                  </a:lnTo>
                  <a:lnTo>
                    <a:pt x="23204" y="130592"/>
                  </a:lnTo>
                  <a:lnTo>
                    <a:pt x="22981" y="62074"/>
                  </a:lnTo>
                  <a:lnTo>
                    <a:pt x="23204" y="42020"/>
                  </a:lnTo>
                  <a:lnTo>
                    <a:pt x="23809" y="21967"/>
                  </a:lnTo>
                  <a:lnTo>
                    <a:pt x="24989" y="1908"/>
                  </a:lnTo>
                  <a:lnTo>
                    <a:pt x="22949" y="0"/>
                  </a:lnTo>
                  <a:close/>
                </a:path>
              </a:pathLst>
            </a:custGeom>
            <a:solidFill>
              <a:srgbClr val="000000"/>
            </a:solidFill>
          </p:spPr>
          <p:txBody>
            <a:bodyPr wrap="square" lIns="0" tIns="0" rIns="0" bIns="0" rtlCol="0"/>
            <a:lstStyle/>
            <a:p>
              <a:endParaRPr/>
            </a:p>
          </p:txBody>
        </p:sp>
        <p:pic>
          <p:nvPicPr>
            <p:cNvPr id="124" name="object 124"/>
            <p:cNvPicPr/>
            <p:nvPr/>
          </p:nvPicPr>
          <p:blipFill>
            <a:blip r:embed="rId103" cstate="print"/>
            <a:stretch>
              <a:fillRect/>
            </a:stretch>
          </p:blipFill>
          <p:spPr>
            <a:xfrm>
              <a:off x="7644782" y="4538449"/>
              <a:ext cx="300378" cy="110791"/>
            </a:xfrm>
            <a:prstGeom prst="rect">
              <a:avLst/>
            </a:prstGeom>
          </p:spPr>
        </p:pic>
        <p:sp>
          <p:nvSpPr>
            <p:cNvPr id="125" name="object 125"/>
            <p:cNvSpPr/>
            <p:nvPr/>
          </p:nvSpPr>
          <p:spPr>
            <a:xfrm>
              <a:off x="964958" y="4750447"/>
              <a:ext cx="147320" cy="139700"/>
            </a:xfrm>
            <a:custGeom>
              <a:avLst/>
              <a:gdLst/>
              <a:ahLst/>
              <a:cxnLst/>
              <a:rect l="l" t="t" r="r" b="b"/>
              <a:pathLst>
                <a:path w="147319" h="139700">
                  <a:moveTo>
                    <a:pt x="105219" y="87858"/>
                  </a:moveTo>
                  <a:lnTo>
                    <a:pt x="103314" y="85940"/>
                  </a:lnTo>
                  <a:lnTo>
                    <a:pt x="84175" y="85940"/>
                  </a:lnTo>
                  <a:lnTo>
                    <a:pt x="84226" y="47510"/>
                  </a:lnTo>
                  <a:lnTo>
                    <a:pt x="84416" y="33667"/>
                  </a:lnTo>
                  <a:lnTo>
                    <a:pt x="84975" y="19659"/>
                  </a:lnTo>
                  <a:lnTo>
                    <a:pt x="85369" y="13385"/>
                  </a:lnTo>
                  <a:lnTo>
                    <a:pt x="86080" y="1905"/>
                  </a:lnTo>
                  <a:lnTo>
                    <a:pt x="84175" y="0"/>
                  </a:lnTo>
                  <a:lnTo>
                    <a:pt x="76733" y="1104"/>
                  </a:lnTo>
                  <a:lnTo>
                    <a:pt x="70548" y="1663"/>
                  </a:lnTo>
                  <a:lnTo>
                    <a:pt x="65049" y="1854"/>
                  </a:lnTo>
                  <a:lnTo>
                    <a:pt x="65049" y="13385"/>
                  </a:lnTo>
                  <a:lnTo>
                    <a:pt x="65049" y="85940"/>
                  </a:lnTo>
                  <a:lnTo>
                    <a:pt x="21043" y="85940"/>
                  </a:lnTo>
                  <a:lnTo>
                    <a:pt x="65049" y="13385"/>
                  </a:lnTo>
                  <a:lnTo>
                    <a:pt x="65049" y="1854"/>
                  </a:lnTo>
                  <a:lnTo>
                    <a:pt x="63995" y="1879"/>
                  </a:lnTo>
                  <a:lnTo>
                    <a:pt x="55473" y="1905"/>
                  </a:lnTo>
                  <a:lnTo>
                    <a:pt x="53568" y="1905"/>
                  </a:lnTo>
                  <a:lnTo>
                    <a:pt x="40347" y="23901"/>
                  </a:lnTo>
                  <a:lnTo>
                    <a:pt x="25349" y="47510"/>
                  </a:lnTo>
                  <a:lnTo>
                    <a:pt x="11061" y="69329"/>
                  </a:lnTo>
                  <a:lnTo>
                    <a:pt x="0" y="85940"/>
                  </a:lnTo>
                  <a:lnTo>
                    <a:pt x="0" y="103124"/>
                  </a:lnTo>
                  <a:lnTo>
                    <a:pt x="65049" y="103124"/>
                  </a:lnTo>
                  <a:lnTo>
                    <a:pt x="64985" y="112801"/>
                  </a:lnTo>
                  <a:lnTo>
                    <a:pt x="64808" y="118897"/>
                  </a:lnTo>
                  <a:lnTo>
                    <a:pt x="64236" y="126771"/>
                  </a:lnTo>
                  <a:lnTo>
                    <a:pt x="63131" y="137515"/>
                  </a:lnTo>
                  <a:lnTo>
                    <a:pt x="65049" y="139420"/>
                  </a:lnTo>
                  <a:lnTo>
                    <a:pt x="84175" y="139420"/>
                  </a:lnTo>
                  <a:lnTo>
                    <a:pt x="86080" y="137515"/>
                  </a:lnTo>
                  <a:lnTo>
                    <a:pt x="84975" y="127850"/>
                  </a:lnTo>
                  <a:lnTo>
                    <a:pt x="84416" y="120332"/>
                  </a:lnTo>
                  <a:lnTo>
                    <a:pt x="84201" y="112801"/>
                  </a:lnTo>
                  <a:lnTo>
                    <a:pt x="84175" y="103124"/>
                  </a:lnTo>
                  <a:lnTo>
                    <a:pt x="101396" y="103124"/>
                  </a:lnTo>
                  <a:lnTo>
                    <a:pt x="103314" y="101219"/>
                  </a:lnTo>
                  <a:lnTo>
                    <a:pt x="103314" y="93586"/>
                  </a:lnTo>
                  <a:lnTo>
                    <a:pt x="105219" y="87858"/>
                  </a:lnTo>
                  <a:close/>
                </a:path>
                <a:path w="147319" h="139700">
                  <a:moveTo>
                    <a:pt x="147294" y="114604"/>
                  </a:moveTo>
                  <a:lnTo>
                    <a:pt x="124345" y="114604"/>
                  </a:lnTo>
                  <a:lnTo>
                    <a:pt x="122428" y="116509"/>
                  </a:lnTo>
                  <a:lnTo>
                    <a:pt x="122428" y="137515"/>
                  </a:lnTo>
                  <a:lnTo>
                    <a:pt x="124345" y="139420"/>
                  </a:lnTo>
                  <a:lnTo>
                    <a:pt x="135826" y="139420"/>
                  </a:lnTo>
                  <a:lnTo>
                    <a:pt x="147294" y="137515"/>
                  </a:lnTo>
                  <a:lnTo>
                    <a:pt x="147294" y="114604"/>
                  </a:lnTo>
                  <a:close/>
                </a:path>
              </a:pathLst>
            </a:custGeom>
            <a:solidFill>
              <a:srgbClr val="000000"/>
            </a:solidFill>
          </p:spPr>
          <p:txBody>
            <a:bodyPr wrap="square" lIns="0" tIns="0" rIns="0" bIns="0" rtlCol="0"/>
            <a:lstStyle/>
            <a:p>
              <a:endParaRPr/>
            </a:p>
          </p:txBody>
        </p:sp>
        <p:pic>
          <p:nvPicPr>
            <p:cNvPr id="126" name="object 126"/>
            <p:cNvPicPr/>
            <p:nvPr/>
          </p:nvPicPr>
          <p:blipFill>
            <a:blip r:embed="rId104" cstate="print"/>
            <a:stretch>
              <a:fillRect/>
            </a:stretch>
          </p:blipFill>
          <p:spPr>
            <a:xfrm>
              <a:off x="1301642" y="4744709"/>
              <a:ext cx="348163" cy="147059"/>
            </a:xfrm>
            <a:prstGeom prst="rect">
              <a:avLst/>
            </a:prstGeom>
          </p:spPr>
        </p:pic>
        <p:pic>
          <p:nvPicPr>
            <p:cNvPr id="127" name="object 127"/>
            <p:cNvPicPr/>
            <p:nvPr/>
          </p:nvPicPr>
          <p:blipFill>
            <a:blip r:embed="rId105" cstate="print"/>
            <a:stretch>
              <a:fillRect/>
            </a:stretch>
          </p:blipFill>
          <p:spPr>
            <a:xfrm>
              <a:off x="1712916" y="4731347"/>
              <a:ext cx="166432" cy="160422"/>
            </a:xfrm>
            <a:prstGeom prst="rect">
              <a:avLst/>
            </a:prstGeom>
          </p:spPr>
        </p:pic>
        <p:sp>
          <p:nvSpPr>
            <p:cNvPr id="128" name="object 128"/>
            <p:cNvSpPr/>
            <p:nvPr/>
          </p:nvSpPr>
          <p:spPr>
            <a:xfrm>
              <a:off x="1902297" y="4781003"/>
              <a:ext cx="53975" cy="109220"/>
            </a:xfrm>
            <a:custGeom>
              <a:avLst/>
              <a:gdLst/>
              <a:ahLst/>
              <a:cxnLst/>
              <a:rect l="l" t="t" r="r" b="b"/>
              <a:pathLst>
                <a:path w="53975" h="109220">
                  <a:moveTo>
                    <a:pt x="24861" y="1908"/>
                  </a:moveTo>
                  <a:lnTo>
                    <a:pt x="13386" y="1908"/>
                  </a:lnTo>
                  <a:lnTo>
                    <a:pt x="9562" y="3817"/>
                  </a:lnTo>
                  <a:lnTo>
                    <a:pt x="1912" y="5726"/>
                  </a:lnTo>
                  <a:lnTo>
                    <a:pt x="0" y="7635"/>
                  </a:lnTo>
                  <a:lnTo>
                    <a:pt x="1105" y="15957"/>
                  </a:lnTo>
                  <a:lnTo>
                    <a:pt x="1630" y="24815"/>
                  </a:lnTo>
                  <a:lnTo>
                    <a:pt x="1741" y="29960"/>
                  </a:lnTo>
                  <a:lnTo>
                    <a:pt x="1854" y="37245"/>
                  </a:lnTo>
                  <a:lnTo>
                    <a:pt x="1912" y="108856"/>
                  </a:lnTo>
                  <a:lnTo>
                    <a:pt x="24861" y="108856"/>
                  </a:lnTo>
                  <a:lnTo>
                    <a:pt x="24981" y="47389"/>
                  </a:lnTo>
                  <a:lnTo>
                    <a:pt x="36336" y="20997"/>
                  </a:lnTo>
                  <a:lnTo>
                    <a:pt x="50131" y="20997"/>
                  </a:lnTo>
                  <a:lnTo>
                    <a:pt x="50513" y="19088"/>
                  </a:lnTo>
                  <a:lnTo>
                    <a:pt x="22949" y="19088"/>
                  </a:lnTo>
                  <a:lnTo>
                    <a:pt x="24861" y="1908"/>
                  </a:lnTo>
                  <a:close/>
                </a:path>
                <a:path w="53975" h="109220">
                  <a:moveTo>
                    <a:pt x="50131" y="20997"/>
                  </a:moveTo>
                  <a:lnTo>
                    <a:pt x="43985" y="20997"/>
                  </a:lnTo>
                  <a:lnTo>
                    <a:pt x="45923" y="22906"/>
                  </a:lnTo>
                  <a:lnTo>
                    <a:pt x="49748" y="22906"/>
                  </a:lnTo>
                  <a:lnTo>
                    <a:pt x="50131" y="20997"/>
                  </a:lnTo>
                  <a:close/>
                </a:path>
                <a:path w="53975" h="109220">
                  <a:moveTo>
                    <a:pt x="53573" y="0"/>
                  </a:moveTo>
                  <a:lnTo>
                    <a:pt x="47836" y="0"/>
                  </a:lnTo>
                  <a:lnTo>
                    <a:pt x="36944" y="2177"/>
                  </a:lnTo>
                  <a:lnTo>
                    <a:pt x="29645" y="7396"/>
                  </a:lnTo>
                  <a:lnTo>
                    <a:pt x="25220" y="13690"/>
                  </a:lnTo>
                  <a:lnTo>
                    <a:pt x="22949" y="19088"/>
                  </a:lnTo>
                  <a:lnTo>
                    <a:pt x="50513" y="19088"/>
                  </a:lnTo>
                  <a:lnTo>
                    <a:pt x="51595" y="13690"/>
                  </a:lnTo>
                  <a:lnTo>
                    <a:pt x="51661" y="11453"/>
                  </a:lnTo>
                  <a:lnTo>
                    <a:pt x="53519" y="2177"/>
                  </a:lnTo>
                  <a:lnTo>
                    <a:pt x="53573" y="0"/>
                  </a:lnTo>
                  <a:close/>
                </a:path>
              </a:pathLst>
            </a:custGeom>
            <a:solidFill>
              <a:srgbClr val="000000"/>
            </a:solidFill>
          </p:spPr>
          <p:txBody>
            <a:bodyPr wrap="square" lIns="0" tIns="0" rIns="0" bIns="0" rtlCol="0"/>
            <a:lstStyle/>
            <a:p>
              <a:endParaRPr/>
            </a:p>
          </p:txBody>
        </p:sp>
        <p:pic>
          <p:nvPicPr>
            <p:cNvPr id="129" name="object 129"/>
            <p:cNvPicPr/>
            <p:nvPr/>
          </p:nvPicPr>
          <p:blipFill>
            <a:blip r:embed="rId106" cstate="print"/>
            <a:stretch>
              <a:fillRect/>
            </a:stretch>
          </p:blipFill>
          <p:spPr>
            <a:xfrm>
              <a:off x="2636848" y="4727529"/>
              <a:ext cx="267816" cy="162330"/>
            </a:xfrm>
            <a:prstGeom prst="rect">
              <a:avLst/>
            </a:prstGeom>
          </p:spPr>
        </p:pic>
        <p:pic>
          <p:nvPicPr>
            <p:cNvPr id="130" name="object 130"/>
            <p:cNvPicPr/>
            <p:nvPr/>
          </p:nvPicPr>
          <p:blipFill>
            <a:blip r:embed="rId107" cstate="print"/>
            <a:stretch>
              <a:fillRect/>
            </a:stretch>
          </p:blipFill>
          <p:spPr>
            <a:xfrm>
              <a:off x="2927613" y="4781003"/>
              <a:ext cx="93734" cy="110765"/>
            </a:xfrm>
            <a:prstGeom prst="rect">
              <a:avLst/>
            </a:prstGeom>
          </p:spPr>
        </p:pic>
        <p:pic>
          <p:nvPicPr>
            <p:cNvPr id="131" name="object 131"/>
            <p:cNvPicPr/>
            <p:nvPr/>
          </p:nvPicPr>
          <p:blipFill>
            <a:blip r:embed="rId108" cstate="print"/>
            <a:stretch>
              <a:fillRect/>
            </a:stretch>
          </p:blipFill>
          <p:spPr>
            <a:xfrm>
              <a:off x="3042410" y="4781003"/>
              <a:ext cx="156844" cy="110765"/>
            </a:xfrm>
            <a:prstGeom prst="rect">
              <a:avLst/>
            </a:prstGeom>
          </p:spPr>
        </p:pic>
        <p:pic>
          <p:nvPicPr>
            <p:cNvPr id="132" name="object 132"/>
            <p:cNvPicPr/>
            <p:nvPr/>
          </p:nvPicPr>
          <p:blipFill>
            <a:blip r:embed="rId109" cstate="print"/>
            <a:stretch>
              <a:fillRect/>
            </a:stretch>
          </p:blipFill>
          <p:spPr>
            <a:xfrm>
              <a:off x="4356681" y="4733256"/>
              <a:ext cx="76497" cy="82132"/>
            </a:xfrm>
            <a:prstGeom prst="rect">
              <a:avLst/>
            </a:prstGeom>
          </p:spPr>
        </p:pic>
        <p:pic>
          <p:nvPicPr>
            <p:cNvPr id="133" name="object 133"/>
            <p:cNvPicPr/>
            <p:nvPr/>
          </p:nvPicPr>
          <p:blipFill>
            <a:blip r:embed="rId110" cstate="print"/>
            <a:stretch>
              <a:fillRect/>
            </a:stretch>
          </p:blipFill>
          <p:spPr>
            <a:xfrm>
              <a:off x="6246415" y="4484975"/>
              <a:ext cx="862887" cy="454542"/>
            </a:xfrm>
            <a:prstGeom prst="rect">
              <a:avLst/>
            </a:prstGeom>
          </p:spPr>
        </p:pic>
        <p:pic>
          <p:nvPicPr>
            <p:cNvPr id="134" name="object 134"/>
            <p:cNvPicPr/>
            <p:nvPr/>
          </p:nvPicPr>
          <p:blipFill>
            <a:blip r:embed="rId111" cstate="print"/>
            <a:stretch>
              <a:fillRect/>
            </a:stretch>
          </p:blipFill>
          <p:spPr>
            <a:xfrm>
              <a:off x="4499986" y="4731347"/>
              <a:ext cx="344491" cy="208169"/>
            </a:xfrm>
            <a:prstGeom prst="rect">
              <a:avLst/>
            </a:prstGeom>
          </p:spPr>
        </p:pic>
        <p:pic>
          <p:nvPicPr>
            <p:cNvPr id="135" name="object 135"/>
            <p:cNvPicPr/>
            <p:nvPr/>
          </p:nvPicPr>
          <p:blipFill>
            <a:blip r:embed="rId112" cstate="print"/>
            <a:stretch>
              <a:fillRect/>
            </a:stretch>
          </p:blipFill>
          <p:spPr>
            <a:xfrm>
              <a:off x="4869212" y="4782912"/>
              <a:ext cx="91796" cy="108856"/>
            </a:xfrm>
            <a:prstGeom prst="rect">
              <a:avLst/>
            </a:prstGeom>
          </p:spPr>
        </p:pic>
        <p:pic>
          <p:nvPicPr>
            <p:cNvPr id="136" name="object 136"/>
            <p:cNvPicPr/>
            <p:nvPr/>
          </p:nvPicPr>
          <p:blipFill>
            <a:blip r:embed="rId113" cstate="print"/>
            <a:stretch>
              <a:fillRect/>
            </a:stretch>
          </p:blipFill>
          <p:spPr>
            <a:xfrm>
              <a:off x="4983958" y="4781003"/>
              <a:ext cx="93908" cy="110765"/>
            </a:xfrm>
            <a:prstGeom prst="rect">
              <a:avLst/>
            </a:prstGeom>
          </p:spPr>
        </p:pic>
        <p:pic>
          <p:nvPicPr>
            <p:cNvPr id="137" name="object 137"/>
            <p:cNvPicPr/>
            <p:nvPr/>
          </p:nvPicPr>
          <p:blipFill>
            <a:blip r:embed="rId114" cstate="print"/>
            <a:stretch>
              <a:fillRect/>
            </a:stretch>
          </p:blipFill>
          <p:spPr>
            <a:xfrm>
              <a:off x="5098703" y="4781003"/>
              <a:ext cx="91796" cy="108856"/>
            </a:xfrm>
            <a:prstGeom prst="rect">
              <a:avLst/>
            </a:prstGeom>
          </p:spPr>
        </p:pic>
        <p:pic>
          <p:nvPicPr>
            <p:cNvPr id="138" name="object 138"/>
            <p:cNvPicPr/>
            <p:nvPr/>
          </p:nvPicPr>
          <p:blipFill>
            <a:blip r:embed="rId115" cstate="print"/>
            <a:stretch>
              <a:fillRect/>
            </a:stretch>
          </p:blipFill>
          <p:spPr>
            <a:xfrm>
              <a:off x="5213449" y="4781003"/>
              <a:ext cx="180023" cy="158513"/>
            </a:xfrm>
            <a:prstGeom prst="rect">
              <a:avLst/>
            </a:prstGeom>
          </p:spPr>
        </p:pic>
        <p:pic>
          <p:nvPicPr>
            <p:cNvPr id="139" name="object 139"/>
            <p:cNvPicPr/>
            <p:nvPr/>
          </p:nvPicPr>
          <p:blipFill>
            <a:blip r:embed="rId116" cstate="print"/>
            <a:stretch>
              <a:fillRect/>
            </a:stretch>
          </p:blipFill>
          <p:spPr>
            <a:xfrm>
              <a:off x="5881269" y="4727529"/>
              <a:ext cx="168293" cy="162330"/>
            </a:xfrm>
            <a:prstGeom prst="rect">
              <a:avLst/>
            </a:prstGeom>
          </p:spPr>
        </p:pic>
        <p:pic>
          <p:nvPicPr>
            <p:cNvPr id="140" name="object 140"/>
            <p:cNvPicPr/>
            <p:nvPr/>
          </p:nvPicPr>
          <p:blipFill>
            <a:blip r:embed="rId117" cstate="print"/>
            <a:stretch>
              <a:fillRect/>
            </a:stretch>
          </p:blipFill>
          <p:spPr>
            <a:xfrm>
              <a:off x="6072511" y="4781003"/>
              <a:ext cx="93581" cy="110765"/>
            </a:xfrm>
            <a:prstGeom prst="rect">
              <a:avLst/>
            </a:prstGeom>
          </p:spPr>
        </p:pic>
        <p:pic>
          <p:nvPicPr>
            <p:cNvPr id="141" name="object 141"/>
            <p:cNvPicPr/>
            <p:nvPr/>
          </p:nvPicPr>
          <p:blipFill>
            <a:blip r:embed="rId118" cstate="print"/>
            <a:stretch>
              <a:fillRect/>
            </a:stretch>
          </p:blipFill>
          <p:spPr>
            <a:xfrm>
              <a:off x="7195234" y="4781003"/>
              <a:ext cx="147384" cy="110765"/>
            </a:xfrm>
            <a:prstGeom prst="rect">
              <a:avLst/>
            </a:prstGeom>
          </p:spPr>
        </p:pic>
        <p:pic>
          <p:nvPicPr>
            <p:cNvPr id="142" name="object 142"/>
            <p:cNvPicPr/>
            <p:nvPr/>
          </p:nvPicPr>
          <p:blipFill>
            <a:blip r:embed="rId119" cstate="print"/>
            <a:stretch>
              <a:fillRect/>
            </a:stretch>
          </p:blipFill>
          <p:spPr>
            <a:xfrm>
              <a:off x="7369393" y="4781003"/>
              <a:ext cx="91796" cy="108856"/>
            </a:xfrm>
            <a:prstGeom prst="rect">
              <a:avLst/>
            </a:prstGeom>
          </p:spPr>
        </p:pic>
        <p:pic>
          <p:nvPicPr>
            <p:cNvPr id="143" name="object 143"/>
            <p:cNvPicPr/>
            <p:nvPr/>
          </p:nvPicPr>
          <p:blipFill>
            <a:blip r:embed="rId120" cstate="print"/>
            <a:stretch>
              <a:fillRect/>
            </a:stretch>
          </p:blipFill>
          <p:spPr>
            <a:xfrm>
              <a:off x="7482353" y="4781003"/>
              <a:ext cx="246575" cy="158513"/>
            </a:xfrm>
            <a:prstGeom prst="rect">
              <a:avLst/>
            </a:prstGeom>
          </p:spPr>
        </p:pic>
        <p:pic>
          <p:nvPicPr>
            <p:cNvPr id="144" name="object 144"/>
            <p:cNvPicPr/>
            <p:nvPr/>
          </p:nvPicPr>
          <p:blipFill>
            <a:blip r:embed="rId121" cstate="print"/>
            <a:stretch>
              <a:fillRect/>
            </a:stretch>
          </p:blipFill>
          <p:spPr>
            <a:xfrm>
              <a:off x="966880" y="5225975"/>
              <a:ext cx="1006202" cy="391523"/>
            </a:xfrm>
            <a:prstGeom prst="rect">
              <a:avLst/>
            </a:prstGeom>
          </p:spPr>
        </p:pic>
        <p:pic>
          <p:nvPicPr>
            <p:cNvPr id="145" name="object 145"/>
            <p:cNvPicPr/>
            <p:nvPr/>
          </p:nvPicPr>
          <p:blipFill>
            <a:blip r:embed="rId122" cstate="print"/>
            <a:stretch>
              <a:fillRect/>
            </a:stretch>
          </p:blipFill>
          <p:spPr>
            <a:xfrm>
              <a:off x="2045780" y="5506708"/>
              <a:ext cx="774711" cy="158513"/>
            </a:xfrm>
            <a:prstGeom prst="rect">
              <a:avLst/>
            </a:prstGeom>
          </p:spPr>
        </p:pic>
        <p:sp>
          <p:nvSpPr>
            <p:cNvPr id="146" name="object 146"/>
            <p:cNvSpPr/>
            <p:nvPr/>
          </p:nvSpPr>
          <p:spPr>
            <a:xfrm>
              <a:off x="2900839" y="5457077"/>
              <a:ext cx="25400" cy="158750"/>
            </a:xfrm>
            <a:custGeom>
              <a:avLst/>
              <a:gdLst/>
              <a:ahLst/>
              <a:cxnLst/>
              <a:rect l="l" t="t" r="r" b="b"/>
              <a:pathLst>
                <a:path w="25400" h="158750">
                  <a:moveTo>
                    <a:pt x="24861" y="51565"/>
                  </a:moveTo>
                  <a:lnTo>
                    <a:pt x="22949" y="51565"/>
                  </a:lnTo>
                  <a:lnTo>
                    <a:pt x="13386" y="53474"/>
                  </a:lnTo>
                  <a:lnTo>
                    <a:pt x="9562" y="53474"/>
                  </a:lnTo>
                  <a:lnTo>
                    <a:pt x="0" y="55382"/>
                  </a:lnTo>
                  <a:lnTo>
                    <a:pt x="0" y="57291"/>
                  </a:lnTo>
                  <a:lnTo>
                    <a:pt x="1105" y="65703"/>
                  </a:lnTo>
                  <a:lnTo>
                    <a:pt x="1673" y="75906"/>
                  </a:lnTo>
                  <a:lnTo>
                    <a:pt x="1770" y="82972"/>
                  </a:lnTo>
                  <a:lnTo>
                    <a:pt x="1882" y="129198"/>
                  </a:lnTo>
                  <a:lnTo>
                    <a:pt x="1673" y="139876"/>
                  </a:lnTo>
                  <a:lnTo>
                    <a:pt x="1105" y="148406"/>
                  </a:lnTo>
                  <a:lnTo>
                    <a:pt x="0" y="156578"/>
                  </a:lnTo>
                  <a:lnTo>
                    <a:pt x="1912" y="158487"/>
                  </a:lnTo>
                  <a:lnTo>
                    <a:pt x="13386" y="158487"/>
                  </a:lnTo>
                  <a:lnTo>
                    <a:pt x="22949" y="156578"/>
                  </a:lnTo>
                  <a:lnTo>
                    <a:pt x="24861" y="156578"/>
                  </a:lnTo>
                  <a:lnTo>
                    <a:pt x="24562" y="147362"/>
                  </a:lnTo>
                  <a:lnTo>
                    <a:pt x="23905" y="137248"/>
                  </a:lnTo>
                  <a:lnTo>
                    <a:pt x="23247" y="122476"/>
                  </a:lnTo>
                  <a:lnTo>
                    <a:pt x="22949" y="99287"/>
                  </a:lnTo>
                  <a:lnTo>
                    <a:pt x="23247" y="82972"/>
                  </a:lnTo>
                  <a:lnTo>
                    <a:pt x="23905" y="70415"/>
                  </a:lnTo>
                  <a:lnTo>
                    <a:pt x="24562" y="60363"/>
                  </a:lnTo>
                  <a:lnTo>
                    <a:pt x="24861" y="51565"/>
                  </a:lnTo>
                  <a:close/>
                </a:path>
                <a:path w="25400" h="158750">
                  <a:moveTo>
                    <a:pt x="24861" y="0"/>
                  </a:moveTo>
                  <a:lnTo>
                    <a:pt x="13386" y="1908"/>
                  </a:lnTo>
                  <a:lnTo>
                    <a:pt x="11474" y="1908"/>
                  </a:lnTo>
                  <a:lnTo>
                    <a:pt x="1912" y="3817"/>
                  </a:lnTo>
                  <a:lnTo>
                    <a:pt x="0" y="3817"/>
                  </a:lnTo>
                  <a:lnTo>
                    <a:pt x="0" y="22906"/>
                  </a:lnTo>
                  <a:lnTo>
                    <a:pt x="1912" y="24815"/>
                  </a:lnTo>
                  <a:lnTo>
                    <a:pt x="11474" y="22906"/>
                  </a:lnTo>
                  <a:lnTo>
                    <a:pt x="24861" y="22906"/>
                  </a:lnTo>
                  <a:lnTo>
                    <a:pt x="24861" y="0"/>
                  </a:lnTo>
                  <a:close/>
                </a:path>
              </a:pathLst>
            </a:custGeom>
            <a:solidFill>
              <a:srgbClr val="000000"/>
            </a:solidFill>
          </p:spPr>
          <p:txBody>
            <a:bodyPr wrap="square" lIns="0" tIns="0" rIns="0" bIns="0" rtlCol="0"/>
            <a:lstStyle/>
            <a:p>
              <a:endParaRPr/>
            </a:p>
          </p:txBody>
        </p:sp>
        <p:pic>
          <p:nvPicPr>
            <p:cNvPr id="147" name="object 147"/>
            <p:cNvPicPr/>
            <p:nvPr/>
          </p:nvPicPr>
          <p:blipFill>
            <a:blip r:embed="rId123" cstate="print"/>
            <a:stretch>
              <a:fillRect/>
            </a:stretch>
          </p:blipFill>
          <p:spPr>
            <a:xfrm>
              <a:off x="3067272" y="5453234"/>
              <a:ext cx="95646" cy="164265"/>
            </a:xfrm>
            <a:prstGeom prst="rect">
              <a:avLst/>
            </a:prstGeom>
          </p:spPr>
        </p:pic>
        <p:pic>
          <p:nvPicPr>
            <p:cNvPr id="148" name="object 148"/>
            <p:cNvPicPr/>
            <p:nvPr/>
          </p:nvPicPr>
          <p:blipFill>
            <a:blip r:embed="rId124" cstate="print"/>
            <a:stretch>
              <a:fillRect/>
            </a:stretch>
          </p:blipFill>
          <p:spPr>
            <a:xfrm>
              <a:off x="2952500" y="5506708"/>
              <a:ext cx="91822" cy="108856"/>
            </a:xfrm>
            <a:prstGeom prst="rect">
              <a:avLst/>
            </a:prstGeom>
          </p:spPr>
        </p:pic>
        <p:sp>
          <p:nvSpPr>
            <p:cNvPr id="149" name="object 149"/>
            <p:cNvSpPr/>
            <p:nvPr/>
          </p:nvSpPr>
          <p:spPr>
            <a:xfrm>
              <a:off x="3189692" y="5457077"/>
              <a:ext cx="25400" cy="158750"/>
            </a:xfrm>
            <a:custGeom>
              <a:avLst/>
              <a:gdLst/>
              <a:ahLst/>
              <a:cxnLst/>
              <a:rect l="l" t="t" r="r" b="b"/>
              <a:pathLst>
                <a:path w="25400" h="158750">
                  <a:moveTo>
                    <a:pt x="24861" y="51565"/>
                  </a:moveTo>
                  <a:lnTo>
                    <a:pt x="22949" y="51565"/>
                  </a:lnTo>
                  <a:lnTo>
                    <a:pt x="13386" y="53474"/>
                  </a:lnTo>
                  <a:lnTo>
                    <a:pt x="9562" y="53474"/>
                  </a:lnTo>
                  <a:lnTo>
                    <a:pt x="1912" y="55382"/>
                  </a:lnTo>
                  <a:lnTo>
                    <a:pt x="0" y="57291"/>
                  </a:lnTo>
                  <a:lnTo>
                    <a:pt x="1105" y="65703"/>
                  </a:lnTo>
                  <a:lnTo>
                    <a:pt x="1673" y="75906"/>
                  </a:lnTo>
                  <a:lnTo>
                    <a:pt x="1770" y="82972"/>
                  </a:lnTo>
                  <a:lnTo>
                    <a:pt x="1882" y="129198"/>
                  </a:lnTo>
                  <a:lnTo>
                    <a:pt x="1673" y="139876"/>
                  </a:lnTo>
                  <a:lnTo>
                    <a:pt x="1105" y="148406"/>
                  </a:lnTo>
                  <a:lnTo>
                    <a:pt x="0" y="156578"/>
                  </a:lnTo>
                  <a:lnTo>
                    <a:pt x="1912" y="158487"/>
                  </a:lnTo>
                  <a:lnTo>
                    <a:pt x="13386" y="158487"/>
                  </a:lnTo>
                  <a:lnTo>
                    <a:pt x="22949" y="156578"/>
                  </a:lnTo>
                  <a:lnTo>
                    <a:pt x="24861" y="156578"/>
                  </a:lnTo>
                  <a:lnTo>
                    <a:pt x="24562" y="147362"/>
                  </a:lnTo>
                  <a:lnTo>
                    <a:pt x="23905" y="137248"/>
                  </a:lnTo>
                  <a:lnTo>
                    <a:pt x="23247" y="122476"/>
                  </a:lnTo>
                  <a:lnTo>
                    <a:pt x="22949" y="99287"/>
                  </a:lnTo>
                  <a:lnTo>
                    <a:pt x="23247" y="82972"/>
                  </a:lnTo>
                  <a:lnTo>
                    <a:pt x="23905" y="70415"/>
                  </a:lnTo>
                  <a:lnTo>
                    <a:pt x="24562" y="60363"/>
                  </a:lnTo>
                  <a:lnTo>
                    <a:pt x="24861" y="51565"/>
                  </a:lnTo>
                  <a:close/>
                </a:path>
                <a:path w="25400" h="158750">
                  <a:moveTo>
                    <a:pt x="24861" y="0"/>
                  </a:moveTo>
                  <a:lnTo>
                    <a:pt x="13386" y="1908"/>
                  </a:lnTo>
                  <a:lnTo>
                    <a:pt x="11474" y="1908"/>
                  </a:lnTo>
                  <a:lnTo>
                    <a:pt x="1912" y="3817"/>
                  </a:lnTo>
                  <a:lnTo>
                    <a:pt x="0" y="3817"/>
                  </a:lnTo>
                  <a:lnTo>
                    <a:pt x="0" y="22906"/>
                  </a:lnTo>
                  <a:lnTo>
                    <a:pt x="1912" y="24815"/>
                  </a:lnTo>
                  <a:lnTo>
                    <a:pt x="11474" y="22906"/>
                  </a:lnTo>
                  <a:lnTo>
                    <a:pt x="24861" y="22906"/>
                  </a:lnTo>
                  <a:lnTo>
                    <a:pt x="24861" y="0"/>
                  </a:lnTo>
                  <a:close/>
                </a:path>
              </a:pathLst>
            </a:custGeom>
            <a:solidFill>
              <a:srgbClr val="000000"/>
            </a:solidFill>
          </p:spPr>
          <p:txBody>
            <a:bodyPr wrap="square" lIns="0" tIns="0" rIns="0" bIns="0" rtlCol="0"/>
            <a:lstStyle/>
            <a:p>
              <a:endParaRPr/>
            </a:p>
          </p:txBody>
        </p:sp>
        <p:pic>
          <p:nvPicPr>
            <p:cNvPr id="150" name="object 150"/>
            <p:cNvPicPr/>
            <p:nvPr/>
          </p:nvPicPr>
          <p:blipFill>
            <a:blip r:embed="rId125" cstate="print"/>
            <a:stretch>
              <a:fillRect/>
            </a:stretch>
          </p:blipFill>
          <p:spPr>
            <a:xfrm>
              <a:off x="3237529" y="5457077"/>
              <a:ext cx="292728" cy="160422"/>
            </a:xfrm>
            <a:prstGeom prst="rect">
              <a:avLst/>
            </a:prstGeom>
          </p:spPr>
        </p:pic>
        <p:pic>
          <p:nvPicPr>
            <p:cNvPr id="151" name="object 151"/>
            <p:cNvPicPr/>
            <p:nvPr/>
          </p:nvPicPr>
          <p:blipFill>
            <a:blip r:embed="rId126" cstate="print"/>
            <a:stretch>
              <a:fillRect/>
            </a:stretch>
          </p:blipFill>
          <p:spPr>
            <a:xfrm>
              <a:off x="3554992" y="5506708"/>
              <a:ext cx="93836" cy="108856"/>
            </a:xfrm>
            <a:prstGeom prst="rect">
              <a:avLst/>
            </a:prstGeom>
          </p:spPr>
        </p:pic>
        <p:pic>
          <p:nvPicPr>
            <p:cNvPr id="152" name="object 152"/>
            <p:cNvPicPr/>
            <p:nvPr/>
          </p:nvPicPr>
          <p:blipFill>
            <a:blip r:embed="rId127" cstate="print"/>
            <a:stretch>
              <a:fillRect/>
            </a:stretch>
          </p:blipFill>
          <p:spPr>
            <a:xfrm>
              <a:off x="3667952" y="5508642"/>
              <a:ext cx="95621" cy="156578"/>
            </a:xfrm>
            <a:prstGeom prst="rect">
              <a:avLst/>
            </a:prstGeom>
          </p:spPr>
        </p:pic>
        <p:pic>
          <p:nvPicPr>
            <p:cNvPr id="153" name="object 153"/>
            <p:cNvPicPr/>
            <p:nvPr/>
          </p:nvPicPr>
          <p:blipFill>
            <a:blip r:embed="rId128" cstate="print"/>
            <a:stretch>
              <a:fillRect/>
            </a:stretch>
          </p:blipFill>
          <p:spPr>
            <a:xfrm>
              <a:off x="3828596" y="5453234"/>
              <a:ext cx="168293" cy="162330"/>
            </a:xfrm>
            <a:prstGeom prst="rect">
              <a:avLst/>
            </a:prstGeom>
          </p:spPr>
        </p:pic>
        <p:pic>
          <p:nvPicPr>
            <p:cNvPr id="154" name="object 154"/>
            <p:cNvPicPr/>
            <p:nvPr/>
          </p:nvPicPr>
          <p:blipFill>
            <a:blip r:embed="rId129" cstate="print"/>
            <a:stretch>
              <a:fillRect/>
            </a:stretch>
          </p:blipFill>
          <p:spPr>
            <a:xfrm>
              <a:off x="4018054" y="5478075"/>
              <a:ext cx="160643" cy="139424"/>
            </a:xfrm>
            <a:prstGeom prst="rect">
              <a:avLst/>
            </a:prstGeom>
          </p:spPr>
        </p:pic>
        <p:pic>
          <p:nvPicPr>
            <p:cNvPr id="155" name="object 155"/>
            <p:cNvPicPr/>
            <p:nvPr/>
          </p:nvPicPr>
          <p:blipFill>
            <a:blip r:embed="rId130" cstate="print"/>
            <a:stretch>
              <a:fillRect/>
            </a:stretch>
          </p:blipFill>
          <p:spPr>
            <a:xfrm>
              <a:off x="4241681" y="5453234"/>
              <a:ext cx="168548" cy="162330"/>
            </a:xfrm>
            <a:prstGeom prst="rect">
              <a:avLst/>
            </a:prstGeom>
          </p:spPr>
        </p:pic>
        <p:pic>
          <p:nvPicPr>
            <p:cNvPr id="156" name="object 156"/>
            <p:cNvPicPr/>
            <p:nvPr/>
          </p:nvPicPr>
          <p:blipFill>
            <a:blip r:embed="rId131" cstate="print"/>
            <a:stretch>
              <a:fillRect/>
            </a:stretch>
          </p:blipFill>
          <p:spPr>
            <a:xfrm>
              <a:off x="4431139" y="5506708"/>
              <a:ext cx="93936" cy="110791"/>
            </a:xfrm>
            <a:prstGeom prst="rect">
              <a:avLst/>
            </a:prstGeom>
          </p:spPr>
        </p:pic>
        <p:pic>
          <p:nvPicPr>
            <p:cNvPr id="157" name="object 157"/>
            <p:cNvPicPr/>
            <p:nvPr/>
          </p:nvPicPr>
          <p:blipFill>
            <a:blip r:embed="rId132" cstate="print"/>
            <a:stretch>
              <a:fillRect/>
            </a:stretch>
          </p:blipFill>
          <p:spPr>
            <a:xfrm>
              <a:off x="4601472" y="5453234"/>
              <a:ext cx="97406" cy="164265"/>
            </a:xfrm>
            <a:prstGeom prst="rect">
              <a:avLst/>
            </a:prstGeom>
          </p:spPr>
        </p:pic>
        <p:pic>
          <p:nvPicPr>
            <p:cNvPr id="158" name="object 158"/>
            <p:cNvPicPr/>
            <p:nvPr/>
          </p:nvPicPr>
          <p:blipFill>
            <a:blip r:embed="rId133" cstate="print"/>
            <a:stretch>
              <a:fillRect/>
            </a:stretch>
          </p:blipFill>
          <p:spPr>
            <a:xfrm>
              <a:off x="4721828" y="5506708"/>
              <a:ext cx="300378" cy="110791"/>
            </a:xfrm>
            <a:prstGeom prst="rect">
              <a:avLst/>
            </a:prstGeom>
          </p:spPr>
        </p:pic>
        <p:sp>
          <p:nvSpPr>
            <p:cNvPr id="159" name="object 159"/>
            <p:cNvSpPr/>
            <p:nvPr/>
          </p:nvSpPr>
          <p:spPr>
            <a:xfrm>
              <a:off x="5102528" y="5457077"/>
              <a:ext cx="25400" cy="158750"/>
            </a:xfrm>
            <a:custGeom>
              <a:avLst/>
              <a:gdLst/>
              <a:ahLst/>
              <a:cxnLst/>
              <a:rect l="l" t="t" r="r" b="b"/>
              <a:pathLst>
                <a:path w="25400" h="158750">
                  <a:moveTo>
                    <a:pt x="24989" y="51565"/>
                  </a:moveTo>
                  <a:lnTo>
                    <a:pt x="22949" y="51565"/>
                  </a:lnTo>
                  <a:lnTo>
                    <a:pt x="13514" y="53474"/>
                  </a:lnTo>
                  <a:lnTo>
                    <a:pt x="9689" y="53474"/>
                  </a:lnTo>
                  <a:lnTo>
                    <a:pt x="2039" y="55382"/>
                  </a:lnTo>
                  <a:lnTo>
                    <a:pt x="0" y="57291"/>
                  </a:lnTo>
                  <a:lnTo>
                    <a:pt x="1179" y="65703"/>
                  </a:lnTo>
                  <a:lnTo>
                    <a:pt x="1784" y="75906"/>
                  </a:lnTo>
                  <a:lnTo>
                    <a:pt x="2008" y="91125"/>
                  </a:lnTo>
                  <a:lnTo>
                    <a:pt x="2039" y="158487"/>
                  </a:lnTo>
                  <a:lnTo>
                    <a:pt x="13514" y="158487"/>
                  </a:lnTo>
                  <a:lnTo>
                    <a:pt x="24989" y="156578"/>
                  </a:lnTo>
                  <a:lnTo>
                    <a:pt x="24989" y="51565"/>
                  </a:lnTo>
                  <a:close/>
                </a:path>
                <a:path w="25400" h="158750">
                  <a:moveTo>
                    <a:pt x="24989" y="0"/>
                  </a:moveTo>
                  <a:lnTo>
                    <a:pt x="2039" y="3817"/>
                  </a:lnTo>
                  <a:lnTo>
                    <a:pt x="0" y="3817"/>
                  </a:lnTo>
                  <a:lnTo>
                    <a:pt x="0" y="22906"/>
                  </a:lnTo>
                  <a:lnTo>
                    <a:pt x="2039" y="24815"/>
                  </a:lnTo>
                  <a:lnTo>
                    <a:pt x="11474" y="22906"/>
                  </a:lnTo>
                  <a:lnTo>
                    <a:pt x="24989" y="22906"/>
                  </a:lnTo>
                  <a:lnTo>
                    <a:pt x="24989" y="0"/>
                  </a:lnTo>
                  <a:close/>
                </a:path>
              </a:pathLst>
            </a:custGeom>
            <a:solidFill>
              <a:srgbClr val="000000"/>
            </a:solidFill>
          </p:spPr>
          <p:txBody>
            <a:bodyPr wrap="square" lIns="0" tIns="0" rIns="0" bIns="0" rtlCol="0"/>
            <a:lstStyle/>
            <a:p>
              <a:endParaRPr/>
            </a:p>
          </p:txBody>
        </p:sp>
        <p:pic>
          <p:nvPicPr>
            <p:cNvPr id="160" name="object 160"/>
            <p:cNvPicPr/>
            <p:nvPr/>
          </p:nvPicPr>
          <p:blipFill>
            <a:blip r:embed="rId134" cstate="print"/>
            <a:stretch>
              <a:fillRect/>
            </a:stretch>
          </p:blipFill>
          <p:spPr>
            <a:xfrm>
              <a:off x="5148426" y="5506708"/>
              <a:ext cx="76497" cy="110791"/>
            </a:xfrm>
            <a:prstGeom prst="rect">
              <a:avLst/>
            </a:prstGeom>
          </p:spPr>
        </p:pic>
        <p:pic>
          <p:nvPicPr>
            <p:cNvPr id="161" name="object 161"/>
            <p:cNvPicPr/>
            <p:nvPr/>
          </p:nvPicPr>
          <p:blipFill>
            <a:blip r:embed="rId135" cstate="print"/>
            <a:stretch>
              <a:fillRect/>
            </a:stretch>
          </p:blipFill>
          <p:spPr>
            <a:xfrm>
              <a:off x="5299636" y="5506708"/>
              <a:ext cx="99446" cy="110791"/>
            </a:xfrm>
            <a:prstGeom prst="rect">
              <a:avLst/>
            </a:prstGeom>
          </p:spPr>
        </p:pic>
        <p:pic>
          <p:nvPicPr>
            <p:cNvPr id="162" name="object 162"/>
            <p:cNvPicPr/>
            <p:nvPr/>
          </p:nvPicPr>
          <p:blipFill>
            <a:blip r:embed="rId136" cstate="print"/>
            <a:stretch>
              <a:fillRect/>
            </a:stretch>
          </p:blipFill>
          <p:spPr>
            <a:xfrm>
              <a:off x="5422031" y="5478075"/>
              <a:ext cx="252440" cy="139424"/>
            </a:xfrm>
            <a:prstGeom prst="rect">
              <a:avLst/>
            </a:prstGeom>
          </p:spPr>
        </p:pic>
        <p:sp>
          <p:nvSpPr>
            <p:cNvPr id="163" name="object 163"/>
            <p:cNvSpPr/>
            <p:nvPr/>
          </p:nvSpPr>
          <p:spPr>
            <a:xfrm>
              <a:off x="5693596" y="5457077"/>
              <a:ext cx="25400" cy="158750"/>
            </a:xfrm>
            <a:custGeom>
              <a:avLst/>
              <a:gdLst/>
              <a:ahLst/>
              <a:cxnLst/>
              <a:rect l="l" t="t" r="r" b="b"/>
              <a:pathLst>
                <a:path w="25400" h="158750">
                  <a:moveTo>
                    <a:pt x="24989" y="51565"/>
                  </a:moveTo>
                  <a:lnTo>
                    <a:pt x="22949" y="51565"/>
                  </a:lnTo>
                  <a:lnTo>
                    <a:pt x="13514" y="53474"/>
                  </a:lnTo>
                  <a:lnTo>
                    <a:pt x="9689" y="53474"/>
                  </a:lnTo>
                  <a:lnTo>
                    <a:pt x="2039" y="55382"/>
                  </a:lnTo>
                  <a:lnTo>
                    <a:pt x="0" y="57291"/>
                  </a:lnTo>
                  <a:lnTo>
                    <a:pt x="1179" y="65703"/>
                  </a:lnTo>
                  <a:lnTo>
                    <a:pt x="1784" y="75906"/>
                  </a:lnTo>
                  <a:lnTo>
                    <a:pt x="1888" y="82972"/>
                  </a:lnTo>
                  <a:lnTo>
                    <a:pt x="2008" y="129198"/>
                  </a:lnTo>
                  <a:lnTo>
                    <a:pt x="1784" y="139876"/>
                  </a:lnTo>
                  <a:lnTo>
                    <a:pt x="1179" y="148406"/>
                  </a:lnTo>
                  <a:lnTo>
                    <a:pt x="0" y="156578"/>
                  </a:lnTo>
                  <a:lnTo>
                    <a:pt x="2039" y="158487"/>
                  </a:lnTo>
                  <a:lnTo>
                    <a:pt x="13514" y="158487"/>
                  </a:lnTo>
                  <a:lnTo>
                    <a:pt x="22949" y="156578"/>
                  </a:lnTo>
                  <a:lnTo>
                    <a:pt x="24989" y="156578"/>
                  </a:lnTo>
                  <a:lnTo>
                    <a:pt x="24670" y="147362"/>
                  </a:lnTo>
                  <a:lnTo>
                    <a:pt x="23969" y="137248"/>
                  </a:lnTo>
                  <a:lnTo>
                    <a:pt x="23267" y="122476"/>
                  </a:lnTo>
                  <a:lnTo>
                    <a:pt x="22949" y="99287"/>
                  </a:lnTo>
                  <a:lnTo>
                    <a:pt x="23267" y="82972"/>
                  </a:lnTo>
                  <a:lnTo>
                    <a:pt x="23969" y="70415"/>
                  </a:lnTo>
                  <a:lnTo>
                    <a:pt x="24670" y="60363"/>
                  </a:lnTo>
                  <a:lnTo>
                    <a:pt x="24989" y="51565"/>
                  </a:lnTo>
                  <a:close/>
                </a:path>
                <a:path w="25400" h="158750">
                  <a:moveTo>
                    <a:pt x="24989" y="0"/>
                  </a:moveTo>
                  <a:lnTo>
                    <a:pt x="13514" y="1908"/>
                  </a:lnTo>
                  <a:lnTo>
                    <a:pt x="11474" y="1908"/>
                  </a:lnTo>
                  <a:lnTo>
                    <a:pt x="2039" y="3817"/>
                  </a:lnTo>
                  <a:lnTo>
                    <a:pt x="0" y="3817"/>
                  </a:lnTo>
                  <a:lnTo>
                    <a:pt x="0" y="22906"/>
                  </a:lnTo>
                  <a:lnTo>
                    <a:pt x="2039" y="24815"/>
                  </a:lnTo>
                  <a:lnTo>
                    <a:pt x="11474" y="22906"/>
                  </a:lnTo>
                  <a:lnTo>
                    <a:pt x="24989" y="22906"/>
                  </a:lnTo>
                  <a:lnTo>
                    <a:pt x="24989" y="0"/>
                  </a:lnTo>
                  <a:close/>
                </a:path>
              </a:pathLst>
            </a:custGeom>
            <a:solidFill>
              <a:srgbClr val="000000"/>
            </a:solidFill>
          </p:spPr>
          <p:txBody>
            <a:bodyPr wrap="square" lIns="0" tIns="0" rIns="0" bIns="0" rtlCol="0"/>
            <a:lstStyle/>
            <a:p>
              <a:endParaRPr/>
            </a:p>
          </p:txBody>
        </p:sp>
        <p:pic>
          <p:nvPicPr>
            <p:cNvPr id="164" name="object 164"/>
            <p:cNvPicPr/>
            <p:nvPr/>
          </p:nvPicPr>
          <p:blipFill>
            <a:blip r:embed="rId137" cstate="print"/>
            <a:stretch>
              <a:fillRect/>
            </a:stretch>
          </p:blipFill>
          <p:spPr>
            <a:xfrm>
              <a:off x="5860105" y="5506708"/>
              <a:ext cx="93836" cy="110791"/>
            </a:xfrm>
            <a:prstGeom prst="rect">
              <a:avLst/>
            </a:prstGeom>
          </p:spPr>
        </p:pic>
        <p:pic>
          <p:nvPicPr>
            <p:cNvPr id="165" name="object 165"/>
            <p:cNvPicPr/>
            <p:nvPr/>
          </p:nvPicPr>
          <p:blipFill>
            <a:blip r:embed="rId138" cstate="print"/>
            <a:stretch>
              <a:fillRect/>
            </a:stretch>
          </p:blipFill>
          <p:spPr>
            <a:xfrm>
              <a:off x="5741534" y="5453234"/>
              <a:ext cx="95621" cy="164265"/>
            </a:xfrm>
            <a:prstGeom prst="rect">
              <a:avLst/>
            </a:prstGeom>
          </p:spPr>
        </p:pic>
        <p:pic>
          <p:nvPicPr>
            <p:cNvPr id="166" name="object 166"/>
            <p:cNvPicPr/>
            <p:nvPr/>
          </p:nvPicPr>
          <p:blipFill>
            <a:blip r:embed="rId139" cstate="print"/>
            <a:stretch>
              <a:fillRect/>
            </a:stretch>
          </p:blipFill>
          <p:spPr>
            <a:xfrm>
              <a:off x="6022788" y="5453234"/>
              <a:ext cx="168293" cy="162330"/>
            </a:xfrm>
            <a:prstGeom prst="rect">
              <a:avLst/>
            </a:prstGeom>
          </p:spPr>
        </p:pic>
        <p:pic>
          <p:nvPicPr>
            <p:cNvPr id="167" name="object 167"/>
            <p:cNvPicPr/>
            <p:nvPr/>
          </p:nvPicPr>
          <p:blipFill>
            <a:blip r:embed="rId140" cstate="print"/>
            <a:stretch>
              <a:fillRect/>
            </a:stretch>
          </p:blipFill>
          <p:spPr>
            <a:xfrm>
              <a:off x="6211991" y="5506708"/>
              <a:ext cx="93975" cy="110791"/>
            </a:xfrm>
            <a:prstGeom prst="rect">
              <a:avLst/>
            </a:prstGeom>
          </p:spPr>
        </p:pic>
        <p:pic>
          <p:nvPicPr>
            <p:cNvPr id="168" name="object 168"/>
            <p:cNvPicPr/>
            <p:nvPr/>
          </p:nvPicPr>
          <p:blipFill>
            <a:blip r:embed="rId141" cstate="print"/>
            <a:stretch>
              <a:fillRect/>
            </a:stretch>
          </p:blipFill>
          <p:spPr>
            <a:xfrm>
              <a:off x="6380540" y="5457077"/>
              <a:ext cx="351886" cy="160422"/>
            </a:xfrm>
            <a:prstGeom prst="rect">
              <a:avLst/>
            </a:prstGeom>
          </p:spPr>
        </p:pic>
        <p:pic>
          <p:nvPicPr>
            <p:cNvPr id="169" name="object 169"/>
            <p:cNvPicPr/>
            <p:nvPr/>
          </p:nvPicPr>
          <p:blipFill>
            <a:blip r:embed="rId142" cstate="print"/>
            <a:stretch>
              <a:fillRect/>
            </a:stretch>
          </p:blipFill>
          <p:spPr>
            <a:xfrm>
              <a:off x="6812749" y="5506708"/>
              <a:ext cx="147384" cy="110791"/>
            </a:xfrm>
            <a:prstGeom prst="rect">
              <a:avLst/>
            </a:prstGeom>
          </p:spPr>
        </p:pic>
        <p:pic>
          <p:nvPicPr>
            <p:cNvPr id="170" name="object 170"/>
            <p:cNvPicPr/>
            <p:nvPr/>
          </p:nvPicPr>
          <p:blipFill>
            <a:blip r:embed="rId143" cstate="print"/>
            <a:stretch>
              <a:fillRect/>
            </a:stretch>
          </p:blipFill>
          <p:spPr>
            <a:xfrm>
              <a:off x="6986907" y="5506708"/>
              <a:ext cx="91796" cy="108856"/>
            </a:xfrm>
            <a:prstGeom prst="rect">
              <a:avLst/>
            </a:prstGeom>
          </p:spPr>
        </p:pic>
        <p:pic>
          <p:nvPicPr>
            <p:cNvPr id="171" name="object 171"/>
            <p:cNvPicPr/>
            <p:nvPr/>
          </p:nvPicPr>
          <p:blipFill>
            <a:blip r:embed="rId144" cstate="print"/>
            <a:stretch>
              <a:fillRect/>
            </a:stretch>
          </p:blipFill>
          <p:spPr>
            <a:xfrm>
              <a:off x="7099613" y="5506708"/>
              <a:ext cx="245045" cy="158513"/>
            </a:xfrm>
            <a:prstGeom prst="rect">
              <a:avLst/>
            </a:prstGeom>
          </p:spPr>
        </p:pic>
        <p:pic>
          <p:nvPicPr>
            <p:cNvPr id="172" name="object 172"/>
            <p:cNvPicPr/>
            <p:nvPr/>
          </p:nvPicPr>
          <p:blipFill>
            <a:blip r:embed="rId145" cstate="print"/>
            <a:stretch>
              <a:fillRect/>
            </a:stretch>
          </p:blipFill>
          <p:spPr>
            <a:xfrm>
              <a:off x="1074012" y="2149399"/>
              <a:ext cx="371087" cy="145074"/>
            </a:xfrm>
            <a:prstGeom prst="rect">
              <a:avLst/>
            </a:prstGeom>
          </p:spPr>
        </p:pic>
        <p:pic>
          <p:nvPicPr>
            <p:cNvPr id="173" name="object 173"/>
            <p:cNvPicPr/>
            <p:nvPr/>
          </p:nvPicPr>
          <p:blipFill>
            <a:blip r:embed="rId146" cstate="print"/>
            <a:stretch>
              <a:fillRect/>
            </a:stretch>
          </p:blipFill>
          <p:spPr>
            <a:xfrm>
              <a:off x="1513972" y="2154998"/>
              <a:ext cx="101384" cy="137439"/>
            </a:xfrm>
            <a:prstGeom prst="rect">
              <a:avLst/>
            </a:prstGeom>
          </p:spPr>
        </p:pic>
        <p:sp>
          <p:nvSpPr>
            <p:cNvPr id="174" name="object 174"/>
            <p:cNvSpPr/>
            <p:nvPr/>
          </p:nvSpPr>
          <p:spPr>
            <a:xfrm>
              <a:off x="1642130" y="2183758"/>
              <a:ext cx="34925" cy="109220"/>
            </a:xfrm>
            <a:custGeom>
              <a:avLst/>
              <a:gdLst/>
              <a:ahLst/>
              <a:cxnLst/>
              <a:rect l="l" t="t" r="r" b="b"/>
              <a:pathLst>
                <a:path w="34925" h="109219">
                  <a:moveTo>
                    <a:pt x="32536" y="76355"/>
                  </a:moveTo>
                  <a:lnTo>
                    <a:pt x="0" y="78136"/>
                  </a:lnTo>
                  <a:lnTo>
                    <a:pt x="0" y="106897"/>
                  </a:lnTo>
                  <a:lnTo>
                    <a:pt x="1912" y="108678"/>
                  </a:lnTo>
                  <a:lnTo>
                    <a:pt x="34449" y="106897"/>
                  </a:lnTo>
                  <a:lnTo>
                    <a:pt x="34449" y="78136"/>
                  </a:lnTo>
                  <a:lnTo>
                    <a:pt x="32536" y="76355"/>
                  </a:lnTo>
                  <a:close/>
                </a:path>
                <a:path w="34925" h="109219">
                  <a:moveTo>
                    <a:pt x="34449" y="0"/>
                  </a:moveTo>
                  <a:lnTo>
                    <a:pt x="0" y="1781"/>
                  </a:lnTo>
                  <a:lnTo>
                    <a:pt x="0" y="32323"/>
                  </a:lnTo>
                  <a:lnTo>
                    <a:pt x="34449" y="30542"/>
                  </a:lnTo>
                  <a:lnTo>
                    <a:pt x="34449" y="0"/>
                  </a:lnTo>
                  <a:close/>
                </a:path>
              </a:pathLst>
            </a:custGeom>
            <a:solidFill>
              <a:srgbClr val="000000"/>
            </a:solidFill>
          </p:spPr>
          <p:txBody>
            <a:bodyPr wrap="square" lIns="0" tIns="0" rIns="0" bIns="0" rtlCol="0"/>
            <a:lstStyle/>
            <a:p>
              <a:endParaRPr/>
            </a:p>
          </p:txBody>
        </p:sp>
        <p:pic>
          <p:nvPicPr>
            <p:cNvPr id="175" name="object 175"/>
            <p:cNvPicPr/>
            <p:nvPr/>
          </p:nvPicPr>
          <p:blipFill>
            <a:blip r:embed="rId147" cstate="print"/>
            <a:stretch>
              <a:fillRect/>
            </a:stretch>
          </p:blipFill>
          <p:spPr>
            <a:xfrm>
              <a:off x="1756927" y="2147363"/>
              <a:ext cx="460997" cy="147110"/>
            </a:xfrm>
            <a:prstGeom prst="rect">
              <a:avLst/>
            </a:prstGeom>
          </p:spPr>
        </p:pic>
        <p:pic>
          <p:nvPicPr>
            <p:cNvPr id="176" name="object 176"/>
            <p:cNvPicPr/>
            <p:nvPr/>
          </p:nvPicPr>
          <p:blipFill>
            <a:blip r:embed="rId148" cstate="print"/>
            <a:stretch>
              <a:fillRect/>
            </a:stretch>
          </p:blipFill>
          <p:spPr>
            <a:xfrm>
              <a:off x="2292534" y="2130310"/>
              <a:ext cx="200855" cy="162127"/>
            </a:xfrm>
            <a:prstGeom prst="rect">
              <a:avLst/>
            </a:prstGeom>
          </p:spPr>
        </p:pic>
        <p:pic>
          <p:nvPicPr>
            <p:cNvPr id="177" name="object 177"/>
            <p:cNvPicPr/>
            <p:nvPr/>
          </p:nvPicPr>
          <p:blipFill>
            <a:blip r:embed="rId149" cstate="print"/>
            <a:stretch>
              <a:fillRect/>
            </a:stretch>
          </p:blipFill>
          <p:spPr>
            <a:xfrm>
              <a:off x="2512514" y="2130310"/>
              <a:ext cx="369200" cy="164163"/>
            </a:xfrm>
            <a:prstGeom prst="rect">
              <a:avLst/>
            </a:prstGeom>
          </p:spPr>
        </p:pic>
        <p:pic>
          <p:nvPicPr>
            <p:cNvPr id="178" name="object 178"/>
            <p:cNvPicPr/>
            <p:nvPr/>
          </p:nvPicPr>
          <p:blipFill>
            <a:blip r:embed="rId150" cstate="print"/>
            <a:stretch>
              <a:fillRect/>
            </a:stretch>
          </p:blipFill>
          <p:spPr>
            <a:xfrm>
              <a:off x="2902752" y="2181722"/>
              <a:ext cx="221892" cy="160600"/>
            </a:xfrm>
            <a:prstGeom prst="rect">
              <a:avLst/>
            </a:prstGeom>
          </p:spPr>
        </p:pic>
      </p:grpSp>
      <p:sp>
        <p:nvSpPr>
          <p:cNvPr id="179" name="object 179"/>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180" name="object 180"/>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181" name="object 18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31</a:t>
            </a:fld>
            <a:endParaRPr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2357755" cy="391160"/>
          </a:xfrm>
          <a:prstGeom prst="rect">
            <a:avLst/>
          </a:prstGeom>
        </p:spPr>
        <p:txBody>
          <a:bodyPr vert="horz" wrap="square" lIns="0" tIns="12700" rIns="0" bIns="0" rtlCol="0">
            <a:spAutoFit/>
          </a:bodyPr>
          <a:lstStyle/>
          <a:p>
            <a:pPr marL="12700">
              <a:lnSpc>
                <a:spcPct val="100000"/>
              </a:lnSpc>
              <a:spcBef>
                <a:spcPts val="100"/>
              </a:spcBef>
            </a:pPr>
            <a:r>
              <a:rPr spc="-50" dirty="0"/>
              <a:t>Test</a:t>
            </a:r>
            <a:r>
              <a:rPr spc="-70" dirty="0"/>
              <a:t> </a:t>
            </a:r>
            <a:r>
              <a:rPr dirty="0"/>
              <a:t>automation</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32</a:t>
            </a:fld>
            <a:endParaRPr dirty="0"/>
          </a:p>
        </p:txBody>
      </p:sp>
      <p:sp>
        <p:nvSpPr>
          <p:cNvPr id="3" name="object 3"/>
          <p:cNvSpPr txBox="1"/>
          <p:nvPr/>
        </p:nvSpPr>
        <p:spPr>
          <a:xfrm>
            <a:off x="535940" y="1626234"/>
            <a:ext cx="8001634" cy="4271645"/>
          </a:xfrm>
          <a:prstGeom prst="rect">
            <a:avLst/>
          </a:prstGeom>
        </p:spPr>
        <p:txBody>
          <a:bodyPr vert="horz" wrap="square" lIns="0" tIns="12700" rIns="0" bIns="0" rtlCol="0">
            <a:spAutoFit/>
          </a:bodyPr>
          <a:lstStyle/>
          <a:p>
            <a:pPr marL="355600" marR="173990" indent="-342900">
              <a:lnSpc>
                <a:spcPct val="100000"/>
              </a:lnSpc>
              <a:spcBef>
                <a:spcPts val="100"/>
              </a:spcBef>
              <a:buFont typeface="Wingdings"/>
              <a:buChar char=""/>
              <a:tabLst>
                <a:tab pos="355600" algn="l"/>
              </a:tabLst>
            </a:pPr>
            <a:r>
              <a:rPr sz="2400" spc="-70" dirty="0">
                <a:solidFill>
                  <a:srgbClr val="46424D"/>
                </a:solidFill>
                <a:latin typeface="Arial MT"/>
                <a:cs typeface="Arial MT"/>
              </a:rPr>
              <a:t>Test</a:t>
            </a:r>
            <a:r>
              <a:rPr sz="2400" spc="-5" dirty="0">
                <a:solidFill>
                  <a:srgbClr val="46424D"/>
                </a:solidFill>
                <a:latin typeface="Arial MT"/>
                <a:cs typeface="Arial MT"/>
              </a:rPr>
              <a:t> </a:t>
            </a:r>
            <a:r>
              <a:rPr sz="2400" dirty="0">
                <a:solidFill>
                  <a:srgbClr val="46424D"/>
                </a:solidFill>
                <a:latin typeface="Arial MT"/>
                <a:cs typeface="Arial MT"/>
              </a:rPr>
              <a:t>automation means</a:t>
            </a:r>
            <a:r>
              <a:rPr sz="2400" spc="15" dirty="0">
                <a:solidFill>
                  <a:srgbClr val="46424D"/>
                </a:solidFill>
                <a:latin typeface="Arial MT"/>
                <a:cs typeface="Arial MT"/>
              </a:rPr>
              <a:t> </a:t>
            </a:r>
            <a:r>
              <a:rPr sz="2400" dirty="0">
                <a:solidFill>
                  <a:srgbClr val="46424D"/>
                </a:solidFill>
                <a:latin typeface="Arial MT"/>
                <a:cs typeface="Arial MT"/>
              </a:rPr>
              <a:t>that</a:t>
            </a:r>
            <a:r>
              <a:rPr sz="2400" spc="-15" dirty="0">
                <a:solidFill>
                  <a:srgbClr val="46424D"/>
                </a:solidFill>
                <a:latin typeface="Arial MT"/>
                <a:cs typeface="Arial MT"/>
              </a:rPr>
              <a:t> </a:t>
            </a:r>
            <a:r>
              <a:rPr sz="2400" dirty="0">
                <a:solidFill>
                  <a:srgbClr val="46424D"/>
                </a:solidFill>
                <a:latin typeface="Arial MT"/>
                <a:cs typeface="Arial MT"/>
              </a:rPr>
              <a:t>tests</a:t>
            </a:r>
            <a:r>
              <a:rPr sz="2400" spc="-20" dirty="0">
                <a:solidFill>
                  <a:srgbClr val="46424D"/>
                </a:solidFill>
                <a:latin typeface="Arial MT"/>
                <a:cs typeface="Arial MT"/>
              </a:rPr>
              <a:t> </a:t>
            </a:r>
            <a:r>
              <a:rPr sz="2400" spc="-5" dirty="0">
                <a:solidFill>
                  <a:srgbClr val="46424D"/>
                </a:solidFill>
                <a:latin typeface="Arial MT"/>
                <a:cs typeface="Arial MT"/>
              </a:rPr>
              <a:t>are</a:t>
            </a:r>
            <a:r>
              <a:rPr sz="2400" spc="5" dirty="0">
                <a:solidFill>
                  <a:srgbClr val="46424D"/>
                </a:solidFill>
                <a:latin typeface="Arial MT"/>
                <a:cs typeface="Arial MT"/>
              </a:rPr>
              <a:t> </a:t>
            </a:r>
            <a:r>
              <a:rPr sz="2400" spc="-5" dirty="0">
                <a:solidFill>
                  <a:srgbClr val="46424D"/>
                </a:solidFill>
                <a:latin typeface="Arial MT"/>
                <a:cs typeface="Arial MT"/>
              </a:rPr>
              <a:t>written</a:t>
            </a:r>
            <a:r>
              <a:rPr sz="2400" dirty="0">
                <a:solidFill>
                  <a:srgbClr val="46424D"/>
                </a:solidFill>
                <a:latin typeface="Arial MT"/>
                <a:cs typeface="Arial MT"/>
              </a:rPr>
              <a:t> </a:t>
            </a:r>
            <a:r>
              <a:rPr sz="2400" spc="-5" dirty="0">
                <a:solidFill>
                  <a:srgbClr val="46424D"/>
                </a:solidFill>
                <a:latin typeface="Arial MT"/>
                <a:cs typeface="Arial MT"/>
              </a:rPr>
              <a:t>as </a:t>
            </a:r>
            <a:r>
              <a:rPr sz="2400" dirty="0">
                <a:solidFill>
                  <a:srgbClr val="46424D"/>
                </a:solidFill>
                <a:latin typeface="Arial MT"/>
                <a:cs typeface="Arial MT"/>
              </a:rPr>
              <a:t> </a:t>
            </a:r>
            <a:r>
              <a:rPr sz="2400" spc="-5" dirty="0" smtClean="0">
                <a:solidFill>
                  <a:srgbClr val="46424D"/>
                </a:solidFill>
                <a:latin typeface="Arial MT"/>
                <a:cs typeface="Arial MT"/>
              </a:rPr>
              <a:t>executable</a:t>
            </a:r>
            <a:r>
              <a:rPr sz="2400" spc="30" dirty="0" smtClean="0">
                <a:solidFill>
                  <a:srgbClr val="46424D"/>
                </a:solidFill>
                <a:latin typeface="Arial MT"/>
                <a:cs typeface="Arial MT"/>
              </a:rPr>
              <a:t> </a:t>
            </a:r>
            <a:r>
              <a:rPr sz="2400" dirty="0" smtClean="0">
                <a:solidFill>
                  <a:srgbClr val="46424D"/>
                </a:solidFill>
                <a:latin typeface="Arial MT"/>
                <a:cs typeface="Arial MT"/>
              </a:rPr>
              <a:t>components</a:t>
            </a:r>
            <a:r>
              <a:rPr sz="2400" spc="15" dirty="0" smtClean="0">
                <a:solidFill>
                  <a:srgbClr val="46424D"/>
                </a:solidFill>
                <a:latin typeface="Arial MT"/>
                <a:cs typeface="Arial MT"/>
              </a:rPr>
              <a:t> </a:t>
            </a:r>
            <a:r>
              <a:rPr sz="2400" dirty="0" smtClean="0">
                <a:solidFill>
                  <a:srgbClr val="46424D"/>
                </a:solidFill>
                <a:latin typeface="Arial MT"/>
                <a:cs typeface="Arial MT"/>
              </a:rPr>
              <a:t>before</a:t>
            </a:r>
            <a:r>
              <a:rPr sz="2400" spc="-10" dirty="0" smtClean="0">
                <a:solidFill>
                  <a:srgbClr val="46424D"/>
                </a:solidFill>
                <a:latin typeface="Arial MT"/>
                <a:cs typeface="Arial MT"/>
              </a:rPr>
              <a:t> </a:t>
            </a:r>
            <a:r>
              <a:rPr sz="2400" dirty="0" smtClean="0">
                <a:solidFill>
                  <a:srgbClr val="46424D"/>
                </a:solidFill>
                <a:latin typeface="Arial MT"/>
                <a:cs typeface="Arial MT"/>
              </a:rPr>
              <a:t>the</a:t>
            </a:r>
            <a:r>
              <a:rPr sz="2400" spc="-15" dirty="0" smtClean="0">
                <a:solidFill>
                  <a:srgbClr val="46424D"/>
                </a:solidFill>
                <a:latin typeface="Arial MT"/>
                <a:cs typeface="Arial MT"/>
              </a:rPr>
              <a:t> </a:t>
            </a:r>
            <a:r>
              <a:rPr sz="2400" dirty="0" smtClean="0">
                <a:solidFill>
                  <a:srgbClr val="46424D"/>
                </a:solidFill>
                <a:latin typeface="Arial MT"/>
                <a:cs typeface="Arial MT"/>
              </a:rPr>
              <a:t>task</a:t>
            </a:r>
            <a:r>
              <a:rPr sz="2400" spc="-5" dirty="0" smtClean="0">
                <a:solidFill>
                  <a:srgbClr val="46424D"/>
                </a:solidFill>
                <a:latin typeface="Arial MT"/>
                <a:cs typeface="Arial MT"/>
              </a:rPr>
              <a:t> </a:t>
            </a:r>
            <a:r>
              <a:rPr sz="2400" spc="-10" dirty="0" smtClean="0">
                <a:solidFill>
                  <a:srgbClr val="46424D"/>
                </a:solidFill>
                <a:latin typeface="Arial MT"/>
                <a:cs typeface="Arial MT"/>
              </a:rPr>
              <a:t>is</a:t>
            </a:r>
            <a:r>
              <a:rPr sz="2400" dirty="0" smtClean="0">
                <a:solidFill>
                  <a:srgbClr val="46424D"/>
                </a:solidFill>
                <a:latin typeface="Arial MT"/>
                <a:cs typeface="Arial MT"/>
              </a:rPr>
              <a:t> implemented</a:t>
            </a:r>
            <a:endParaRPr sz="2400" dirty="0" smtClean="0">
              <a:latin typeface="Arial MT"/>
              <a:cs typeface="Arial MT"/>
            </a:endParaRPr>
          </a:p>
          <a:p>
            <a:pPr marL="756285" marR="91440" lvl="1" indent="-287020">
              <a:lnSpc>
                <a:spcPct val="100000"/>
              </a:lnSpc>
              <a:spcBef>
                <a:spcPts val="905"/>
              </a:spcBef>
              <a:buFont typeface="Wingdings"/>
              <a:buChar char=""/>
              <a:tabLst>
                <a:tab pos="756285" algn="l"/>
                <a:tab pos="756920" algn="l"/>
              </a:tabLst>
            </a:pPr>
            <a:r>
              <a:rPr sz="2000" dirty="0" smtClean="0">
                <a:solidFill>
                  <a:srgbClr val="46424D"/>
                </a:solidFill>
                <a:latin typeface="Arial MT"/>
                <a:cs typeface="Arial MT"/>
              </a:rPr>
              <a:t>These testing components should be stand-alone, should </a:t>
            </a:r>
            <a:r>
              <a:rPr sz="2000" spc="5" dirty="0" smtClean="0">
                <a:solidFill>
                  <a:srgbClr val="46424D"/>
                </a:solidFill>
                <a:latin typeface="Arial MT"/>
                <a:cs typeface="Arial MT"/>
              </a:rPr>
              <a:t> </a:t>
            </a:r>
            <a:r>
              <a:rPr sz="2000" dirty="0" smtClean="0">
                <a:solidFill>
                  <a:srgbClr val="46424D"/>
                </a:solidFill>
                <a:latin typeface="Arial MT"/>
                <a:cs typeface="Arial MT"/>
              </a:rPr>
              <a:t>simulate the submission of input to be tested and should check </a:t>
            </a:r>
            <a:r>
              <a:rPr sz="2000" spc="5" dirty="0" smtClean="0">
                <a:solidFill>
                  <a:srgbClr val="46424D"/>
                </a:solidFill>
                <a:latin typeface="Arial MT"/>
                <a:cs typeface="Arial MT"/>
              </a:rPr>
              <a:t> </a:t>
            </a:r>
            <a:r>
              <a:rPr sz="2000" dirty="0" smtClean="0">
                <a:solidFill>
                  <a:srgbClr val="46424D"/>
                </a:solidFill>
                <a:latin typeface="Arial MT"/>
                <a:cs typeface="Arial MT"/>
              </a:rPr>
              <a:t>that</a:t>
            </a:r>
            <a:r>
              <a:rPr sz="2000" spc="-25" dirty="0" smtClean="0">
                <a:solidFill>
                  <a:srgbClr val="46424D"/>
                </a:solidFill>
                <a:latin typeface="Arial MT"/>
                <a:cs typeface="Arial MT"/>
              </a:rPr>
              <a:t> </a:t>
            </a:r>
            <a:r>
              <a:rPr sz="2000" dirty="0" smtClean="0">
                <a:solidFill>
                  <a:srgbClr val="46424D"/>
                </a:solidFill>
                <a:latin typeface="Arial MT"/>
                <a:cs typeface="Arial MT"/>
              </a:rPr>
              <a:t>the</a:t>
            </a:r>
            <a:r>
              <a:rPr sz="2000" spc="-20" dirty="0" smtClean="0">
                <a:solidFill>
                  <a:srgbClr val="46424D"/>
                </a:solidFill>
                <a:latin typeface="Arial MT"/>
                <a:cs typeface="Arial MT"/>
              </a:rPr>
              <a:t> </a:t>
            </a:r>
            <a:r>
              <a:rPr sz="2000" dirty="0" smtClean="0">
                <a:solidFill>
                  <a:srgbClr val="46424D"/>
                </a:solidFill>
                <a:latin typeface="Arial MT"/>
                <a:cs typeface="Arial MT"/>
              </a:rPr>
              <a:t>result</a:t>
            </a:r>
            <a:r>
              <a:rPr sz="2000" spc="-35" dirty="0" smtClean="0">
                <a:solidFill>
                  <a:srgbClr val="46424D"/>
                </a:solidFill>
                <a:latin typeface="Arial MT"/>
                <a:cs typeface="Arial MT"/>
              </a:rPr>
              <a:t> </a:t>
            </a:r>
            <a:r>
              <a:rPr sz="2000" dirty="0" smtClean="0">
                <a:solidFill>
                  <a:srgbClr val="46424D"/>
                </a:solidFill>
                <a:latin typeface="Arial MT"/>
                <a:cs typeface="Arial MT"/>
              </a:rPr>
              <a:t>meets</a:t>
            </a:r>
            <a:r>
              <a:rPr sz="2000" spc="-25" dirty="0" smtClean="0">
                <a:solidFill>
                  <a:srgbClr val="46424D"/>
                </a:solidFill>
                <a:latin typeface="Arial MT"/>
                <a:cs typeface="Arial MT"/>
              </a:rPr>
              <a:t> </a:t>
            </a:r>
            <a:r>
              <a:rPr sz="2000" dirty="0" smtClean="0">
                <a:solidFill>
                  <a:srgbClr val="46424D"/>
                </a:solidFill>
                <a:latin typeface="Arial MT"/>
                <a:cs typeface="Arial MT"/>
              </a:rPr>
              <a:t>the</a:t>
            </a:r>
            <a:r>
              <a:rPr sz="2000" spc="-20" dirty="0" smtClean="0">
                <a:solidFill>
                  <a:srgbClr val="46424D"/>
                </a:solidFill>
                <a:latin typeface="Arial MT"/>
                <a:cs typeface="Arial MT"/>
              </a:rPr>
              <a:t> </a:t>
            </a:r>
            <a:r>
              <a:rPr sz="2000" dirty="0" smtClean="0">
                <a:solidFill>
                  <a:srgbClr val="46424D"/>
                </a:solidFill>
                <a:latin typeface="Arial MT"/>
                <a:cs typeface="Arial MT"/>
              </a:rPr>
              <a:t>output</a:t>
            </a:r>
            <a:r>
              <a:rPr sz="2000" spc="-15" dirty="0" smtClean="0">
                <a:solidFill>
                  <a:srgbClr val="46424D"/>
                </a:solidFill>
                <a:latin typeface="Arial MT"/>
                <a:cs typeface="Arial MT"/>
              </a:rPr>
              <a:t> </a:t>
            </a:r>
            <a:r>
              <a:rPr sz="2000" dirty="0" smtClean="0">
                <a:solidFill>
                  <a:srgbClr val="46424D"/>
                </a:solidFill>
                <a:latin typeface="Arial MT"/>
                <a:cs typeface="Arial MT"/>
              </a:rPr>
              <a:t>specification.</a:t>
            </a:r>
            <a:r>
              <a:rPr sz="2000" spc="-155" dirty="0" smtClean="0">
                <a:solidFill>
                  <a:srgbClr val="46424D"/>
                </a:solidFill>
                <a:latin typeface="Arial MT"/>
                <a:cs typeface="Arial MT"/>
              </a:rPr>
              <a:t> </a:t>
            </a:r>
            <a:r>
              <a:rPr sz="2000" dirty="0" smtClean="0">
                <a:solidFill>
                  <a:srgbClr val="46424D"/>
                </a:solidFill>
                <a:latin typeface="Arial MT"/>
                <a:cs typeface="Arial MT"/>
              </a:rPr>
              <a:t>An</a:t>
            </a:r>
            <a:r>
              <a:rPr sz="2000" spc="-10" dirty="0" smtClean="0">
                <a:solidFill>
                  <a:srgbClr val="46424D"/>
                </a:solidFill>
                <a:latin typeface="Arial MT"/>
                <a:cs typeface="Arial MT"/>
              </a:rPr>
              <a:t> </a:t>
            </a:r>
            <a:r>
              <a:rPr sz="2000" dirty="0" smtClean="0">
                <a:solidFill>
                  <a:srgbClr val="46424D"/>
                </a:solidFill>
                <a:latin typeface="Arial MT"/>
                <a:cs typeface="Arial MT"/>
              </a:rPr>
              <a:t>automated</a:t>
            </a:r>
            <a:r>
              <a:rPr sz="2000" spc="-45" dirty="0" smtClean="0">
                <a:solidFill>
                  <a:srgbClr val="46424D"/>
                </a:solidFill>
                <a:latin typeface="Arial MT"/>
                <a:cs typeface="Arial MT"/>
              </a:rPr>
              <a:t> </a:t>
            </a:r>
            <a:r>
              <a:rPr sz="2000" dirty="0" smtClean="0">
                <a:solidFill>
                  <a:srgbClr val="46424D"/>
                </a:solidFill>
                <a:latin typeface="Arial MT"/>
                <a:cs typeface="Arial MT"/>
              </a:rPr>
              <a:t>test </a:t>
            </a:r>
            <a:r>
              <a:rPr sz="2000" spc="-540" dirty="0" smtClean="0">
                <a:solidFill>
                  <a:srgbClr val="46424D"/>
                </a:solidFill>
                <a:latin typeface="Arial MT"/>
                <a:cs typeface="Arial MT"/>
              </a:rPr>
              <a:t> </a:t>
            </a:r>
            <a:r>
              <a:rPr sz="2000" dirty="0" smtClean="0">
                <a:solidFill>
                  <a:srgbClr val="46424D"/>
                </a:solidFill>
                <a:latin typeface="Arial MT"/>
                <a:cs typeface="Arial MT"/>
              </a:rPr>
              <a:t>framework (e.g. </a:t>
            </a:r>
            <a:r>
              <a:rPr sz="2000" dirty="0" err="1" smtClean="0">
                <a:solidFill>
                  <a:srgbClr val="46424D"/>
                </a:solidFill>
                <a:latin typeface="Arial MT"/>
                <a:cs typeface="Arial MT"/>
              </a:rPr>
              <a:t>Junit</a:t>
            </a:r>
            <a:r>
              <a:rPr sz="2000" dirty="0" smtClean="0">
                <a:solidFill>
                  <a:srgbClr val="46424D"/>
                </a:solidFill>
                <a:latin typeface="Arial MT"/>
                <a:cs typeface="Arial MT"/>
              </a:rPr>
              <a:t>) is a system that makes it easy to write </a:t>
            </a:r>
            <a:r>
              <a:rPr sz="2000" spc="5" dirty="0" smtClean="0">
                <a:solidFill>
                  <a:srgbClr val="46424D"/>
                </a:solidFill>
                <a:latin typeface="Arial MT"/>
                <a:cs typeface="Arial MT"/>
              </a:rPr>
              <a:t> </a:t>
            </a:r>
            <a:r>
              <a:rPr sz="2000" dirty="0" smtClean="0">
                <a:solidFill>
                  <a:srgbClr val="46424D"/>
                </a:solidFill>
                <a:latin typeface="Arial MT"/>
                <a:cs typeface="Arial MT"/>
              </a:rPr>
              <a:t>executable</a:t>
            </a:r>
            <a:r>
              <a:rPr sz="2000" spc="-30" dirty="0" smtClean="0">
                <a:solidFill>
                  <a:srgbClr val="46424D"/>
                </a:solidFill>
                <a:latin typeface="Arial MT"/>
                <a:cs typeface="Arial MT"/>
              </a:rPr>
              <a:t> </a:t>
            </a:r>
            <a:r>
              <a:rPr sz="2000" dirty="0" smtClean="0">
                <a:solidFill>
                  <a:srgbClr val="46424D"/>
                </a:solidFill>
                <a:latin typeface="Arial MT"/>
                <a:cs typeface="Arial MT"/>
              </a:rPr>
              <a:t>tests</a:t>
            </a:r>
            <a:r>
              <a:rPr sz="2000" spc="-25" dirty="0" smtClean="0">
                <a:solidFill>
                  <a:srgbClr val="46424D"/>
                </a:solidFill>
                <a:latin typeface="Arial MT"/>
                <a:cs typeface="Arial MT"/>
              </a:rPr>
              <a:t> </a:t>
            </a:r>
            <a:r>
              <a:rPr sz="2000" dirty="0" smtClean="0">
                <a:solidFill>
                  <a:srgbClr val="46424D"/>
                </a:solidFill>
                <a:latin typeface="Arial MT"/>
                <a:cs typeface="Arial MT"/>
              </a:rPr>
              <a:t>and</a:t>
            </a:r>
            <a:r>
              <a:rPr sz="2000" spc="-15" dirty="0" smtClean="0">
                <a:solidFill>
                  <a:srgbClr val="46424D"/>
                </a:solidFill>
                <a:latin typeface="Arial MT"/>
                <a:cs typeface="Arial MT"/>
              </a:rPr>
              <a:t> </a:t>
            </a:r>
            <a:r>
              <a:rPr sz="2000" dirty="0" smtClean="0">
                <a:solidFill>
                  <a:srgbClr val="46424D"/>
                </a:solidFill>
                <a:latin typeface="Arial MT"/>
                <a:cs typeface="Arial MT"/>
              </a:rPr>
              <a:t>submit</a:t>
            </a:r>
            <a:r>
              <a:rPr sz="2000" spc="-35" dirty="0" smtClean="0">
                <a:solidFill>
                  <a:srgbClr val="46424D"/>
                </a:solidFill>
                <a:latin typeface="Arial MT"/>
                <a:cs typeface="Arial MT"/>
              </a:rPr>
              <a:t> </a:t>
            </a:r>
            <a:r>
              <a:rPr sz="2000" dirty="0" smtClean="0">
                <a:solidFill>
                  <a:srgbClr val="46424D"/>
                </a:solidFill>
                <a:latin typeface="Arial MT"/>
                <a:cs typeface="Arial MT"/>
              </a:rPr>
              <a:t>a set</a:t>
            </a:r>
            <a:r>
              <a:rPr sz="2000" spc="-20" dirty="0" smtClean="0">
                <a:solidFill>
                  <a:srgbClr val="46424D"/>
                </a:solidFill>
                <a:latin typeface="Arial MT"/>
                <a:cs typeface="Arial MT"/>
              </a:rPr>
              <a:t> </a:t>
            </a:r>
            <a:r>
              <a:rPr sz="2000" dirty="0" smtClean="0">
                <a:solidFill>
                  <a:srgbClr val="46424D"/>
                </a:solidFill>
                <a:latin typeface="Arial MT"/>
                <a:cs typeface="Arial MT"/>
              </a:rPr>
              <a:t>of</a:t>
            </a:r>
            <a:r>
              <a:rPr sz="2000" spc="-20" dirty="0" smtClean="0">
                <a:solidFill>
                  <a:srgbClr val="46424D"/>
                </a:solidFill>
                <a:latin typeface="Arial MT"/>
                <a:cs typeface="Arial MT"/>
              </a:rPr>
              <a:t> </a:t>
            </a:r>
            <a:r>
              <a:rPr sz="2000" dirty="0" smtClean="0">
                <a:solidFill>
                  <a:srgbClr val="46424D"/>
                </a:solidFill>
                <a:latin typeface="Arial MT"/>
                <a:cs typeface="Arial MT"/>
              </a:rPr>
              <a:t>tests</a:t>
            </a:r>
            <a:r>
              <a:rPr sz="2000" spc="-25" dirty="0" smtClean="0">
                <a:solidFill>
                  <a:srgbClr val="46424D"/>
                </a:solidFill>
                <a:latin typeface="Arial MT"/>
                <a:cs typeface="Arial MT"/>
              </a:rPr>
              <a:t> </a:t>
            </a:r>
            <a:r>
              <a:rPr sz="2000" dirty="0" smtClean="0">
                <a:solidFill>
                  <a:srgbClr val="46424D"/>
                </a:solidFill>
                <a:latin typeface="Arial MT"/>
                <a:cs typeface="Arial MT"/>
              </a:rPr>
              <a:t>for</a:t>
            </a:r>
            <a:r>
              <a:rPr sz="2000" spc="-30" dirty="0" smtClean="0">
                <a:solidFill>
                  <a:srgbClr val="46424D"/>
                </a:solidFill>
                <a:latin typeface="Arial MT"/>
                <a:cs typeface="Arial MT"/>
              </a:rPr>
              <a:t> </a:t>
            </a:r>
            <a:r>
              <a:rPr sz="2000" dirty="0" smtClean="0">
                <a:solidFill>
                  <a:srgbClr val="46424D"/>
                </a:solidFill>
                <a:latin typeface="Arial MT"/>
                <a:cs typeface="Arial MT"/>
              </a:rPr>
              <a:t>execution.</a:t>
            </a:r>
            <a:endParaRPr sz="2000" dirty="0" smtClean="0">
              <a:latin typeface="Arial MT"/>
              <a:cs typeface="Arial MT"/>
            </a:endParaRPr>
          </a:p>
          <a:p>
            <a:pPr marL="355600" marR="464820" indent="-342900">
              <a:lnSpc>
                <a:spcPct val="100000"/>
              </a:lnSpc>
              <a:spcBef>
                <a:spcPts val="900"/>
              </a:spcBef>
              <a:buFont typeface="Wingdings"/>
              <a:buChar char=""/>
              <a:tabLst>
                <a:tab pos="355600" algn="l"/>
              </a:tabLst>
            </a:pPr>
            <a:r>
              <a:rPr sz="2400" dirty="0" smtClean="0">
                <a:solidFill>
                  <a:srgbClr val="46424D"/>
                </a:solidFill>
                <a:latin typeface="Arial MT"/>
                <a:cs typeface="Arial MT"/>
              </a:rPr>
              <a:t>As</a:t>
            </a:r>
            <a:r>
              <a:rPr sz="2400" spc="-5" dirty="0" smtClean="0">
                <a:solidFill>
                  <a:srgbClr val="46424D"/>
                </a:solidFill>
                <a:latin typeface="Arial MT"/>
                <a:cs typeface="Arial MT"/>
              </a:rPr>
              <a:t> </a:t>
            </a:r>
            <a:r>
              <a:rPr sz="2400" dirty="0">
                <a:solidFill>
                  <a:srgbClr val="46424D"/>
                </a:solidFill>
                <a:latin typeface="Arial MT"/>
                <a:cs typeface="Arial MT"/>
              </a:rPr>
              <a:t>testing</a:t>
            </a:r>
            <a:r>
              <a:rPr sz="2400" spc="-5" dirty="0">
                <a:solidFill>
                  <a:srgbClr val="46424D"/>
                </a:solidFill>
                <a:latin typeface="Arial MT"/>
                <a:cs typeface="Arial MT"/>
              </a:rPr>
              <a:t> </a:t>
            </a:r>
            <a:r>
              <a:rPr sz="2400" spc="-10" dirty="0">
                <a:solidFill>
                  <a:srgbClr val="46424D"/>
                </a:solidFill>
                <a:latin typeface="Arial MT"/>
                <a:cs typeface="Arial MT"/>
              </a:rPr>
              <a:t>is</a:t>
            </a:r>
            <a:r>
              <a:rPr sz="2400" dirty="0">
                <a:solidFill>
                  <a:srgbClr val="46424D"/>
                </a:solidFill>
                <a:latin typeface="Arial MT"/>
                <a:cs typeface="Arial MT"/>
              </a:rPr>
              <a:t> automated, there </a:t>
            </a:r>
            <a:r>
              <a:rPr sz="2400" spc="-5" dirty="0">
                <a:solidFill>
                  <a:srgbClr val="46424D"/>
                </a:solidFill>
                <a:latin typeface="Arial MT"/>
                <a:cs typeface="Arial MT"/>
              </a:rPr>
              <a:t>is always</a:t>
            </a:r>
            <a:r>
              <a:rPr sz="2400" spc="25" dirty="0">
                <a:solidFill>
                  <a:srgbClr val="46424D"/>
                </a:solidFill>
                <a:latin typeface="Arial MT"/>
                <a:cs typeface="Arial MT"/>
              </a:rPr>
              <a:t> </a:t>
            </a:r>
            <a:r>
              <a:rPr sz="2400" spc="-5" dirty="0">
                <a:solidFill>
                  <a:srgbClr val="46424D"/>
                </a:solidFill>
                <a:latin typeface="Arial MT"/>
                <a:cs typeface="Arial MT"/>
              </a:rPr>
              <a:t>a</a:t>
            </a:r>
            <a:r>
              <a:rPr sz="2400" spc="-15" dirty="0">
                <a:solidFill>
                  <a:srgbClr val="46424D"/>
                </a:solidFill>
                <a:latin typeface="Arial MT"/>
                <a:cs typeface="Arial MT"/>
              </a:rPr>
              <a:t> </a:t>
            </a:r>
            <a:r>
              <a:rPr sz="2400" dirty="0">
                <a:solidFill>
                  <a:srgbClr val="46424D"/>
                </a:solidFill>
                <a:latin typeface="Arial MT"/>
                <a:cs typeface="Arial MT"/>
              </a:rPr>
              <a:t>set</a:t>
            </a:r>
            <a:r>
              <a:rPr sz="2400" spc="-5" dirty="0">
                <a:solidFill>
                  <a:srgbClr val="46424D"/>
                </a:solidFill>
                <a:latin typeface="Arial MT"/>
                <a:cs typeface="Arial MT"/>
              </a:rPr>
              <a:t> </a:t>
            </a:r>
            <a:r>
              <a:rPr sz="2400" dirty="0">
                <a:solidFill>
                  <a:srgbClr val="46424D"/>
                </a:solidFill>
                <a:latin typeface="Arial MT"/>
                <a:cs typeface="Arial MT"/>
              </a:rPr>
              <a:t>of tests </a:t>
            </a:r>
            <a:r>
              <a:rPr sz="2400" spc="-655" dirty="0">
                <a:solidFill>
                  <a:srgbClr val="46424D"/>
                </a:solidFill>
                <a:latin typeface="Arial MT"/>
                <a:cs typeface="Arial MT"/>
              </a:rPr>
              <a:t> </a:t>
            </a:r>
            <a:r>
              <a:rPr sz="2400" dirty="0">
                <a:solidFill>
                  <a:srgbClr val="46424D"/>
                </a:solidFill>
                <a:latin typeface="Arial MT"/>
                <a:cs typeface="Arial MT"/>
              </a:rPr>
              <a:t>that</a:t>
            </a:r>
            <a:r>
              <a:rPr sz="2400" spc="5" dirty="0">
                <a:solidFill>
                  <a:srgbClr val="46424D"/>
                </a:solidFill>
                <a:latin typeface="Arial MT"/>
                <a:cs typeface="Arial MT"/>
              </a:rPr>
              <a:t> </a:t>
            </a:r>
            <a:r>
              <a:rPr sz="2400" spc="-5" dirty="0">
                <a:solidFill>
                  <a:srgbClr val="46424D"/>
                </a:solidFill>
                <a:latin typeface="Arial MT"/>
                <a:cs typeface="Arial MT"/>
              </a:rPr>
              <a:t>can</a:t>
            </a:r>
            <a:r>
              <a:rPr sz="2400" dirty="0">
                <a:solidFill>
                  <a:srgbClr val="46424D"/>
                </a:solidFill>
                <a:latin typeface="Arial MT"/>
                <a:cs typeface="Arial MT"/>
              </a:rPr>
              <a:t> </a:t>
            </a:r>
            <a:r>
              <a:rPr sz="2400" spc="-5" dirty="0">
                <a:solidFill>
                  <a:srgbClr val="46424D"/>
                </a:solidFill>
                <a:latin typeface="Arial MT"/>
                <a:cs typeface="Arial MT"/>
              </a:rPr>
              <a:t>be</a:t>
            </a:r>
            <a:r>
              <a:rPr sz="2400" dirty="0">
                <a:solidFill>
                  <a:srgbClr val="46424D"/>
                </a:solidFill>
                <a:latin typeface="Arial MT"/>
                <a:cs typeface="Arial MT"/>
              </a:rPr>
              <a:t> </a:t>
            </a:r>
            <a:r>
              <a:rPr sz="2400" spc="-5" dirty="0">
                <a:solidFill>
                  <a:srgbClr val="46424D"/>
                </a:solidFill>
                <a:latin typeface="Arial MT"/>
                <a:cs typeface="Arial MT"/>
              </a:rPr>
              <a:t>quickly</a:t>
            </a:r>
            <a:r>
              <a:rPr sz="2400" spc="25" dirty="0">
                <a:solidFill>
                  <a:srgbClr val="46424D"/>
                </a:solidFill>
                <a:latin typeface="Arial MT"/>
                <a:cs typeface="Arial MT"/>
              </a:rPr>
              <a:t> </a:t>
            </a:r>
            <a:r>
              <a:rPr sz="2400" spc="-5" dirty="0">
                <a:solidFill>
                  <a:srgbClr val="46424D"/>
                </a:solidFill>
                <a:latin typeface="Arial MT"/>
                <a:cs typeface="Arial MT"/>
              </a:rPr>
              <a:t>and</a:t>
            </a:r>
            <a:r>
              <a:rPr sz="2400" dirty="0">
                <a:solidFill>
                  <a:srgbClr val="46424D"/>
                </a:solidFill>
                <a:latin typeface="Arial MT"/>
                <a:cs typeface="Arial MT"/>
              </a:rPr>
              <a:t> </a:t>
            </a:r>
            <a:r>
              <a:rPr sz="2400" spc="-5" dirty="0">
                <a:solidFill>
                  <a:srgbClr val="46424D"/>
                </a:solidFill>
                <a:latin typeface="Arial MT"/>
                <a:cs typeface="Arial MT"/>
              </a:rPr>
              <a:t>easily</a:t>
            </a:r>
            <a:r>
              <a:rPr sz="2400" spc="25" dirty="0">
                <a:solidFill>
                  <a:srgbClr val="46424D"/>
                </a:solidFill>
                <a:latin typeface="Arial MT"/>
                <a:cs typeface="Arial MT"/>
              </a:rPr>
              <a:t> </a:t>
            </a:r>
            <a:r>
              <a:rPr sz="2400" spc="-5" dirty="0">
                <a:solidFill>
                  <a:srgbClr val="46424D"/>
                </a:solidFill>
                <a:latin typeface="Arial MT"/>
                <a:cs typeface="Arial MT"/>
              </a:rPr>
              <a:t>executed</a:t>
            </a:r>
            <a:endParaRPr sz="2400" dirty="0">
              <a:latin typeface="Arial MT"/>
              <a:cs typeface="Arial MT"/>
            </a:endParaRPr>
          </a:p>
          <a:p>
            <a:pPr marL="756285" marR="5080" lvl="1" indent="-287020">
              <a:lnSpc>
                <a:spcPct val="100000"/>
              </a:lnSpc>
              <a:spcBef>
                <a:spcPts val="905"/>
              </a:spcBef>
              <a:buFont typeface="Wingdings"/>
              <a:buChar char=""/>
              <a:tabLst>
                <a:tab pos="756285" algn="l"/>
                <a:tab pos="756920" algn="l"/>
              </a:tabLst>
            </a:pPr>
            <a:r>
              <a:rPr sz="2000" dirty="0">
                <a:solidFill>
                  <a:srgbClr val="46424D"/>
                </a:solidFill>
                <a:latin typeface="Arial MT"/>
                <a:cs typeface="Arial MT"/>
              </a:rPr>
              <a:t>Whenever</a:t>
            </a:r>
            <a:r>
              <a:rPr sz="2000" spc="-40" dirty="0">
                <a:solidFill>
                  <a:srgbClr val="46424D"/>
                </a:solidFill>
                <a:latin typeface="Arial MT"/>
                <a:cs typeface="Arial MT"/>
              </a:rPr>
              <a:t> </a:t>
            </a:r>
            <a:r>
              <a:rPr sz="2000" dirty="0">
                <a:solidFill>
                  <a:srgbClr val="46424D"/>
                </a:solidFill>
                <a:latin typeface="Arial MT"/>
                <a:cs typeface="Arial MT"/>
              </a:rPr>
              <a:t>any</a:t>
            </a:r>
            <a:r>
              <a:rPr sz="2000" spc="-10" dirty="0">
                <a:solidFill>
                  <a:srgbClr val="46424D"/>
                </a:solidFill>
                <a:latin typeface="Arial MT"/>
                <a:cs typeface="Arial MT"/>
              </a:rPr>
              <a:t> </a:t>
            </a:r>
            <a:r>
              <a:rPr sz="2000" dirty="0">
                <a:solidFill>
                  <a:srgbClr val="46424D"/>
                </a:solidFill>
                <a:latin typeface="Arial MT"/>
                <a:cs typeface="Arial MT"/>
              </a:rPr>
              <a:t>functionality</a:t>
            </a:r>
            <a:r>
              <a:rPr sz="2000" spc="-30" dirty="0">
                <a:solidFill>
                  <a:srgbClr val="46424D"/>
                </a:solidFill>
                <a:latin typeface="Arial MT"/>
                <a:cs typeface="Arial MT"/>
              </a:rPr>
              <a:t> </a:t>
            </a:r>
            <a:r>
              <a:rPr sz="2000" dirty="0">
                <a:solidFill>
                  <a:srgbClr val="46424D"/>
                </a:solidFill>
                <a:latin typeface="Arial MT"/>
                <a:cs typeface="Arial MT"/>
              </a:rPr>
              <a:t>is added</a:t>
            </a:r>
            <a:r>
              <a:rPr sz="2000" spc="-25" dirty="0">
                <a:solidFill>
                  <a:srgbClr val="46424D"/>
                </a:solidFill>
                <a:latin typeface="Arial MT"/>
                <a:cs typeface="Arial MT"/>
              </a:rPr>
              <a:t> </a:t>
            </a:r>
            <a:r>
              <a:rPr sz="2000" dirty="0">
                <a:solidFill>
                  <a:srgbClr val="46424D"/>
                </a:solidFill>
                <a:latin typeface="Arial MT"/>
                <a:cs typeface="Arial MT"/>
              </a:rPr>
              <a:t>to</a:t>
            </a:r>
            <a:r>
              <a:rPr sz="2000" spc="-20" dirty="0">
                <a:solidFill>
                  <a:srgbClr val="46424D"/>
                </a:solidFill>
                <a:latin typeface="Arial MT"/>
                <a:cs typeface="Arial MT"/>
              </a:rPr>
              <a:t> </a:t>
            </a:r>
            <a:r>
              <a:rPr sz="2000" dirty="0">
                <a:solidFill>
                  <a:srgbClr val="46424D"/>
                </a:solidFill>
                <a:latin typeface="Arial MT"/>
                <a:cs typeface="Arial MT"/>
              </a:rPr>
              <a:t>the</a:t>
            </a:r>
            <a:r>
              <a:rPr sz="2000" spc="-20" dirty="0">
                <a:solidFill>
                  <a:srgbClr val="46424D"/>
                </a:solidFill>
                <a:latin typeface="Arial MT"/>
                <a:cs typeface="Arial MT"/>
              </a:rPr>
              <a:t> </a:t>
            </a:r>
            <a:r>
              <a:rPr sz="2000" dirty="0">
                <a:solidFill>
                  <a:srgbClr val="46424D"/>
                </a:solidFill>
                <a:latin typeface="Arial MT"/>
                <a:cs typeface="Arial MT"/>
              </a:rPr>
              <a:t>system,</a:t>
            </a:r>
            <a:r>
              <a:rPr sz="2000" spc="-35" dirty="0">
                <a:solidFill>
                  <a:srgbClr val="46424D"/>
                </a:solidFill>
                <a:latin typeface="Arial MT"/>
                <a:cs typeface="Arial MT"/>
              </a:rPr>
              <a:t> </a:t>
            </a:r>
            <a:r>
              <a:rPr sz="2000" dirty="0">
                <a:solidFill>
                  <a:srgbClr val="46424D"/>
                </a:solidFill>
                <a:latin typeface="Arial MT"/>
                <a:cs typeface="Arial MT"/>
              </a:rPr>
              <a:t>the</a:t>
            </a:r>
            <a:r>
              <a:rPr sz="2000" spc="-15" dirty="0">
                <a:solidFill>
                  <a:srgbClr val="46424D"/>
                </a:solidFill>
                <a:latin typeface="Arial MT"/>
                <a:cs typeface="Arial MT"/>
              </a:rPr>
              <a:t> </a:t>
            </a:r>
            <a:r>
              <a:rPr sz="2000" dirty="0">
                <a:solidFill>
                  <a:srgbClr val="46424D"/>
                </a:solidFill>
                <a:latin typeface="Arial MT"/>
                <a:cs typeface="Arial MT"/>
              </a:rPr>
              <a:t>tests</a:t>
            </a:r>
            <a:r>
              <a:rPr sz="2000" spc="-25" dirty="0">
                <a:solidFill>
                  <a:srgbClr val="46424D"/>
                </a:solidFill>
                <a:latin typeface="Arial MT"/>
                <a:cs typeface="Arial MT"/>
              </a:rPr>
              <a:t> </a:t>
            </a:r>
            <a:r>
              <a:rPr sz="2000" dirty="0">
                <a:solidFill>
                  <a:srgbClr val="46424D"/>
                </a:solidFill>
                <a:latin typeface="Arial MT"/>
                <a:cs typeface="Arial MT"/>
              </a:rPr>
              <a:t>can </a:t>
            </a:r>
            <a:r>
              <a:rPr sz="2000" spc="-540" dirty="0">
                <a:solidFill>
                  <a:srgbClr val="46424D"/>
                </a:solidFill>
                <a:latin typeface="Arial MT"/>
                <a:cs typeface="Arial MT"/>
              </a:rPr>
              <a:t> </a:t>
            </a:r>
            <a:r>
              <a:rPr sz="2000" dirty="0">
                <a:solidFill>
                  <a:srgbClr val="46424D"/>
                </a:solidFill>
                <a:latin typeface="Arial MT"/>
                <a:cs typeface="Arial MT"/>
              </a:rPr>
              <a:t>be run and problems that the new code has introduced can be </a:t>
            </a:r>
            <a:r>
              <a:rPr sz="2000" spc="5" dirty="0">
                <a:solidFill>
                  <a:srgbClr val="46424D"/>
                </a:solidFill>
                <a:latin typeface="Arial MT"/>
                <a:cs typeface="Arial MT"/>
              </a:rPr>
              <a:t> </a:t>
            </a:r>
            <a:r>
              <a:rPr sz="2000" dirty="0">
                <a:solidFill>
                  <a:srgbClr val="46424D"/>
                </a:solidFill>
                <a:latin typeface="Arial MT"/>
                <a:cs typeface="Arial MT"/>
              </a:rPr>
              <a:t>caught</a:t>
            </a:r>
            <a:r>
              <a:rPr sz="2000" spc="-35" dirty="0">
                <a:solidFill>
                  <a:srgbClr val="46424D"/>
                </a:solidFill>
                <a:latin typeface="Arial MT"/>
                <a:cs typeface="Arial MT"/>
              </a:rPr>
              <a:t> </a:t>
            </a:r>
            <a:r>
              <a:rPr sz="2000" spc="-15" dirty="0">
                <a:solidFill>
                  <a:srgbClr val="46424D"/>
                </a:solidFill>
                <a:latin typeface="Arial MT"/>
                <a:cs typeface="Arial MT"/>
              </a:rPr>
              <a:t>immediately.</a:t>
            </a:r>
            <a:endParaRPr sz="2000" dirty="0">
              <a:latin typeface="Arial MT"/>
              <a:cs typeface="Arial MT"/>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643254"/>
            <a:ext cx="7709534" cy="533781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46424D"/>
                </a:solidFill>
                <a:latin typeface="Arial"/>
                <a:cs typeface="Arial"/>
              </a:rPr>
              <a:t>Problems </a:t>
            </a:r>
            <a:r>
              <a:rPr sz="2400" b="1" spc="5" dirty="0">
                <a:solidFill>
                  <a:srgbClr val="46424D"/>
                </a:solidFill>
                <a:latin typeface="Arial"/>
                <a:cs typeface="Arial"/>
              </a:rPr>
              <a:t>with</a:t>
            </a:r>
            <a:r>
              <a:rPr sz="2400" b="1" spc="-50" dirty="0">
                <a:solidFill>
                  <a:srgbClr val="46424D"/>
                </a:solidFill>
                <a:latin typeface="Arial"/>
                <a:cs typeface="Arial"/>
              </a:rPr>
              <a:t> </a:t>
            </a:r>
            <a:r>
              <a:rPr sz="2400" b="1" dirty="0">
                <a:solidFill>
                  <a:srgbClr val="46424D"/>
                </a:solidFill>
                <a:latin typeface="Arial"/>
                <a:cs typeface="Arial"/>
              </a:rPr>
              <a:t>test-first</a:t>
            </a:r>
            <a:r>
              <a:rPr sz="2400" b="1" spc="-15" dirty="0">
                <a:solidFill>
                  <a:srgbClr val="46424D"/>
                </a:solidFill>
                <a:latin typeface="Arial"/>
                <a:cs typeface="Arial"/>
              </a:rPr>
              <a:t> </a:t>
            </a:r>
            <a:r>
              <a:rPr sz="2400" b="1" spc="-5" dirty="0">
                <a:solidFill>
                  <a:srgbClr val="46424D"/>
                </a:solidFill>
                <a:latin typeface="Arial"/>
                <a:cs typeface="Arial"/>
              </a:rPr>
              <a:t>development</a:t>
            </a:r>
            <a:endParaRPr sz="2400" dirty="0">
              <a:latin typeface="Arial"/>
              <a:cs typeface="Arial"/>
            </a:endParaRPr>
          </a:p>
          <a:p>
            <a:pPr>
              <a:lnSpc>
                <a:spcPct val="100000"/>
              </a:lnSpc>
            </a:pPr>
            <a:endParaRPr sz="2700" dirty="0">
              <a:latin typeface="Arial"/>
              <a:cs typeface="Arial"/>
            </a:endParaRPr>
          </a:p>
          <a:p>
            <a:pPr marL="355600" marR="5080" indent="-342900">
              <a:lnSpc>
                <a:spcPct val="100000"/>
              </a:lnSpc>
              <a:spcBef>
                <a:spcPts val="1755"/>
              </a:spcBef>
              <a:buFont typeface="Wingdings"/>
              <a:buChar char=""/>
              <a:tabLst>
                <a:tab pos="355600" algn="l"/>
              </a:tabLst>
            </a:pPr>
            <a:r>
              <a:rPr sz="2400" spc="-5" dirty="0">
                <a:solidFill>
                  <a:srgbClr val="46424D"/>
                </a:solidFill>
                <a:latin typeface="Arial MT"/>
                <a:cs typeface="Arial MT"/>
              </a:rPr>
              <a:t>Programmers</a:t>
            </a:r>
            <a:r>
              <a:rPr sz="2400" spc="5" dirty="0">
                <a:solidFill>
                  <a:srgbClr val="46424D"/>
                </a:solidFill>
                <a:latin typeface="Arial MT"/>
                <a:cs typeface="Arial MT"/>
              </a:rPr>
              <a:t> </a:t>
            </a:r>
            <a:r>
              <a:rPr sz="2400" dirty="0">
                <a:solidFill>
                  <a:srgbClr val="46424D"/>
                </a:solidFill>
                <a:latin typeface="Arial MT"/>
                <a:cs typeface="Arial MT"/>
              </a:rPr>
              <a:t>prefer</a:t>
            </a:r>
            <a:r>
              <a:rPr sz="2400" spc="5" dirty="0">
                <a:solidFill>
                  <a:srgbClr val="46424D"/>
                </a:solidFill>
                <a:latin typeface="Arial MT"/>
                <a:cs typeface="Arial MT"/>
              </a:rPr>
              <a:t> </a:t>
            </a:r>
            <a:r>
              <a:rPr sz="2400" spc="-5" dirty="0">
                <a:solidFill>
                  <a:srgbClr val="46424D"/>
                </a:solidFill>
                <a:latin typeface="Arial MT"/>
                <a:cs typeface="Arial MT"/>
              </a:rPr>
              <a:t>programming</a:t>
            </a:r>
            <a:r>
              <a:rPr sz="2400" spc="10" dirty="0">
                <a:solidFill>
                  <a:srgbClr val="46424D"/>
                </a:solidFill>
                <a:latin typeface="Arial MT"/>
                <a:cs typeface="Arial MT"/>
              </a:rPr>
              <a:t> </a:t>
            </a:r>
            <a:r>
              <a:rPr sz="2400" dirty="0">
                <a:solidFill>
                  <a:srgbClr val="46424D"/>
                </a:solidFill>
                <a:latin typeface="Arial MT"/>
                <a:cs typeface="Arial MT"/>
              </a:rPr>
              <a:t>to</a:t>
            </a:r>
            <a:r>
              <a:rPr sz="2400" spc="5" dirty="0">
                <a:solidFill>
                  <a:srgbClr val="46424D"/>
                </a:solidFill>
                <a:latin typeface="Arial MT"/>
                <a:cs typeface="Arial MT"/>
              </a:rPr>
              <a:t> </a:t>
            </a:r>
            <a:r>
              <a:rPr sz="2400" dirty="0">
                <a:solidFill>
                  <a:srgbClr val="46424D"/>
                </a:solidFill>
                <a:latin typeface="Arial MT"/>
                <a:cs typeface="Arial MT"/>
              </a:rPr>
              <a:t>testing </a:t>
            </a:r>
            <a:r>
              <a:rPr sz="2400" spc="-5" dirty="0">
                <a:solidFill>
                  <a:srgbClr val="46424D"/>
                </a:solidFill>
                <a:latin typeface="Arial MT"/>
                <a:cs typeface="Arial MT"/>
              </a:rPr>
              <a:t>and </a:t>
            </a:r>
            <a:r>
              <a:rPr sz="2400" dirty="0">
                <a:solidFill>
                  <a:srgbClr val="46424D"/>
                </a:solidFill>
                <a:latin typeface="Arial MT"/>
                <a:cs typeface="Arial MT"/>
              </a:rPr>
              <a:t> sometimes they take short cuts </a:t>
            </a:r>
            <a:r>
              <a:rPr sz="2400" spc="-5" dirty="0">
                <a:solidFill>
                  <a:srgbClr val="46424D"/>
                </a:solidFill>
                <a:latin typeface="Arial MT"/>
                <a:cs typeface="Arial MT"/>
              </a:rPr>
              <a:t>when writing </a:t>
            </a:r>
            <a:r>
              <a:rPr sz="2400" dirty="0">
                <a:solidFill>
                  <a:srgbClr val="46424D"/>
                </a:solidFill>
                <a:latin typeface="Arial MT"/>
                <a:cs typeface="Arial MT"/>
              </a:rPr>
              <a:t>tests. For </a:t>
            </a:r>
            <a:r>
              <a:rPr sz="2400" spc="-655" dirty="0">
                <a:solidFill>
                  <a:srgbClr val="46424D"/>
                </a:solidFill>
                <a:latin typeface="Arial MT"/>
                <a:cs typeface="Arial MT"/>
              </a:rPr>
              <a:t> </a:t>
            </a:r>
            <a:r>
              <a:rPr sz="2400" spc="-5" dirty="0">
                <a:solidFill>
                  <a:srgbClr val="46424D"/>
                </a:solidFill>
                <a:latin typeface="Arial MT"/>
                <a:cs typeface="Arial MT"/>
              </a:rPr>
              <a:t>example,</a:t>
            </a:r>
            <a:r>
              <a:rPr sz="2400" spc="25" dirty="0">
                <a:solidFill>
                  <a:srgbClr val="46424D"/>
                </a:solidFill>
                <a:latin typeface="Arial MT"/>
                <a:cs typeface="Arial MT"/>
              </a:rPr>
              <a:t> </a:t>
            </a:r>
            <a:r>
              <a:rPr sz="2400" dirty="0">
                <a:solidFill>
                  <a:srgbClr val="46424D"/>
                </a:solidFill>
                <a:latin typeface="Arial MT"/>
                <a:cs typeface="Arial MT"/>
              </a:rPr>
              <a:t>they </a:t>
            </a:r>
            <a:r>
              <a:rPr sz="2400" spc="-5" dirty="0">
                <a:solidFill>
                  <a:srgbClr val="46424D"/>
                </a:solidFill>
                <a:latin typeface="Arial MT"/>
                <a:cs typeface="Arial MT"/>
              </a:rPr>
              <a:t>may</a:t>
            </a:r>
            <a:r>
              <a:rPr sz="2400" spc="5" dirty="0">
                <a:solidFill>
                  <a:srgbClr val="46424D"/>
                </a:solidFill>
                <a:latin typeface="Arial MT"/>
                <a:cs typeface="Arial MT"/>
              </a:rPr>
              <a:t> </a:t>
            </a:r>
            <a:r>
              <a:rPr sz="2400" spc="-5" dirty="0">
                <a:solidFill>
                  <a:srgbClr val="46424D"/>
                </a:solidFill>
                <a:latin typeface="Arial MT"/>
                <a:cs typeface="Arial MT"/>
              </a:rPr>
              <a:t>write</a:t>
            </a:r>
            <a:r>
              <a:rPr sz="2400" spc="15" dirty="0">
                <a:solidFill>
                  <a:srgbClr val="46424D"/>
                </a:solidFill>
                <a:latin typeface="Arial MT"/>
                <a:cs typeface="Arial MT"/>
              </a:rPr>
              <a:t> </a:t>
            </a:r>
            <a:r>
              <a:rPr sz="2400" spc="-5" dirty="0">
                <a:solidFill>
                  <a:srgbClr val="46424D"/>
                </a:solidFill>
                <a:latin typeface="Arial MT"/>
                <a:cs typeface="Arial MT"/>
              </a:rPr>
              <a:t>incomplete</a:t>
            </a:r>
            <a:r>
              <a:rPr sz="2400" spc="15" dirty="0">
                <a:solidFill>
                  <a:srgbClr val="46424D"/>
                </a:solidFill>
                <a:latin typeface="Arial MT"/>
                <a:cs typeface="Arial MT"/>
              </a:rPr>
              <a:t> </a:t>
            </a:r>
            <a:r>
              <a:rPr sz="2400" dirty="0">
                <a:solidFill>
                  <a:srgbClr val="46424D"/>
                </a:solidFill>
                <a:latin typeface="Arial MT"/>
                <a:cs typeface="Arial MT"/>
              </a:rPr>
              <a:t>tests</a:t>
            </a:r>
            <a:r>
              <a:rPr sz="2400" spc="5" dirty="0">
                <a:solidFill>
                  <a:srgbClr val="46424D"/>
                </a:solidFill>
                <a:latin typeface="Arial MT"/>
                <a:cs typeface="Arial MT"/>
              </a:rPr>
              <a:t> </a:t>
            </a:r>
            <a:r>
              <a:rPr sz="2400" dirty="0">
                <a:solidFill>
                  <a:srgbClr val="46424D"/>
                </a:solidFill>
                <a:latin typeface="Arial MT"/>
                <a:cs typeface="Arial MT"/>
              </a:rPr>
              <a:t>that</a:t>
            </a:r>
            <a:r>
              <a:rPr sz="2400" spc="-15" dirty="0">
                <a:solidFill>
                  <a:srgbClr val="46424D"/>
                </a:solidFill>
                <a:latin typeface="Arial MT"/>
                <a:cs typeface="Arial MT"/>
              </a:rPr>
              <a:t> </a:t>
            </a:r>
            <a:r>
              <a:rPr sz="2400" spc="-5" dirty="0">
                <a:solidFill>
                  <a:srgbClr val="46424D"/>
                </a:solidFill>
                <a:latin typeface="Arial MT"/>
                <a:cs typeface="Arial MT"/>
              </a:rPr>
              <a:t>do</a:t>
            </a:r>
            <a:r>
              <a:rPr sz="2400" dirty="0">
                <a:solidFill>
                  <a:srgbClr val="46424D"/>
                </a:solidFill>
                <a:latin typeface="Arial MT"/>
                <a:cs typeface="Arial MT"/>
              </a:rPr>
              <a:t> not </a:t>
            </a:r>
            <a:r>
              <a:rPr sz="2400" spc="5" dirty="0">
                <a:solidFill>
                  <a:srgbClr val="46424D"/>
                </a:solidFill>
                <a:latin typeface="Arial MT"/>
                <a:cs typeface="Arial MT"/>
              </a:rPr>
              <a:t> </a:t>
            </a:r>
            <a:r>
              <a:rPr sz="2400" dirty="0">
                <a:solidFill>
                  <a:srgbClr val="46424D"/>
                </a:solidFill>
                <a:latin typeface="Arial MT"/>
                <a:cs typeface="Arial MT"/>
              </a:rPr>
              <a:t>check for </a:t>
            </a:r>
            <a:r>
              <a:rPr sz="2400" spc="-5" dirty="0">
                <a:solidFill>
                  <a:srgbClr val="46424D"/>
                </a:solidFill>
                <a:latin typeface="Arial MT"/>
                <a:cs typeface="Arial MT"/>
              </a:rPr>
              <a:t>all</a:t>
            </a:r>
            <a:r>
              <a:rPr sz="2400" spc="5" dirty="0">
                <a:solidFill>
                  <a:srgbClr val="46424D"/>
                </a:solidFill>
                <a:latin typeface="Arial MT"/>
                <a:cs typeface="Arial MT"/>
              </a:rPr>
              <a:t> </a:t>
            </a:r>
            <a:r>
              <a:rPr sz="2400" spc="-5" dirty="0">
                <a:solidFill>
                  <a:srgbClr val="46424D"/>
                </a:solidFill>
                <a:latin typeface="Arial MT"/>
                <a:cs typeface="Arial MT"/>
              </a:rPr>
              <a:t>possible</a:t>
            </a:r>
            <a:r>
              <a:rPr sz="2400" spc="40" dirty="0">
                <a:solidFill>
                  <a:srgbClr val="46424D"/>
                </a:solidFill>
                <a:latin typeface="Arial MT"/>
                <a:cs typeface="Arial MT"/>
              </a:rPr>
              <a:t> </a:t>
            </a:r>
            <a:r>
              <a:rPr sz="2400" spc="-5" dirty="0">
                <a:solidFill>
                  <a:srgbClr val="46424D"/>
                </a:solidFill>
                <a:latin typeface="Arial MT"/>
                <a:cs typeface="Arial MT"/>
              </a:rPr>
              <a:t>exceptions</a:t>
            </a:r>
            <a:r>
              <a:rPr sz="2400" spc="20" dirty="0">
                <a:solidFill>
                  <a:srgbClr val="46424D"/>
                </a:solidFill>
                <a:latin typeface="Arial MT"/>
                <a:cs typeface="Arial MT"/>
              </a:rPr>
              <a:t> </a:t>
            </a:r>
            <a:r>
              <a:rPr sz="2400" dirty="0">
                <a:solidFill>
                  <a:srgbClr val="46424D"/>
                </a:solidFill>
                <a:latin typeface="Arial MT"/>
                <a:cs typeface="Arial MT"/>
              </a:rPr>
              <a:t>that may </a:t>
            </a:r>
            <a:r>
              <a:rPr sz="2400" spc="-25" dirty="0">
                <a:solidFill>
                  <a:srgbClr val="46424D"/>
                </a:solidFill>
                <a:latin typeface="Arial MT"/>
                <a:cs typeface="Arial MT"/>
              </a:rPr>
              <a:t>occur.</a:t>
            </a:r>
            <a:endParaRPr sz="2400" dirty="0">
              <a:latin typeface="Arial MT"/>
              <a:cs typeface="Arial MT"/>
            </a:endParaRPr>
          </a:p>
          <a:p>
            <a:pPr marL="355600" marR="97790" indent="-342900">
              <a:lnSpc>
                <a:spcPct val="100000"/>
              </a:lnSpc>
              <a:spcBef>
                <a:spcPts val="1200"/>
              </a:spcBef>
              <a:buFont typeface="Wingdings"/>
              <a:buChar char=""/>
              <a:tabLst>
                <a:tab pos="355600" algn="l"/>
              </a:tabLst>
            </a:pPr>
            <a:r>
              <a:rPr sz="2400" spc="-5" dirty="0">
                <a:solidFill>
                  <a:srgbClr val="46424D"/>
                </a:solidFill>
                <a:latin typeface="Arial MT"/>
                <a:cs typeface="Arial MT"/>
              </a:rPr>
              <a:t>Some</a:t>
            </a:r>
            <a:r>
              <a:rPr sz="2400" spc="10" dirty="0">
                <a:solidFill>
                  <a:srgbClr val="46424D"/>
                </a:solidFill>
                <a:latin typeface="Arial MT"/>
                <a:cs typeface="Arial MT"/>
              </a:rPr>
              <a:t> </a:t>
            </a:r>
            <a:r>
              <a:rPr sz="2400" dirty="0">
                <a:solidFill>
                  <a:srgbClr val="46424D"/>
                </a:solidFill>
                <a:latin typeface="Arial MT"/>
                <a:cs typeface="Arial MT"/>
              </a:rPr>
              <a:t>tests</a:t>
            </a:r>
            <a:r>
              <a:rPr sz="2400" spc="-10" dirty="0">
                <a:solidFill>
                  <a:srgbClr val="46424D"/>
                </a:solidFill>
                <a:latin typeface="Arial MT"/>
                <a:cs typeface="Arial MT"/>
              </a:rPr>
              <a:t> </a:t>
            </a:r>
            <a:r>
              <a:rPr sz="2400" spc="-5" dirty="0">
                <a:solidFill>
                  <a:srgbClr val="46424D"/>
                </a:solidFill>
                <a:latin typeface="Arial MT"/>
                <a:cs typeface="Arial MT"/>
              </a:rPr>
              <a:t>can</a:t>
            </a:r>
            <a:r>
              <a:rPr sz="2400" spc="5" dirty="0">
                <a:solidFill>
                  <a:srgbClr val="46424D"/>
                </a:solidFill>
                <a:latin typeface="Arial MT"/>
                <a:cs typeface="Arial MT"/>
              </a:rPr>
              <a:t> </a:t>
            </a:r>
            <a:r>
              <a:rPr sz="2400" spc="-5" dirty="0">
                <a:solidFill>
                  <a:srgbClr val="46424D"/>
                </a:solidFill>
                <a:latin typeface="Arial MT"/>
                <a:cs typeface="Arial MT"/>
              </a:rPr>
              <a:t>be</a:t>
            </a:r>
            <a:r>
              <a:rPr sz="2400" spc="20" dirty="0">
                <a:solidFill>
                  <a:srgbClr val="46424D"/>
                </a:solidFill>
                <a:latin typeface="Arial MT"/>
                <a:cs typeface="Arial MT"/>
              </a:rPr>
              <a:t> </a:t>
            </a:r>
            <a:r>
              <a:rPr sz="2400" spc="-5" dirty="0">
                <a:solidFill>
                  <a:srgbClr val="46424D"/>
                </a:solidFill>
                <a:latin typeface="Arial MT"/>
                <a:cs typeface="Arial MT"/>
              </a:rPr>
              <a:t>very</a:t>
            </a:r>
            <a:r>
              <a:rPr sz="2400" spc="10" dirty="0">
                <a:solidFill>
                  <a:srgbClr val="46424D"/>
                </a:solidFill>
                <a:latin typeface="Arial MT"/>
                <a:cs typeface="Arial MT"/>
              </a:rPr>
              <a:t> </a:t>
            </a:r>
            <a:r>
              <a:rPr sz="2400" spc="-10" dirty="0">
                <a:solidFill>
                  <a:srgbClr val="46424D"/>
                </a:solidFill>
                <a:latin typeface="Arial MT"/>
                <a:cs typeface="Arial MT"/>
              </a:rPr>
              <a:t>difficult</a:t>
            </a:r>
            <a:r>
              <a:rPr sz="2400" spc="10" dirty="0">
                <a:solidFill>
                  <a:srgbClr val="46424D"/>
                </a:solidFill>
                <a:latin typeface="Arial MT"/>
                <a:cs typeface="Arial MT"/>
              </a:rPr>
              <a:t> </a:t>
            </a:r>
            <a:r>
              <a:rPr sz="2400" dirty="0">
                <a:solidFill>
                  <a:srgbClr val="46424D"/>
                </a:solidFill>
                <a:latin typeface="Arial MT"/>
                <a:cs typeface="Arial MT"/>
              </a:rPr>
              <a:t>to</a:t>
            </a:r>
            <a:r>
              <a:rPr sz="2400" spc="-5" dirty="0">
                <a:solidFill>
                  <a:srgbClr val="46424D"/>
                </a:solidFill>
                <a:latin typeface="Arial MT"/>
                <a:cs typeface="Arial MT"/>
              </a:rPr>
              <a:t> write</a:t>
            </a:r>
            <a:r>
              <a:rPr sz="2400" spc="15" dirty="0">
                <a:solidFill>
                  <a:srgbClr val="46424D"/>
                </a:solidFill>
                <a:latin typeface="Arial MT"/>
                <a:cs typeface="Arial MT"/>
              </a:rPr>
              <a:t> </a:t>
            </a:r>
            <a:r>
              <a:rPr sz="2400" spc="-15" dirty="0">
                <a:solidFill>
                  <a:srgbClr val="46424D"/>
                </a:solidFill>
                <a:latin typeface="Arial MT"/>
                <a:cs typeface="Arial MT"/>
              </a:rPr>
              <a:t>incrementally. </a:t>
            </a:r>
            <a:r>
              <a:rPr sz="2400" spc="-655" dirty="0">
                <a:solidFill>
                  <a:srgbClr val="46424D"/>
                </a:solidFill>
                <a:latin typeface="Arial MT"/>
                <a:cs typeface="Arial MT"/>
              </a:rPr>
              <a:t> </a:t>
            </a:r>
            <a:r>
              <a:rPr sz="2400" dirty="0">
                <a:solidFill>
                  <a:srgbClr val="46424D"/>
                </a:solidFill>
                <a:latin typeface="Arial MT"/>
                <a:cs typeface="Arial MT"/>
              </a:rPr>
              <a:t>For </a:t>
            </a:r>
            <a:r>
              <a:rPr sz="2400" spc="-5" dirty="0">
                <a:solidFill>
                  <a:srgbClr val="46424D"/>
                </a:solidFill>
                <a:latin typeface="Arial MT"/>
                <a:cs typeface="Arial MT"/>
              </a:rPr>
              <a:t>example,</a:t>
            </a:r>
            <a:r>
              <a:rPr sz="2400" spc="25" dirty="0">
                <a:solidFill>
                  <a:srgbClr val="46424D"/>
                </a:solidFill>
                <a:latin typeface="Arial MT"/>
                <a:cs typeface="Arial MT"/>
              </a:rPr>
              <a:t> </a:t>
            </a:r>
            <a:r>
              <a:rPr sz="2400" spc="-5" dirty="0">
                <a:solidFill>
                  <a:srgbClr val="46424D"/>
                </a:solidFill>
                <a:latin typeface="Arial MT"/>
                <a:cs typeface="Arial MT"/>
              </a:rPr>
              <a:t>in</a:t>
            </a:r>
            <a:r>
              <a:rPr sz="2400" dirty="0">
                <a:solidFill>
                  <a:srgbClr val="46424D"/>
                </a:solidFill>
                <a:latin typeface="Arial MT"/>
                <a:cs typeface="Arial MT"/>
              </a:rPr>
              <a:t> </a:t>
            </a:r>
            <a:r>
              <a:rPr sz="2400" spc="-5" dirty="0">
                <a:solidFill>
                  <a:srgbClr val="46424D"/>
                </a:solidFill>
                <a:latin typeface="Arial MT"/>
                <a:cs typeface="Arial MT"/>
              </a:rPr>
              <a:t>a</a:t>
            </a:r>
            <a:r>
              <a:rPr sz="2400" dirty="0">
                <a:solidFill>
                  <a:srgbClr val="46424D"/>
                </a:solidFill>
                <a:latin typeface="Arial MT"/>
                <a:cs typeface="Arial MT"/>
              </a:rPr>
              <a:t> </a:t>
            </a:r>
            <a:r>
              <a:rPr sz="2400" spc="-5" dirty="0">
                <a:solidFill>
                  <a:srgbClr val="46424D"/>
                </a:solidFill>
                <a:latin typeface="Arial MT"/>
                <a:cs typeface="Arial MT"/>
              </a:rPr>
              <a:t>complex</a:t>
            </a:r>
            <a:r>
              <a:rPr sz="2400" spc="15" dirty="0">
                <a:solidFill>
                  <a:srgbClr val="46424D"/>
                </a:solidFill>
                <a:latin typeface="Arial MT"/>
                <a:cs typeface="Arial MT"/>
              </a:rPr>
              <a:t> </a:t>
            </a:r>
            <a:r>
              <a:rPr sz="2400" spc="-5" dirty="0">
                <a:solidFill>
                  <a:srgbClr val="46424D"/>
                </a:solidFill>
                <a:latin typeface="Arial MT"/>
                <a:cs typeface="Arial MT"/>
              </a:rPr>
              <a:t>user</a:t>
            </a:r>
            <a:r>
              <a:rPr sz="2400" spc="5" dirty="0">
                <a:solidFill>
                  <a:srgbClr val="46424D"/>
                </a:solidFill>
                <a:latin typeface="Arial MT"/>
                <a:cs typeface="Arial MT"/>
              </a:rPr>
              <a:t> </a:t>
            </a:r>
            <a:r>
              <a:rPr sz="2400" dirty="0">
                <a:solidFill>
                  <a:srgbClr val="46424D"/>
                </a:solidFill>
                <a:latin typeface="Arial MT"/>
                <a:cs typeface="Arial MT"/>
              </a:rPr>
              <a:t>interface,</a:t>
            </a:r>
            <a:r>
              <a:rPr sz="2400" spc="10" dirty="0">
                <a:solidFill>
                  <a:srgbClr val="46424D"/>
                </a:solidFill>
                <a:latin typeface="Arial MT"/>
                <a:cs typeface="Arial MT"/>
              </a:rPr>
              <a:t> </a:t>
            </a:r>
            <a:r>
              <a:rPr sz="2400" spc="-10" dirty="0">
                <a:solidFill>
                  <a:srgbClr val="46424D"/>
                </a:solidFill>
                <a:latin typeface="Arial MT"/>
                <a:cs typeface="Arial MT"/>
              </a:rPr>
              <a:t>it</a:t>
            </a:r>
            <a:r>
              <a:rPr sz="2400" dirty="0">
                <a:solidFill>
                  <a:srgbClr val="46424D"/>
                </a:solidFill>
                <a:latin typeface="Arial MT"/>
                <a:cs typeface="Arial MT"/>
              </a:rPr>
              <a:t> </a:t>
            </a:r>
            <a:r>
              <a:rPr sz="2400" spc="-10" dirty="0">
                <a:solidFill>
                  <a:srgbClr val="46424D"/>
                </a:solidFill>
                <a:latin typeface="Arial MT"/>
                <a:cs typeface="Arial MT"/>
              </a:rPr>
              <a:t>is</a:t>
            </a:r>
            <a:r>
              <a:rPr sz="2400" spc="5" dirty="0">
                <a:solidFill>
                  <a:srgbClr val="46424D"/>
                </a:solidFill>
                <a:latin typeface="Arial MT"/>
                <a:cs typeface="Arial MT"/>
              </a:rPr>
              <a:t> </a:t>
            </a:r>
            <a:r>
              <a:rPr sz="2400" dirty="0">
                <a:solidFill>
                  <a:srgbClr val="46424D"/>
                </a:solidFill>
                <a:latin typeface="Arial MT"/>
                <a:cs typeface="Arial MT"/>
              </a:rPr>
              <a:t>often </a:t>
            </a:r>
            <a:r>
              <a:rPr sz="2400" spc="5" dirty="0">
                <a:solidFill>
                  <a:srgbClr val="46424D"/>
                </a:solidFill>
                <a:latin typeface="Arial MT"/>
                <a:cs typeface="Arial MT"/>
              </a:rPr>
              <a:t> </a:t>
            </a:r>
            <a:r>
              <a:rPr sz="2400" spc="-10" dirty="0">
                <a:solidFill>
                  <a:srgbClr val="46424D"/>
                </a:solidFill>
                <a:latin typeface="Arial MT"/>
                <a:cs typeface="Arial MT"/>
              </a:rPr>
              <a:t>difficult</a:t>
            </a:r>
            <a:r>
              <a:rPr sz="2400" spc="5" dirty="0">
                <a:solidFill>
                  <a:srgbClr val="46424D"/>
                </a:solidFill>
                <a:latin typeface="Arial MT"/>
                <a:cs typeface="Arial MT"/>
              </a:rPr>
              <a:t> </a:t>
            </a:r>
            <a:r>
              <a:rPr sz="2400" dirty="0">
                <a:solidFill>
                  <a:srgbClr val="46424D"/>
                </a:solidFill>
                <a:latin typeface="Arial MT"/>
                <a:cs typeface="Arial MT"/>
              </a:rPr>
              <a:t>to</a:t>
            </a:r>
            <a:r>
              <a:rPr sz="2400" spc="5" dirty="0">
                <a:solidFill>
                  <a:srgbClr val="46424D"/>
                </a:solidFill>
                <a:latin typeface="Arial MT"/>
                <a:cs typeface="Arial MT"/>
              </a:rPr>
              <a:t> </a:t>
            </a:r>
            <a:r>
              <a:rPr sz="2400" spc="-5" dirty="0">
                <a:solidFill>
                  <a:srgbClr val="46424D"/>
                </a:solidFill>
                <a:latin typeface="Arial MT"/>
                <a:cs typeface="Arial MT"/>
              </a:rPr>
              <a:t>write</a:t>
            </a:r>
            <a:r>
              <a:rPr sz="2400" spc="20" dirty="0">
                <a:solidFill>
                  <a:srgbClr val="46424D"/>
                </a:solidFill>
                <a:latin typeface="Arial MT"/>
                <a:cs typeface="Arial MT"/>
              </a:rPr>
              <a:t> </a:t>
            </a:r>
            <a:r>
              <a:rPr sz="2400" spc="-5" dirty="0">
                <a:solidFill>
                  <a:srgbClr val="46424D"/>
                </a:solidFill>
                <a:latin typeface="Arial MT"/>
                <a:cs typeface="Arial MT"/>
              </a:rPr>
              <a:t>unit</a:t>
            </a:r>
            <a:r>
              <a:rPr sz="2400" spc="10" dirty="0">
                <a:solidFill>
                  <a:srgbClr val="46424D"/>
                </a:solidFill>
                <a:latin typeface="Arial MT"/>
                <a:cs typeface="Arial MT"/>
              </a:rPr>
              <a:t> </a:t>
            </a:r>
            <a:r>
              <a:rPr sz="2400" dirty="0">
                <a:solidFill>
                  <a:srgbClr val="46424D"/>
                </a:solidFill>
                <a:latin typeface="Arial MT"/>
                <a:cs typeface="Arial MT"/>
              </a:rPr>
              <a:t>tests</a:t>
            </a:r>
            <a:r>
              <a:rPr sz="2400" spc="-15" dirty="0">
                <a:solidFill>
                  <a:srgbClr val="46424D"/>
                </a:solidFill>
                <a:latin typeface="Arial MT"/>
                <a:cs typeface="Arial MT"/>
              </a:rPr>
              <a:t> </a:t>
            </a:r>
            <a:r>
              <a:rPr sz="2400" dirty="0">
                <a:solidFill>
                  <a:srgbClr val="46424D"/>
                </a:solidFill>
                <a:latin typeface="Arial MT"/>
                <a:cs typeface="Arial MT"/>
              </a:rPr>
              <a:t>for</a:t>
            </a:r>
            <a:r>
              <a:rPr sz="2400" spc="-10" dirty="0">
                <a:solidFill>
                  <a:srgbClr val="46424D"/>
                </a:solidFill>
                <a:latin typeface="Arial MT"/>
                <a:cs typeface="Arial MT"/>
              </a:rPr>
              <a:t> </a:t>
            </a:r>
            <a:r>
              <a:rPr sz="2400" dirty="0">
                <a:solidFill>
                  <a:srgbClr val="46424D"/>
                </a:solidFill>
                <a:latin typeface="Arial MT"/>
                <a:cs typeface="Arial MT"/>
              </a:rPr>
              <a:t>the</a:t>
            </a:r>
            <a:r>
              <a:rPr sz="2400" spc="5" dirty="0">
                <a:solidFill>
                  <a:srgbClr val="46424D"/>
                </a:solidFill>
                <a:latin typeface="Arial MT"/>
                <a:cs typeface="Arial MT"/>
              </a:rPr>
              <a:t> </a:t>
            </a:r>
            <a:r>
              <a:rPr sz="2400" dirty="0">
                <a:solidFill>
                  <a:srgbClr val="46424D"/>
                </a:solidFill>
                <a:latin typeface="Arial MT"/>
                <a:cs typeface="Arial MT"/>
              </a:rPr>
              <a:t>code</a:t>
            </a:r>
            <a:r>
              <a:rPr sz="2400" spc="5" dirty="0">
                <a:solidFill>
                  <a:srgbClr val="46424D"/>
                </a:solidFill>
                <a:latin typeface="Arial MT"/>
                <a:cs typeface="Arial MT"/>
              </a:rPr>
              <a:t> </a:t>
            </a:r>
            <a:r>
              <a:rPr sz="2400" dirty="0">
                <a:solidFill>
                  <a:srgbClr val="46424D"/>
                </a:solidFill>
                <a:latin typeface="Arial MT"/>
                <a:cs typeface="Arial MT"/>
              </a:rPr>
              <a:t>that</a:t>
            </a:r>
            <a:r>
              <a:rPr sz="2400" spc="5" dirty="0">
                <a:solidFill>
                  <a:srgbClr val="46424D"/>
                </a:solidFill>
                <a:latin typeface="Arial MT"/>
                <a:cs typeface="Arial MT"/>
              </a:rPr>
              <a:t> </a:t>
            </a:r>
            <a:r>
              <a:rPr sz="2400" spc="-5" dirty="0">
                <a:solidFill>
                  <a:srgbClr val="46424D"/>
                </a:solidFill>
                <a:latin typeface="Arial MT"/>
                <a:cs typeface="Arial MT"/>
              </a:rPr>
              <a:t>implements </a:t>
            </a:r>
            <a:r>
              <a:rPr sz="2400" spc="-655" dirty="0">
                <a:solidFill>
                  <a:srgbClr val="46424D"/>
                </a:solidFill>
                <a:latin typeface="Arial MT"/>
                <a:cs typeface="Arial MT"/>
              </a:rPr>
              <a:t> </a:t>
            </a:r>
            <a:r>
              <a:rPr sz="2400" dirty="0">
                <a:solidFill>
                  <a:srgbClr val="46424D"/>
                </a:solidFill>
                <a:latin typeface="Arial MT"/>
                <a:cs typeface="Arial MT"/>
              </a:rPr>
              <a:t>the</a:t>
            </a:r>
            <a:r>
              <a:rPr sz="2400" spc="-5" dirty="0">
                <a:solidFill>
                  <a:srgbClr val="46424D"/>
                </a:solidFill>
                <a:latin typeface="Arial MT"/>
                <a:cs typeface="Arial MT"/>
              </a:rPr>
              <a:t> </a:t>
            </a:r>
            <a:r>
              <a:rPr sz="2400" spc="-10" dirty="0">
                <a:solidFill>
                  <a:srgbClr val="46424D"/>
                </a:solidFill>
                <a:latin typeface="Arial MT"/>
                <a:cs typeface="Arial MT"/>
              </a:rPr>
              <a:t>‘display</a:t>
            </a:r>
            <a:r>
              <a:rPr sz="2400" spc="40" dirty="0">
                <a:solidFill>
                  <a:srgbClr val="46424D"/>
                </a:solidFill>
                <a:latin typeface="Arial MT"/>
                <a:cs typeface="Arial MT"/>
              </a:rPr>
              <a:t> </a:t>
            </a:r>
            <a:r>
              <a:rPr sz="2400" spc="-5" dirty="0">
                <a:solidFill>
                  <a:srgbClr val="46424D"/>
                </a:solidFill>
                <a:latin typeface="Arial MT"/>
                <a:cs typeface="Arial MT"/>
              </a:rPr>
              <a:t>logic’</a:t>
            </a:r>
            <a:r>
              <a:rPr sz="2400" spc="-60" dirty="0">
                <a:solidFill>
                  <a:srgbClr val="46424D"/>
                </a:solidFill>
                <a:latin typeface="Arial MT"/>
                <a:cs typeface="Arial MT"/>
              </a:rPr>
              <a:t> </a:t>
            </a:r>
            <a:r>
              <a:rPr sz="2400" spc="-5" dirty="0">
                <a:solidFill>
                  <a:srgbClr val="46424D"/>
                </a:solidFill>
                <a:latin typeface="Arial MT"/>
                <a:cs typeface="Arial MT"/>
              </a:rPr>
              <a:t>and</a:t>
            </a:r>
            <a:r>
              <a:rPr sz="2400" spc="10" dirty="0">
                <a:solidFill>
                  <a:srgbClr val="46424D"/>
                </a:solidFill>
                <a:latin typeface="Arial MT"/>
                <a:cs typeface="Arial MT"/>
              </a:rPr>
              <a:t> </a:t>
            </a:r>
            <a:r>
              <a:rPr sz="2400" spc="-5" dirty="0">
                <a:solidFill>
                  <a:srgbClr val="46424D"/>
                </a:solidFill>
                <a:latin typeface="Arial MT"/>
                <a:cs typeface="Arial MT"/>
              </a:rPr>
              <a:t>workflow</a:t>
            </a:r>
            <a:r>
              <a:rPr sz="2400" dirty="0">
                <a:solidFill>
                  <a:srgbClr val="46424D"/>
                </a:solidFill>
                <a:latin typeface="Arial MT"/>
                <a:cs typeface="Arial MT"/>
              </a:rPr>
              <a:t> </a:t>
            </a:r>
            <a:r>
              <a:rPr sz="2400" spc="-5" dirty="0">
                <a:solidFill>
                  <a:srgbClr val="46424D"/>
                </a:solidFill>
                <a:latin typeface="Arial MT"/>
                <a:cs typeface="Arial MT"/>
              </a:rPr>
              <a:t>between</a:t>
            </a:r>
            <a:r>
              <a:rPr sz="2400" spc="25" dirty="0">
                <a:solidFill>
                  <a:srgbClr val="46424D"/>
                </a:solidFill>
                <a:latin typeface="Arial MT"/>
                <a:cs typeface="Arial MT"/>
              </a:rPr>
              <a:t> </a:t>
            </a:r>
            <a:r>
              <a:rPr sz="2400" spc="-5" dirty="0">
                <a:solidFill>
                  <a:srgbClr val="46424D"/>
                </a:solidFill>
                <a:latin typeface="Arial MT"/>
                <a:cs typeface="Arial MT"/>
              </a:rPr>
              <a:t>screens.</a:t>
            </a:r>
            <a:endParaRPr sz="2400" dirty="0">
              <a:latin typeface="Arial MT"/>
              <a:cs typeface="Arial MT"/>
            </a:endParaRPr>
          </a:p>
          <a:p>
            <a:pPr marL="355600" marR="38100" indent="-342900">
              <a:lnSpc>
                <a:spcPct val="100000"/>
              </a:lnSpc>
              <a:spcBef>
                <a:spcPts val="1205"/>
              </a:spcBef>
              <a:buFont typeface="Wingdings"/>
              <a:buChar char=""/>
              <a:tabLst>
                <a:tab pos="355600" algn="l"/>
              </a:tabLst>
            </a:pPr>
            <a:r>
              <a:rPr sz="2400" dirty="0">
                <a:solidFill>
                  <a:srgbClr val="46424D"/>
                </a:solidFill>
                <a:latin typeface="Arial MT"/>
                <a:cs typeface="Arial MT"/>
              </a:rPr>
              <a:t>It</a:t>
            </a:r>
            <a:r>
              <a:rPr sz="2400" spc="-15" dirty="0">
                <a:solidFill>
                  <a:srgbClr val="46424D"/>
                </a:solidFill>
                <a:latin typeface="Arial MT"/>
                <a:cs typeface="Arial MT"/>
              </a:rPr>
              <a:t> </a:t>
            </a:r>
            <a:r>
              <a:rPr sz="2400" spc="-10" dirty="0">
                <a:solidFill>
                  <a:srgbClr val="46424D"/>
                </a:solidFill>
                <a:latin typeface="Arial MT"/>
                <a:cs typeface="Arial MT"/>
              </a:rPr>
              <a:t>difficult</a:t>
            </a:r>
            <a:r>
              <a:rPr sz="2400" spc="5" dirty="0">
                <a:solidFill>
                  <a:srgbClr val="46424D"/>
                </a:solidFill>
                <a:latin typeface="Arial MT"/>
                <a:cs typeface="Arial MT"/>
              </a:rPr>
              <a:t> </a:t>
            </a:r>
            <a:r>
              <a:rPr sz="2400" dirty="0">
                <a:solidFill>
                  <a:srgbClr val="46424D"/>
                </a:solidFill>
                <a:latin typeface="Arial MT"/>
                <a:cs typeface="Arial MT"/>
              </a:rPr>
              <a:t>to</a:t>
            </a:r>
            <a:r>
              <a:rPr sz="2400" spc="-10" dirty="0">
                <a:solidFill>
                  <a:srgbClr val="46424D"/>
                </a:solidFill>
                <a:latin typeface="Arial MT"/>
                <a:cs typeface="Arial MT"/>
              </a:rPr>
              <a:t> </a:t>
            </a:r>
            <a:r>
              <a:rPr sz="2400" spc="-5" dirty="0">
                <a:solidFill>
                  <a:srgbClr val="46424D"/>
                </a:solidFill>
                <a:latin typeface="Arial MT"/>
                <a:cs typeface="Arial MT"/>
              </a:rPr>
              <a:t>judge</a:t>
            </a:r>
            <a:r>
              <a:rPr sz="2400" spc="15" dirty="0">
                <a:solidFill>
                  <a:srgbClr val="46424D"/>
                </a:solidFill>
                <a:latin typeface="Arial MT"/>
                <a:cs typeface="Arial MT"/>
              </a:rPr>
              <a:t> </a:t>
            </a:r>
            <a:r>
              <a:rPr sz="2400" dirty="0">
                <a:solidFill>
                  <a:srgbClr val="46424D"/>
                </a:solidFill>
                <a:latin typeface="Arial MT"/>
                <a:cs typeface="Arial MT"/>
              </a:rPr>
              <a:t>the </a:t>
            </a:r>
            <a:r>
              <a:rPr sz="2400" spc="-5" dirty="0">
                <a:solidFill>
                  <a:srgbClr val="46424D"/>
                </a:solidFill>
                <a:latin typeface="Arial MT"/>
                <a:cs typeface="Arial MT"/>
              </a:rPr>
              <a:t>completeness</a:t>
            </a:r>
            <a:r>
              <a:rPr sz="2400" spc="35" dirty="0">
                <a:solidFill>
                  <a:srgbClr val="46424D"/>
                </a:solidFill>
                <a:latin typeface="Arial MT"/>
                <a:cs typeface="Arial MT"/>
              </a:rPr>
              <a:t> </a:t>
            </a:r>
            <a:r>
              <a:rPr sz="2400" dirty="0">
                <a:solidFill>
                  <a:srgbClr val="46424D"/>
                </a:solidFill>
                <a:latin typeface="Arial MT"/>
                <a:cs typeface="Arial MT"/>
              </a:rPr>
              <a:t>of</a:t>
            </a:r>
            <a:r>
              <a:rPr sz="2400" spc="5" dirty="0">
                <a:solidFill>
                  <a:srgbClr val="46424D"/>
                </a:solidFill>
                <a:latin typeface="Arial MT"/>
                <a:cs typeface="Arial MT"/>
              </a:rPr>
              <a:t> </a:t>
            </a:r>
            <a:r>
              <a:rPr sz="2400" spc="-5" dirty="0">
                <a:solidFill>
                  <a:srgbClr val="46424D"/>
                </a:solidFill>
                <a:latin typeface="Arial MT"/>
                <a:cs typeface="Arial MT"/>
              </a:rPr>
              <a:t>a</a:t>
            </a:r>
            <a:r>
              <a:rPr sz="2400" spc="-10" dirty="0">
                <a:solidFill>
                  <a:srgbClr val="46424D"/>
                </a:solidFill>
                <a:latin typeface="Arial MT"/>
                <a:cs typeface="Arial MT"/>
              </a:rPr>
              <a:t> </a:t>
            </a:r>
            <a:r>
              <a:rPr sz="2400" dirty="0">
                <a:solidFill>
                  <a:srgbClr val="46424D"/>
                </a:solidFill>
                <a:latin typeface="Arial MT"/>
                <a:cs typeface="Arial MT"/>
              </a:rPr>
              <a:t>set</a:t>
            </a:r>
            <a:r>
              <a:rPr sz="2400" spc="5" dirty="0">
                <a:solidFill>
                  <a:srgbClr val="46424D"/>
                </a:solidFill>
                <a:latin typeface="Arial MT"/>
                <a:cs typeface="Arial MT"/>
              </a:rPr>
              <a:t> </a:t>
            </a:r>
            <a:r>
              <a:rPr sz="2400" dirty="0">
                <a:solidFill>
                  <a:srgbClr val="46424D"/>
                </a:solidFill>
                <a:latin typeface="Arial MT"/>
                <a:cs typeface="Arial MT"/>
              </a:rPr>
              <a:t>of tests. </a:t>
            </a:r>
            <a:r>
              <a:rPr sz="2400" spc="5" dirty="0">
                <a:solidFill>
                  <a:srgbClr val="46424D"/>
                </a:solidFill>
                <a:latin typeface="Arial MT"/>
                <a:cs typeface="Arial MT"/>
              </a:rPr>
              <a:t> </a:t>
            </a:r>
            <a:r>
              <a:rPr sz="2400" spc="-5" dirty="0">
                <a:solidFill>
                  <a:srgbClr val="46424D"/>
                </a:solidFill>
                <a:latin typeface="Arial MT"/>
                <a:cs typeface="Arial MT"/>
              </a:rPr>
              <a:t>Although</a:t>
            </a:r>
            <a:r>
              <a:rPr sz="2400" spc="30" dirty="0">
                <a:solidFill>
                  <a:srgbClr val="46424D"/>
                </a:solidFill>
                <a:latin typeface="Arial MT"/>
                <a:cs typeface="Arial MT"/>
              </a:rPr>
              <a:t> </a:t>
            </a:r>
            <a:r>
              <a:rPr sz="2400" spc="-5" dirty="0">
                <a:solidFill>
                  <a:srgbClr val="46424D"/>
                </a:solidFill>
                <a:latin typeface="Arial MT"/>
                <a:cs typeface="Arial MT"/>
              </a:rPr>
              <a:t>you</a:t>
            </a:r>
            <a:r>
              <a:rPr sz="2400" spc="5" dirty="0">
                <a:solidFill>
                  <a:srgbClr val="46424D"/>
                </a:solidFill>
                <a:latin typeface="Arial MT"/>
                <a:cs typeface="Arial MT"/>
              </a:rPr>
              <a:t> </a:t>
            </a:r>
            <a:r>
              <a:rPr sz="2400" dirty="0">
                <a:solidFill>
                  <a:srgbClr val="46424D"/>
                </a:solidFill>
                <a:latin typeface="Arial MT"/>
                <a:cs typeface="Arial MT"/>
              </a:rPr>
              <a:t>may</a:t>
            </a:r>
            <a:r>
              <a:rPr sz="2400" spc="5" dirty="0">
                <a:solidFill>
                  <a:srgbClr val="46424D"/>
                </a:solidFill>
                <a:latin typeface="Arial MT"/>
                <a:cs typeface="Arial MT"/>
              </a:rPr>
              <a:t> </a:t>
            </a:r>
            <a:r>
              <a:rPr sz="2400" spc="-5" dirty="0">
                <a:solidFill>
                  <a:srgbClr val="46424D"/>
                </a:solidFill>
                <a:latin typeface="Arial MT"/>
                <a:cs typeface="Arial MT"/>
              </a:rPr>
              <a:t>have</a:t>
            </a:r>
            <a:r>
              <a:rPr sz="2400" spc="15" dirty="0">
                <a:solidFill>
                  <a:srgbClr val="46424D"/>
                </a:solidFill>
                <a:latin typeface="Arial MT"/>
                <a:cs typeface="Arial MT"/>
              </a:rPr>
              <a:t> </a:t>
            </a:r>
            <a:r>
              <a:rPr sz="2400" spc="-5" dirty="0">
                <a:solidFill>
                  <a:srgbClr val="46424D"/>
                </a:solidFill>
                <a:latin typeface="Arial MT"/>
                <a:cs typeface="Arial MT"/>
              </a:rPr>
              <a:t>a</a:t>
            </a:r>
            <a:r>
              <a:rPr sz="2400" spc="5" dirty="0">
                <a:solidFill>
                  <a:srgbClr val="46424D"/>
                </a:solidFill>
                <a:latin typeface="Arial MT"/>
                <a:cs typeface="Arial MT"/>
              </a:rPr>
              <a:t> </a:t>
            </a:r>
            <a:r>
              <a:rPr sz="2400" spc="-5" dirty="0">
                <a:solidFill>
                  <a:srgbClr val="46424D"/>
                </a:solidFill>
                <a:latin typeface="Arial MT"/>
                <a:cs typeface="Arial MT"/>
              </a:rPr>
              <a:t>lot</a:t>
            </a:r>
            <a:r>
              <a:rPr sz="2400" spc="5" dirty="0">
                <a:solidFill>
                  <a:srgbClr val="46424D"/>
                </a:solidFill>
                <a:latin typeface="Arial MT"/>
                <a:cs typeface="Arial MT"/>
              </a:rPr>
              <a:t> </a:t>
            </a:r>
            <a:r>
              <a:rPr sz="2400" dirty="0">
                <a:solidFill>
                  <a:srgbClr val="46424D"/>
                </a:solidFill>
                <a:latin typeface="Arial MT"/>
                <a:cs typeface="Arial MT"/>
              </a:rPr>
              <a:t>of</a:t>
            </a:r>
            <a:r>
              <a:rPr sz="2400" spc="5" dirty="0">
                <a:solidFill>
                  <a:srgbClr val="46424D"/>
                </a:solidFill>
                <a:latin typeface="Arial MT"/>
                <a:cs typeface="Arial MT"/>
              </a:rPr>
              <a:t> </a:t>
            </a:r>
            <a:r>
              <a:rPr sz="2400" spc="-5" dirty="0">
                <a:solidFill>
                  <a:srgbClr val="46424D"/>
                </a:solidFill>
                <a:latin typeface="Arial MT"/>
                <a:cs typeface="Arial MT"/>
              </a:rPr>
              <a:t>system</a:t>
            </a:r>
            <a:r>
              <a:rPr sz="2400" spc="10" dirty="0">
                <a:solidFill>
                  <a:srgbClr val="46424D"/>
                </a:solidFill>
                <a:latin typeface="Arial MT"/>
                <a:cs typeface="Arial MT"/>
              </a:rPr>
              <a:t> </a:t>
            </a:r>
            <a:r>
              <a:rPr sz="2400" dirty="0">
                <a:solidFill>
                  <a:srgbClr val="46424D"/>
                </a:solidFill>
                <a:latin typeface="Arial MT"/>
                <a:cs typeface="Arial MT"/>
              </a:rPr>
              <a:t>tests,</a:t>
            </a:r>
            <a:r>
              <a:rPr sz="2400" spc="-25" dirty="0">
                <a:solidFill>
                  <a:srgbClr val="46424D"/>
                </a:solidFill>
                <a:latin typeface="Arial MT"/>
                <a:cs typeface="Arial MT"/>
              </a:rPr>
              <a:t> </a:t>
            </a:r>
            <a:r>
              <a:rPr sz="2400" spc="-5" dirty="0">
                <a:solidFill>
                  <a:srgbClr val="46424D"/>
                </a:solidFill>
                <a:latin typeface="Arial MT"/>
                <a:cs typeface="Arial MT"/>
              </a:rPr>
              <a:t>your</a:t>
            </a:r>
            <a:r>
              <a:rPr sz="2400" spc="5" dirty="0">
                <a:solidFill>
                  <a:srgbClr val="46424D"/>
                </a:solidFill>
                <a:latin typeface="Arial MT"/>
                <a:cs typeface="Arial MT"/>
              </a:rPr>
              <a:t> </a:t>
            </a:r>
            <a:r>
              <a:rPr sz="2400" dirty="0">
                <a:solidFill>
                  <a:srgbClr val="46424D"/>
                </a:solidFill>
                <a:latin typeface="Arial MT"/>
                <a:cs typeface="Arial MT"/>
              </a:rPr>
              <a:t>test </a:t>
            </a:r>
            <a:r>
              <a:rPr sz="2400" spc="-650" dirty="0">
                <a:solidFill>
                  <a:srgbClr val="46424D"/>
                </a:solidFill>
                <a:latin typeface="Arial MT"/>
                <a:cs typeface="Arial MT"/>
              </a:rPr>
              <a:t> </a:t>
            </a:r>
            <a:r>
              <a:rPr sz="2400" dirty="0">
                <a:solidFill>
                  <a:srgbClr val="46424D"/>
                </a:solidFill>
                <a:latin typeface="Arial MT"/>
                <a:cs typeface="Arial MT"/>
              </a:rPr>
              <a:t>set</a:t>
            </a:r>
            <a:r>
              <a:rPr sz="2400" spc="-5" dirty="0">
                <a:solidFill>
                  <a:srgbClr val="46424D"/>
                </a:solidFill>
                <a:latin typeface="Arial MT"/>
                <a:cs typeface="Arial MT"/>
              </a:rPr>
              <a:t> may </a:t>
            </a:r>
            <a:r>
              <a:rPr sz="2400" dirty="0">
                <a:solidFill>
                  <a:srgbClr val="46424D"/>
                </a:solidFill>
                <a:latin typeface="Arial MT"/>
                <a:cs typeface="Arial MT"/>
              </a:rPr>
              <a:t>not provide</a:t>
            </a:r>
            <a:r>
              <a:rPr sz="2400" spc="5" dirty="0">
                <a:solidFill>
                  <a:srgbClr val="46424D"/>
                </a:solidFill>
                <a:latin typeface="Arial MT"/>
                <a:cs typeface="Arial MT"/>
              </a:rPr>
              <a:t> </a:t>
            </a:r>
            <a:r>
              <a:rPr sz="2400" dirty="0">
                <a:solidFill>
                  <a:srgbClr val="46424D"/>
                </a:solidFill>
                <a:latin typeface="Arial MT"/>
                <a:cs typeface="Arial MT"/>
              </a:rPr>
              <a:t>complete</a:t>
            </a:r>
            <a:r>
              <a:rPr sz="2400" spc="10" dirty="0">
                <a:solidFill>
                  <a:srgbClr val="46424D"/>
                </a:solidFill>
                <a:latin typeface="Arial MT"/>
                <a:cs typeface="Arial MT"/>
              </a:rPr>
              <a:t> </a:t>
            </a:r>
            <a:r>
              <a:rPr sz="2400" dirty="0">
                <a:solidFill>
                  <a:srgbClr val="46424D"/>
                </a:solidFill>
                <a:latin typeface="Arial MT"/>
                <a:cs typeface="Arial MT"/>
              </a:rPr>
              <a:t>coverage.</a:t>
            </a:r>
            <a:endParaRPr sz="2400" dirty="0">
              <a:latin typeface="Arial MT"/>
              <a:cs typeface="Arial MT"/>
            </a:endParaRPr>
          </a:p>
        </p:txBody>
      </p:sp>
      <p:sp>
        <p:nvSpPr>
          <p:cNvPr id="3" name="object 3"/>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33</a:t>
            </a:fld>
            <a:endParaRPr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643254"/>
            <a:ext cx="7882890" cy="4100195"/>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46424D"/>
                </a:solidFill>
                <a:latin typeface="Arial"/>
                <a:cs typeface="Arial"/>
              </a:rPr>
              <a:t>Pair</a:t>
            </a:r>
            <a:r>
              <a:rPr sz="2400" b="1" spc="-45" dirty="0">
                <a:solidFill>
                  <a:srgbClr val="46424D"/>
                </a:solidFill>
                <a:latin typeface="Arial"/>
                <a:cs typeface="Arial"/>
              </a:rPr>
              <a:t> </a:t>
            </a:r>
            <a:r>
              <a:rPr sz="2400" b="1" dirty="0">
                <a:solidFill>
                  <a:srgbClr val="46424D"/>
                </a:solidFill>
                <a:latin typeface="Arial"/>
                <a:cs typeface="Arial"/>
              </a:rPr>
              <a:t>programming</a:t>
            </a:r>
            <a:endParaRPr sz="2400" dirty="0">
              <a:latin typeface="Arial"/>
              <a:cs typeface="Arial"/>
            </a:endParaRPr>
          </a:p>
          <a:p>
            <a:pPr>
              <a:lnSpc>
                <a:spcPct val="100000"/>
              </a:lnSpc>
            </a:pPr>
            <a:endParaRPr sz="2700" dirty="0">
              <a:latin typeface="Arial"/>
              <a:cs typeface="Arial"/>
            </a:endParaRPr>
          </a:p>
          <a:p>
            <a:pPr marL="355600" marR="548005" indent="-342900">
              <a:lnSpc>
                <a:spcPts val="2590"/>
              </a:lnSpc>
              <a:spcBef>
                <a:spcPts val="1795"/>
              </a:spcBef>
              <a:buFont typeface="Wingdings"/>
              <a:buChar char=""/>
              <a:tabLst>
                <a:tab pos="355600" algn="l"/>
              </a:tabLst>
            </a:pPr>
            <a:r>
              <a:rPr sz="2400" spc="-5" dirty="0">
                <a:solidFill>
                  <a:srgbClr val="46424D"/>
                </a:solidFill>
                <a:latin typeface="Arial MT"/>
                <a:cs typeface="Arial MT"/>
              </a:rPr>
              <a:t>Pair</a:t>
            </a:r>
            <a:r>
              <a:rPr sz="2400" dirty="0">
                <a:solidFill>
                  <a:srgbClr val="46424D"/>
                </a:solidFill>
                <a:latin typeface="Arial MT"/>
                <a:cs typeface="Arial MT"/>
              </a:rPr>
              <a:t> programming</a:t>
            </a:r>
            <a:r>
              <a:rPr sz="2400" spc="15" dirty="0">
                <a:solidFill>
                  <a:srgbClr val="46424D"/>
                </a:solidFill>
                <a:latin typeface="Arial MT"/>
                <a:cs typeface="Arial MT"/>
              </a:rPr>
              <a:t> </a:t>
            </a:r>
            <a:r>
              <a:rPr sz="2400" spc="-5" dirty="0">
                <a:solidFill>
                  <a:srgbClr val="46424D"/>
                </a:solidFill>
                <a:latin typeface="Arial MT"/>
                <a:cs typeface="Arial MT"/>
              </a:rPr>
              <a:t>involves</a:t>
            </a:r>
            <a:r>
              <a:rPr sz="2400" spc="30" dirty="0">
                <a:solidFill>
                  <a:srgbClr val="46424D"/>
                </a:solidFill>
                <a:latin typeface="Arial MT"/>
                <a:cs typeface="Arial MT"/>
              </a:rPr>
              <a:t> </a:t>
            </a:r>
            <a:r>
              <a:rPr sz="2400" dirty="0">
                <a:solidFill>
                  <a:srgbClr val="46424D"/>
                </a:solidFill>
                <a:latin typeface="Arial MT"/>
                <a:cs typeface="Arial MT"/>
              </a:rPr>
              <a:t>programmers </a:t>
            </a:r>
            <a:r>
              <a:rPr sz="2400" spc="-5" dirty="0">
                <a:solidFill>
                  <a:srgbClr val="46424D"/>
                </a:solidFill>
                <a:latin typeface="Arial MT"/>
                <a:cs typeface="Arial MT"/>
              </a:rPr>
              <a:t>working</a:t>
            </a:r>
            <a:r>
              <a:rPr sz="2400" spc="-10" dirty="0">
                <a:solidFill>
                  <a:srgbClr val="46424D"/>
                </a:solidFill>
                <a:latin typeface="Arial MT"/>
                <a:cs typeface="Arial MT"/>
              </a:rPr>
              <a:t> </a:t>
            </a:r>
            <a:r>
              <a:rPr sz="2400" spc="-5" dirty="0">
                <a:solidFill>
                  <a:srgbClr val="46424D"/>
                </a:solidFill>
                <a:latin typeface="Arial MT"/>
                <a:cs typeface="Arial MT"/>
              </a:rPr>
              <a:t>in </a:t>
            </a:r>
            <a:r>
              <a:rPr sz="2400" spc="-655" dirty="0">
                <a:solidFill>
                  <a:srgbClr val="46424D"/>
                </a:solidFill>
                <a:latin typeface="Arial MT"/>
                <a:cs typeface="Arial MT"/>
              </a:rPr>
              <a:t> </a:t>
            </a:r>
            <a:r>
              <a:rPr sz="2400" spc="-5" dirty="0">
                <a:solidFill>
                  <a:srgbClr val="46424D"/>
                </a:solidFill>
                <a:latin typeface="Arial MT"/>
                <a:cs typeface="Arial MT"/>
              </a:rPr>
              <a:t>pairs,</a:t>
            </a:r>
            <a:r>
              <a:rPr sz="2400" spc="5" dirty="0">
                <a:solidFill>
                  <a:srgbClr val="46424D"/>
                </a:solidFill>
                <a:latin typeface="Arial MT"/>
                <a:cs typeface="Arial MT"/>
              </a:rPr>
              <a:t> </a:t>
            </a:r>
            <a:r>
              <a:rPr sz="2400" spc="-5" dirty="0">
                <a:solidFill>
                  <a:srgbClr val="46424D"/>
                </a:solidFill>
                <a:latin typeface="Arial MT"/>
                <a:cs typeface="Arial MT"/>
              </a:rPr>
              <a:t>developing</a:t>
            </a:r>
            <a:r>
              <a:rPr sz="2400" spc="45" dirty="0">
                <a:solidFill>
                  <a:srgbClr val="46424D"/>
                </a:solidFill>
                <a:latin typeface="Arial MT"/>
                <a:cs typeface="Arial MT"/>
              </a:rPr>
              <a:t> </a:t>
            </a:r>
            <a:r>
              <a:rPr sz="2400" spc="-5" dirty="0">
                <a:solidFill>
                  <a:srgbClr val="46424D"/>
                </a:solidFill>
                <a:latin typeface="Arial MT"/>
                <a:cs typeface="Arial MT"/>
              </a:rPr>
              <a:t>code</a:t>
            </a:r>
            <a:r>
              <a:rPr sz="2400" dirty="0">
                <a:solidFill>
                  <a:srgbClr val="46424D"/>
                </a:solidFill>
                <a:latin typeface="Arial MT"/>
                <a:cs typeface="Arial MT"/>
              </a:rPr>
              <a:t> </a:t>
            </a:r>
            <a:r>
              <a:rPr sz="2400" spc="-20" dirty="0">
                <a:solidFill>
                  <a:srgbClr val="46424D"/>
                </a:solidFill>
                <a:latin typeface="Arial MT"/>
                <a:cs typeface="Arial MT"/>
              </a:rPr>
              <a:t>together.</a:t>
            </a:r>
            <a:endParaRPr sz="2400" dirty="0">
              <a:latin typeface="Arial MT"/>
              <a:cs typeface="Arial MT"/>
            </a:endParaRPr>
          </a:p>
          <a:p>
            <a:pPr marL="355600" marR="560705" indent="-342900">
              <a:lnSpc>
                <a:spcPts val="2590"/>
              </a:lnSpc>
              <a:spcBef>
                <a:spcPts val="1205"/>
              </a:spcBef>
              <a:buFont typeface="Wingdings"/>
              <a:buChar char=""/>
              <a:tabLst>
                <a:tab pos="355600" algn="l"/>
              </a:tabLst>
            </a:pPr>
            <a:r>
              <a:rPr sz="2400" dirty="0">
                <a:solidFill>
                  <a:srgbClr val="46424D"/>
                </a:solidFill>
                <a:latin typeface="Arial MT"/>
                <a:cs typeface="Arial MT"/>
              </a:rPr>
              <a:t>This</a:t>
            </a:r>
            <a:r>
              <a:rPr sz="2400" spc="-5" dirty="0">
                <a:solidFill>
                  <a:srgbClr val="46424D"/>
                </a:solidFill>
                <a:latin typeface="Arial MT"/>
                <a:cs typeface="Arial MT"/>
              </a:rPr>
              <a:t> helps</a:t>
            </a:r>
            <a:r>
              <a:rPr sz="2400" spc="25" dirty="0">
                <a:solidFill>
                  <a:srgbClr val="46424D"/>
                </a:solidFill>
                <a:latin typeface="Arial MT"/>
                <a:cs typeface="Arial MT"/>
              </a:rPr>
              <a:t> </a:t>
            </a:r>
            <a:r>
              <a:rPr sz="2400" spc="-5" dirty="0">
                <a:solidFill>
                  <a:srgbClr val="46424D"/>
                </a:solidFill>
                <a:latin typeface="Arial MT"/>
                <a:cs typeface="Arial MT"/>
              </a:rPr>
              <a:t>develop</a:t>
            </a:r>
            <a:r>
              <a:rPr sz="2400" spc="20" dirty="0">
                <a:solidFill>
                  <a:srgbClr val="46424D"/>
                </a:solidFill>
                <a:latin typeface="Arial MT"/>
                <a:cs typeface="Arial MT"/>
              </a:rPr>
              <a:t> </a:t>
            </a:r>
            <a:r>
              <a:rPr sz="2400" dirty="0">
                <a:solidFill>
                  <a:srgbClr val="46424D"/>
                </a:solidFill>
                <a:latin typeface="Arial MT"/>
                <a:cs typeface="Arial MT"/>
              </a:rPr>
              <a:t>common ownership</a:t>
            </a:r>
            <a:r>
              <a:rPr sz="2400" spc="30" dirty="0">
                <a:solidFill>
                  <a:srgbClr val="46424D"/>
                </a:solidFill>
                <a:latin typeface="Arial MT"/>
                <a:cs typeface="Arial MT"/>
              </a:rPr>
              <a:t> </a:t>
            </a:r>
            <a:r>
              <a:rPr sz="2400" dirty="0">
                <a:solidFill>
                  <a:srgbClr val="46424D"/>
                </a:solidFill>
                <a:latin typeface="Arial MT"/>
                <a:cs typeface="Arial MT"/>
              </a:rPr>
              <a:t>of </a:t>
            </a:r>
            <a:r>
              <a:rPr sz="2400" spc="-5" dirty="0">
                <a:solidFill>
                  <a:srgbClr val="46424D"/>
                </a:solidFill>
                <a:latin typeface="Arial MT"/>
                <a:cs typeface="Arial MT"/>
              </a:rPr>
              <a:t>code</a:t>
            </a:r>
            <a:r>
              <a:rPr sz="2400" dirty="0">
                <a:solidFill>
                  <a:srgbClr val="46424D"/>
                </a:solidFill>
                <a:latin typeface="Arial MT"/>
                <a:cs typeface="Arial MT"/>
              </a:rPr>
              <a:t> </a:t>
            </a:r>
            <a:r>
              <a:rPr sz="2400" spc="-5" dirty="0">
                <a:solidFill>
                  <a:srgbClr val="46424D"/>
                </a:solidFill>
                <a:latin typeface="Arial MT"/>
                <a:cs typeface="Arial MT"/>
              </a:rPr>
              <a:t>and </a:t>
            </a:r>
            <a:r>
              <a:rPr sz="2400" spc="-655" dirty="0">
                <a:solidFill>
                  <a:srgbClr val="46424D"/>
                </a:solidFill>
                <a:latin typeface="Arial MT"/>
                <a:cs typeface="Arial MT"/>
              </a:rPr>
              <a:t> </a:t>
            </a:r>
            <a:r>
              <a:rPr sz="2400" dirty="0">
                <a:solidFill>
                  <a:srgbClr val="46424D"/>
                </a:solidFill>
                <a:latin typeface="Arial MT"/>
                <a:cs typeface="Arial MT"/>
              </a:rPr>
              <a:t>spreads</a:t>
            </a:r>
            <a:r>
              <a:rPr sz="2400" spc="10" dirty="0">
                <a:solidFill>
                  <a:srgbClr val="46424D"/>
                </a:solidFill>
                <a:latin typeface="Arial MT"/>
                <a:cs typeface="Arial MT"/>
              </a:rPr>
              <a:t> </a:t>
            </a:r>
            <a:r>
              <a:rPr sz="2400" spc="-5" dirty="0">
                <a:solidFill>
                  <a:srgbClr val="46424D"/>
                </a:solidFill>
                <a:latin typeface="Arial MT"/>
                <a:cs typeface="Arial MT"/>
              </a:rPr>
              <a:t>knowledge</a:t>
            </a:r>
            <a:r>
              <a:rPr sz="2400" spc="30" dirty="0">
                <a:solidFill>
                  <a:srgbClr val="46424D"/>
                </a:solidFill>
                <a:latin typeface="Arial MT"/>
                <a:cs typeface="Arial MT"/>
              </a:rPr>
              <a:t> </a:t>
            </a:r>
            <a:r>
              <a:rPr sz="2400" dirty="0">
                <a:solidFill>
                  <a:srgbClr val="46424D"/>
                </a:solidFill>
                <a:latin typeface="Arial MT"/>
                <a:cs typeface="Arial MT"/>
              </a:rPr>
              <a:t>across</a:t>
            </a:r>
            <a:r>
              <a:rPr sz="2400" spc="5" dirty="0">
                <a:solidFill>
                  <a:srgbClr val="46424D"/>
                </a:solidFill>
                <a:latin typeface="Arial MT"/>
                <a:cs typeface="Arial MT"/>
              </a:rPr>
              <a:t> </a:t>
            </a:r>
            <a:r>
              <a:rPr sz="2400" dirty="0">
                <a:solidFill>
                  <a:srgbClr val="46424D"/>
                </a:solidFill>
                <a:latin typeface="Arial MT"/>
                <a:cs typeface="Arial MT"/>
              </a:rPr>
              <a:t>the</a:t>
            </a:r>
            <a:r>
              <a:rPr sz="2400" spc="-5" dirty="0">
                <a:solidFill>
                  <a:srgbClr val="46424D"/>
                </a:solidFill>
                <a:latin typeface="Arial MT"/>
                <a:cs typeface="Arial MT"/>
              </a:rPr>
              <a:t> </a:t>
            </a:r>
            <a:r>
              <a:rPr sz="2400" dirty="0">
                <a:solidFill>
                  <a:srgbClr val="46424D"/>
                </a:solidFill>
                <a:latin typeface="Arial MT"/>
                <a:cs typeface="Arial MT"/>
              </a:rPr>
              <a:t>team.</a:t>
            </a:r>
            <a:endParaRPr sz="2400" dirty="0">
              <a:latin typeface="Arial MT"/>
              <a:cs typeface="Arial MT"/>
            </a:endParaRPr>
          </a:p>
          <a:p>
            <a:pPr marL="355600" marR="190500" indent="-342900">
              <a:lnSpc>
                <a:spcPts val="2590"/>
              </a:lnSpc>
              <a:spcBef>
                <a:spcPts val="1205"/>
              </a:spcBef>
              <a:buFont typeface="Wingdings"/>
              <a:buChar char=""/>
              <a:tabLst>
                <a:tab pos="355600" algn="l"/>
              </a:tabLst>
            </a:pPr>
            <a:r>
              <a:rPr sz="2400" dirty="0">
                <a:solidFill>
                  <a:srgbClr val="46424D"/>
                </a:solidFill>
                <a:latin typeface="Arial MT"/>
                <a:cs typeface="Arial MT"/>
              </a:rPr>
              <a:t>It</a:t>
            </a:r>
            <a:r>
              <a:rPr sz="2400" spc="-15" dirty="0">
                <a:solidFill>
                  <a:srgbClr val="46424D"/>
                </a:solidFill>
                <a:latin typeface="Arial MT"/>
                <a:cs typeface="Arial MT"/>
              </a:rPr>
              <a:t> </a:t>
            </a:r>
            <a:r>
              <a:rPr sz="2400" spc="-5" dirty="0">
                <a:solidFill>
                  <a:srgbClr val="46424D"/>
                </a:solidFill>
                <a:latin typeface="Arial MT"/>
                <a:cs typeface="Arial MT"/>
              </a:rPr>
              <a:t>serves</a:t>
            </a:r>
            <a:r>
              <a:rPr sz="2400" spc="10" dirty="0">
                <a:solidFill>
                  <a:srgbClr val="46424D"/>
                </a:solidFill>
                <a:latin typeface="Arial MT"/>
                <a:cs typeface="Arial MT"/>
              </a:rPr>
              <a:t> </a:t>
            </a:r>
            <a:r>
              <a:rPr sz="2400" spc="-5" dirty="0">
                <a:solidFill>
                  <a:srgbClr val="46424D"/>
                </a:solidFill>
                <a:latin typeface="Arial MT"/>
                <a:cs typeface="Arial MT"/>
              </a:rPr>
              <a:t>as</a:t>
            </a:r>
            <a:r>
              <a:rPr sz="2400" spc="5" dirty="0">
                <a:solidFill>
                  <a:srgbClr val="46424D"/>
                </a:solidFill>
                <a:latin typeface="Arial MT"/>
                <a:cs typeface="Arial MT"/>
              </a:rPr>
              <a:t> </a:t>
            </a:r>
            <a:r>
              <a:rPr sz="2400" spc="-5" dirty="0">
                <a:solidFill>
                  <a:srgbClr val="46424D"/>
                </a:solidFill>
                <a:latin typeface="Arial MT"/>
                <a:cs typeface="Arial MT"/>
              </a:rPr>
              <a:t>an</a:t>
            </a:r>
            <a:r>
              <a:rPr sz="2400" spc="10" dirty="0">
                <a:solidFill>
                  <a:srgbClr val="46424D"/>
                </a:solidFill>
                <a:latin typeface="Arial MT"/>
                <a:cs typeface="Arial MT"/>
              </a:rPr>
              <a:t> </a:t>
            </a:r>
            <a:r>
              <a:rPr sz="2400" dirty="0">
                <a:solidFill>
                  <a:srgbClr val="46424D"/>
                </a:solidFill>
                <a:latin typeface="Arial MT"/>
                <a:cs typeface="Arial MT"/>
              </a:rPr>
              <a:t>informal</a:t>
            </a:r>
            <a:r>
              <a:rPr sz="2400" spc="15" dirty="0">
                <a:solidFill>
                  <a:srgbClr val="46424D"/>
                </a:solidFill>
                <a:latin typeface="Arial MT"/>
                <a:cs typeface="Arial MT"/>
              </a:rPr>
              <a:t> </a:t>
            </a:r>
            <a:r>
              <a:rPr sz="2400" spc="-5" dirty="0">
                <a:solidFill>
                  <a:srgbClr val="46424D"/>
                </a:solidFill>
                <a:latin typeface="Arial MT"/>
                <a:cs typeface="Arial MT"/>
              </a:rPr>
              <a:t>review</a:t>
            </a:r>
            <a:r>
              <a:rPr sz="2400" spc="10" dirty="0">
                <a:solidFill>
                  <a:srgbClr val="46424D"/>
                </a:solidFill>
                <a:latin typeface="Arial MT"/>
                <a:cs typeface="Arial MT"/>
              </a:rPr>
              <a:t> </a:t>
            </a:r>
            <a:r>
              <a:rPr sz="2400" spc="-5" dirty="0">
                <a:solidFill>
                  <a:srgbClr val="46424D"/>
                </a:solidFill>
                <a:latin typeface="Arial MT"/>
                <a:cs typeface="Arial MT"/>
              </a:rPr>
              <a:t>process</a:t>
            </a:r>
            <a:r>
              <a:rPr sz="2400" spc="20" dirty="0">
                <a:solidFill>
                  <a:srgbClr val="46424D"/>
                </a:solidFill>
                <a:latin typeface="Arial MT"/>
                <a:cs typeface="Arial MT"/>
              </a:rPr>
              <a:t> </a:t>
            </a:r>
            <a:r>
              <a:rPr sz="2400" spc="-5" dirty="0">
                <a:solidFill>
                  <a:srgbClr val="46424D"/>
                </a:solidFill>
                <a:latin typeface="Arial MT"/>
                <a:cs typeface="Arial MT"/>
              </a:rPr>
              <a:t>as</a:t>
            </a:r>
            <a:r>
              <a:rPr sz="2400" spc="5" dirty="0">
                <a:solidFill>
                  <a:srgbClr val="46424D"/>
                </a:solidFill>
                <a:latin typeface="Arial MT"/>
                <a:cs typeface="Arial MT"/>
              </a:rPr>
              <a:t> </a:t>
            </a:r>
            <a:r>
              <a:rPr sz="2400" spc="-5" dirty="0">
                <a:solidFill>
                  <a:srgbClr val="46424D"/>
                </a:solidFill>
                <a:latin typeface="Arial MT"/>
                <a:cs typeface="Arial MT"/>
              </a:rPr>
              <a:t>each</a:t>
            </a:r>
            <a:r>
              <a:rPr sz="2400" spc="15" dirty="0">
                <a:solidFill>
                  <a:srgbClr val="46424D"/>
                </a:solidFill>
                <a:latin typeface="Arial MT"/>
                <a:cs typeface="Arial MT"/>
              </a:rPr>
              <a:t> </a:t>
            </a:r>
            <a:r>
              <a:rPr sz="2400" spc="-5" dirty="0">
                <a:solidFill>
                  <a:srgbClr val="46424D"/>
                </a:solidFill>
                <a:latin typeface="Arial MT"/>
                <a:cs typeface="Arial MT"/>
              </a:rPr>
              <a:t>line</a:t>
            </a:r>
            <a:r>
              <a:rPr sz="2400" spc="30" dirty="0">
                <a:solidFill>
                  <a:srgbClr val="46424D"/>
                </a:solidFill>
                <a:latin typeface="Arial MT"/>
                <a:cs typeface="Arial MT"/>
              </a:rPr>
              <a:t> </a:t>
            </a:r>
            <a:r>
              <a:rPr sz="2400" dirty="0">
                <a:solidFill>
                  <a:srgbClr val="46424D"/>
                </a:solidFill>
                <a:latin typeface="Arial MT"/>
                <a:cs typeface="Arial MT"/>
              </a:rPr>
              <a:t>of </a:t>
            </a:r>
            <a:r>
              <a:rPr sz="2400" spc="-655" dirty="0">
                <a:solidFill>
                  <a:srgbClr val="46424D"/>
                </a:solidFill>
                <a:latin typeface="Arial MT"/>
                <a:cs typeface="Arial MT"/>
              </a:rPr>
              <a:t> </a:t>
            </a:r>
            <a:r>
              <a:rPr sz="2400" spc="-5" dirty="0">
                <a:solidFill>
                  <a:srgbClr val="46424D"/>
                </a:solidFill>
                <a:latin typeface="Arial MT"/>
                <a:cs typeface="Arial MT"/>
              </a:rPr>
              <a:t>code</a:t>
            </a:r>
            <a:r>
              <a:rPr sz="2400" spc="10" dirty="0">
                <a:solidFill>
                  <a:srgbClr val="46424D"/>
                </a:solidFill>
                <a:latin typeface="Arial MT"/>
                <a:cs typeface="Arial MT"/>
              </a:rPr>
              <a:t> </a:t>
            </a:r>
            <a:r>
              <a:rPr sz="2400" spc="-5" dirty="0">
                <a:solidFill>
                  <a:srgbClr val="46424D"/>
                </a:solidFill>
                <a:latin typeface="Arial MT"/>
                <a:cs typeface="Arial MT"/>
              </a:rPr>
              <a:t>is</a:t>
            </a:r>
            <a:r>
              <a:rPr sz="2400" dirty="0">
                <a:solidFill>
                  <a:srgbClr val="46424D"/>
                </a:solidFill>
                <a:latin typeface="Arial MT"/>
                <a:cs typeface="Arial MT"/>
              </a:rPr>
              <a:t> </a:t>
            </a:r>
            <a:r>
              <a:rPr sz="2400" spc="-5" dirty="0">
                <a:solidFill>
                  <a:srgbClr val="46424D"/>
                </a:solidFill>
                <a:latin typeface="Arial MT"/>
                <a:cs typeface="Arial MT"/>
              </a:rPr>
              <a:t>looked</a:t>
            </a:r>
            <a:r>
              <a:rPr sz="2400" spc="10" dirty="0">
                <a:solidFill>
                  <a:srgbClr val="46424D"/>
                </a:solidFill>
                <a:latin typeface="Arial MT"/>
                <a:cs typeface="Arial MT"/>
              </a:rPr>
              <a:t> </a:t>
            </a:r>
            <a:r>
              <a:rPr sz="2400" dirty="0">
                <a:solidFill>
                  <a:srgbClr val="46424D"/>
                </a:solidFill>
                <a:latin typeface="Arial MT"/>
                <a:cs typeface="Arial MT"/>
              </a:rPr>
              <a:t>at </a:t>
            </a:r>
            <a:r>
              <a:rPr sz="2400" spc="-5" dirty="0">
                <a:solidFill>
                  <a:srgbClr val="46424D"/>
                </a:solidFill>
                <a:latin typeface="Arial MT"/>
                <a:cs typeface="Arial MT"/>
              </a:rPr>
              <a:t>by</a:t>
            </a:r>
            <a:r>
              <a:rPr sz="2400" dirty="0">
                <a:solidFill>
                  <a:srgbClr val="46424D"/>
                </a:solidFill>
                <a:latin typeface="Arial MT"/>
                <a:cs typeface="Arial MT"/>
              </a:rPr>
              <a:t> more </a:t>
            </a:r>
            <a:r>
              <a:rPr sz="2400" spc="-5" dirty="0">
                <a:solidFill>
                  <a:srgbClr val="46424D"/>
                </a:solidFill>
                <a:latin typeface="Arial MT"/>
                <a:cs typeface="Arial MT"/>
              </a:rPr>
              <a:t>than</a:t>
            </a:r>
            <a:r>
              <a:rPr sz="2400" spc="5" dirty="0">
                <a:solidFill>
                  <a:srgbClr val="46424D"/>
                </a:solidFill>
                <a:latin typeface="Arial MT"/>
                <a:cs typeface="Arial MT"/>
              </a:rPr>
              <a:t> </a:t>
            </a:r>
            <a:r>
              <a:rPr sz="2400" spc="-5" dirty="0">
                <a:solidFill>
                  <a:srgbClr val="46424D"/>
                </a:solidFill>
                <a:latin typeface="Arial MT"/>
                <a:cs typeface="Arial MT"/>
              </a:rPr>
              <a:t>1</a:t>
            </a:r>
            <a:r>
              <a:rPr sz="2400" dirty="0">
                <a:solidFill>
                  <a:srgbClr val="46424D"/>
                </a:solidFill>
                <a:latin typeface="Arial MT"/>
                <a:cs typeface="Arial MT"/>
              </a:rPr>
              <a:t> person.</a:t>
            </a:r>
            <a:endParaRPr sz="2400" dirty="0">
              <a:latin typeface="Arial MT"/>
              <a:cs typeface="Arial MT"/>
            </a:endParaRPr>
          </a:p>
          <a:p>
            <a:pPr marL="355600" marR="5080" indent="-342900">
              <a:lnSpc>
                <a:spcPts val="2590"/>
              </a:lnSpc>
              <a:spcBef>
                <a:spcPts val="1205"/>
              </a:spcBef>
              <a:buFont typeface="Wingdings"/>
              <a:buChar char=""/>
              <a:tabLst>
                <a:tab pos="355600" algn="l"/>
              </a:tabLst>
            </a:pPr>
            <a:r>
              <a:rPr sz="2400" dirty="0">
                <a:solidFill>
                  <a:srgbClr val="46424D"/>
                </a:solidFill>
                <a:latin typeface="Arial MT"/>
                <a:cs typeface="Arial MT"/>
              </a:rPr>
              <a:t>It</a:t>
            </a:r>
            <a:r>
              <a:rPr sz="2400" spc="-15" dirty="0">
                <a:solidFill>
                  <a:srgbClr val="46424D"/>
                </a:solidFill>
                <a:latin typeface="Arial MT"/>
                <a:cs typeface="Arial MT"/>
              </a:rPr>
              <a:t> </a:t>
            </a:r>
            <a:r>
              <a:rPr sz="2400" spc="-5" dirty="0">
                <a:solidFill>
                  <a:srgbClr val="46424D"/>
                </a:solidFill>
                <a:latin typeface="Arial MT"/>
                <a:cs typeface="Arial MT"/>
              </a:rPr>
              <a:t>encourages</a:t>
            </a:r>
            <a:r>
              <a:rPr sz="2400" spc="30" dirty="0">
                <a:solidFill>
                  <a:srgbClr val="46424D"/>
                </a:solidFill>
                <a:latin typeface="Arial MT"/>
                <a:cs typeface="Arial MT"/>
              </a:rPr>
              <a:t> </a:t>
            </a:r>
            <a:r>
              <a:rPr sz="2400" dirty="0">
                <a:solidFill>
                  <a:srgbClr val="46424D"/>
                </a:solidFill>
                <a:latin typeface="Arial MT"/>
                <a:cs typeface="Arial MT"/>
              </a:rPr>
              <a:t>refactoring</a:t>
            </a:r>
            <a:r>
              <a:rPr sz="2400" spc="5" dirty="0">
                <a:solidFill>
                  <a:srgbClr val="46424D"/>
                </a:solidFill>
                <a:latin typeface="Arial MT"/>
                <a:cs typeface="Arial MT"/>
              </a:rPr>
              <a:t> </a:t>
            </a:r>
            <a:r>
              <a:rPr sz="2400" spc="-5" dirty="0">
                <a:solidFill>
                  <a:srgbClr val="46424D"/>
                </a:solidFill>
                <a:latin typeface="Arial MT"/>
                <a:cs typeface="Arial MT"/>
              </a:rPr>
              <a:t>as</a:t>
            </a:r>
            <a:r>
              <a:rPr sz="2400" spc="5" dirty="0">
                <a:solidFill>
                  <a:srgbClr val="46424D"/>
                </a:solidFill>
                <a:latin typeface="Arial MT"/>
                <a:cs typeface="Arial MT"/>
              </a:rPr>
              <a:t> </a:t>
            </a:r>
            <a:r>
              <a:rPr sz="2400" dirty="0">
                <a:solidFill>
                  <a:srgbClr val="46424D"/>
                </a:solidFill>
                <a:latin typeface="Arial MT"/>
                <a:cs typeface="Arial MT"/>
              </a:rPr>
              <a:t>the</a:t>
            </a:r>
            <a:r>
              <a:rPr sz="2400" spc="5" dirty="0">
                <a:solidFill>
                  <a:srgbClr val="46424D"/>
                </a:solidFill>
                <a:latin typeface="Arial MT"/>
                <a:cs typeface="Arial MT"/>
              </a:rPr>
              <a:t> </a:t>
            </a:r>
            <a:r>
              <a:rPr sz="2400" spc="-5" dirty="0">
                <a:solidFill>
                  <a:srgbClr val="46424D"/>
                </a:solidFill>
                <a:latin typeface="Arial MT"/>
                <a:cs typeface="Arial MT"/>
              </a:rPr>
              <a:t>whole</a:t>
            </a:r>
            <a:r>
              <a:rPr sz="2400" spc="25" dirty="0">
                <a:solidFill>
                  <a:srgbClr val="46424D"/>
                </a:solidFill>
                <a:latin typeface="Arial MT"/>
                <a:cs typeface="Arial MT"/>
              </a:rPr>
              <a:t> </a:t>
            </a:r>
            <a:r>
              <a:rPr sz="2400" dirty="0">
                <a:solidFill>
                  <a:srgbClr val="46424D"/>
                </a:solidFill>
                <a:latin typeface="Arial MT"/>
                <a:cs typeface="Arial MT"/>
              </a:rPr>
              <a:t>team</a:t>
            </a:r>
            <a:r>
              <a:rPr sz="2400" spc="15" dirty="0">
                <a:solidFill>
                  <a:srgbClr val="46424D"/>
                </a:solidFill>
                <a:latin typeface="Arial MT"/>
                <a:cs typeface="Arial MT"/>
              </a:rPr>
              <a:t> </a:t>
            </a:r>
            <a:r>
              <a:rPr sz="2400" spc="-5" dirty="0">
                <a:solidFill>
                  <a:srgbClr val="46424D"/>
                </a:solidFill>
                <a:latin typeface="Arial MT"/>
                <a:cs typeface="Arial MT"/>
              </a:rPr>
              <a:t>can</a:t>
            </a:r>
            <a:r>
              <a:rPr sz="2400" spc="5" dirty="0">
                <a:solidFill>
                  <a:srgbClr val="46424D"/>
                </a:solidFill>
                <a:latin typeface="Arial MT"/>
                <a:cs typeface="Arial MT"/>
              </a:rPr>
              <a:t> </a:t>
            </a:r>
            <a:r>
              <a:rPr sz="2400" spc="-5" dirty="0">
                <a:solidFill>
                  <a:srgbClr val="46424D"/>
                </a:solidFill>
                <a:latin typeface="Arial MT"/>
                <a:cs typeface="Arial MT"/>
              </a:rPr>
              <a:t>benefit </a:t>
            </a:r>
            <a:r>
              <a:rPr sz="2400" spc="-650" dirty="0">
                <a:solidFill>
                  <a:srgbClr val="46424D"/>
                </a:solidFill>
                <a:latin typeface="Arial MT"/>
                <a:cs typeface="Arial MT"/>
              </a:rPr>
              <a:t> </a:t>
            </a:r>
            <a:r>
              <a:rPr sz="2400" dirty="0">
                <a:solidFill>
                  <a:srgbClr val="46424D"/>
                </a:solidFill>
                <a:latin typeface="Arial MT"/>
                <a:cs typeface="Arial MT"/>
              </a:rPr>
              <a:t>from</a:t>
            </a:r>
            <a:r>
              <a:rPr sz="2400" spc="-20" dirty="0">
                <a:solidFill>
                  <a:srgbClr val="46424D"/>
                </a:solidFill>
                <a:latin typeface="Arial MT"/>
                <a:cs typeface="Arial MT"/>
              </a:rPr>
              <a:t> </a:t>
            </a:r>
            <a:r>
              <a:rPr sz="2400" spc="-5" dirty="0">
                <a:solidFill>
                  <a:srgbClr val="46424D"/>
                </a:solidFill>
                <a:latin typeface="Arial MT"/>
                <a:cs typeface="Arial MT"/>
              </a:rPr>
              <a:t>improving</a:t>
            </a:r>
            <a:r>
              <a:rPr sz="2400" spc="15" dirty="0">
                <a:solidFill>
                  <a:srgbClr val="46424D"/>
                </a:solidFill>
                <a:latin typeface="Arial MT"/>
                <a:cs typeface="Arial MT"/>
              </a:rPr>
              <a:t> </a:t>
            </a:r>
            <a:r>
              <a:rPr sz="2400" dirty="0">
                <a:solidFill>
                  <a:srgbClr val="46424D"/>
                </a:solidFill>
                <a:latin typeface="Arial MT"/>
                <a:cs typeface="Arial MT"/>
              </a:rPr>
              <a:t>the system</a:t>
            </a:r>
            <a:r>
              <a:rPr sz="2400" spc="-20" dirty="0">
                <a:solidFill>
                  <a:srgbClr val="46424D"/>
                </a:solidFill>
                <a:latin typeface="Arial MT"/>
                <a:cs typeface="Arial MT"/>
              </a:rPr>
              <a:t> </a:t>
            </a:r>
            <a:r>
              <a:rPr sz="2400" spc="-5" dirty="0">
                <a:solidFill>
                  <a:srgbClr val="46424D"/>
                </a:solidFill>
                <a:latin typeface="Arial MT"/>
                <a:cs typeface="Arial MT"/>
              </a:rPr>
              <a:t>code.</a:t>
            </a:r>
            <a:endParaRPr sz="2400" dirty="0">
              <a:latin typeface="Arial MT"/>
              <a:cs typeface="Arial MT"/>
            </a:endParaRPr>
          </a:p>
        </p:txBody>
      </p:sp>
      <p:sp>
        <p:nvSpPr>
          <p:cNvPr id="3" name="object 3"/>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34</a:t>
            </a:fld>
            <a:endParaRPr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2649855" cy="391160"/>
          </a:xfrm>
          <a:prstGeom prst="rect">
            <a:avLst/>
          </a:prstGeom>
        </p:spPr>
        <p:txBody>
          <a:bodyPr vert="horz" wrap="square" lIns="0" tIns="12700" rIns="0" bIns="0" rtlCol="0">
            <a:spAutoFit/>
          </a:bodyPr>
          <a:lstStyle/>
          <a:p>
            <a:pPr marL="12700">
              <a:lnSpc>
                <a:spcPct val="100000"/>
              </a:lnSpc>
              <a:spcBef>
                <a:spcPts val="100"/>
              </a:spcBef>
            </a:pPr>
            <a:r>
              <a:rPr spc="-5" dirty="0"/>
              <a:t>Pair</a:t>
            </a:r>
            <a:r>
              <a:rPr spc="-80" dirty="0"/>
              <a:t> </a:t>
            </a:r>
            <a:r>
              <a:rPr dirty="0"/>
              <a:t>programming</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35</a:t>
            </a:fld>
            <a:endParaRPr dirty="0"/>
          </a:p>
        </p:txBody>
      </p:sp>
      <p:sp>
        <p:nvSpPr>
          <p:cNvPr id="3" name="object 3"/>
          <p:cNvSpPr txBox="1"/>
          <p:nvPr/>
        </p:nvSpPr>
        <p:spPr>
          <a:xfrm>
            <a:off x="535940" y="1626234"/>
            <a:ext cx="7966075" cy="4507230"/>
          </a:xfrm>
          <a:prstGeom prst="rect">
            <a:avLst/>
          </a:prstGeom>
        </p:spPr>
        <p:txBody>
          <a:bodyPr vert="horz" wrap="square" lIns="0" tIns="12700" rIns="0" bIns="0" rtlCol="0">
            <a:spAutoFit/>
          </a:bodyPr>
          <a:lstStyle/>
          <a:p>
            <a:pPr marL="355600" marR="445770" indent="-342900">
              <a:lnSpc>
                <a:spcPct val="100000"/>
              </a:lnSpc>
              <a:spcBef>
                <a:spcPts val="100"/>
              </a:spcBef>
              <a:buFont typeface="Wingdings"/>
              <a:buChar char=""/>
              <a:tabLst>
                <a:tab pos="355600" algn="l"/>
              </a:tabLst>
            </a:pPr>
            <a:r>
              <a:rPr sz="2400" dirty="0">
                <a:solidFill>
                  <a:srgbClr val="46424D"/>
                </a:solidFill>
                <a:latin typeface="Arial MT"/>
                <a:cs typeface="Arial MT"/>
              </a:rPr>
              <a:t>In</a:t>
            </a:r>
            <a:r>
              <a:rPr sz="2400" spc="-15" dirty="0">
                <a:solidFill>
                  <a:srgbClr val="46424D"/>
                </a:solidFill>
                <a:latin typeface="Arial MT"/>
                <a:cs typeface="Arial MT"/>
              </a:rPr>
              <a:t> </a:t>
            </a:r>
            <a:r>
              <a:rPr sz="2400" spc="-5" dirty="0">
                <a:solidFill>
                  <a:srgbClr val="46424D"/>
                </a:solidFill>
                <a:latin typeface="Arial MT"/>
                <a:cs typeface="Arial MT"/>
              </a:rPr>
              <a:t>pair </a:t>
            </a:r>
            <a:r>
              <a:rPr sz="2400" dirty="0">
                <a:solidFill>
                  <a:srgbClr val="46424D"/>
                </a:solidFill>
                <a:latin typeface="Arial MT"/>
                <a:cs typeface="Arial MT"/>
              </a:rPr>
              <a:t>programming, programmers</a:t>
            </a:r>
            <a:r>
              <a:rPr sz="2400" spc="-10" dirty="0">
                <a:solidFill>
                  <a:srgbClr val="46424D"/>
                </a:solidFill>
                <a:latin typeface="Arial MT"/>
                <a:cs typeface="Arial MT"/>
              </a:rPr>
              <a:t> </a:t>
            </a:r>
            <a:r>
              <a:rPr sz="2400" dirty="0">
                <a:solidFill>
                  <a:srgbClr val="46424D"/>
                </a:solidFill>
                <a:latin typeface="Arial MT"/>
                <a:cs typeface="Arial MT"/>
              </a:rPr>
              <a:t>sit</a:t>
            </a:r>
            <a:r>
              <a:rPr sz="2400" spc="-20" dirty="0">
                <a:solidFill>
                  <a:srgbClr val="46424D"/>
                </a:solidFill>
                <a:latin typeface="Arial MT"/>
                <a:cs typeface="Arial MT"/>
              </a:rPr>
              <a:t> </a:t>
            </a:r>
            <a:r>
              <a:rPr sz="2400" dirty="0">
                <a:solidFill>
                  <a:srgbClr val="46424D"/>
                </a:solidFill>
                <a:latin typeface="Arial MT"/>
                <a:cs typeface="Arial MT"/>
              </a:rPr>
              <a:t>together</a:t>
            </a:r>
            <a:r>
              <a:rPr sz="2400" spc="-5" dirty="0">
                <a:solidFill>
                  <a:srgbClr val="46424D"/>
                </a:solidFill>
                <a:latin typeface="Arial MT"/>
                <a:cs typeface="Arial MT"/>
              </a:rPr>
              <a:t> </a:t>
            </a:r>
            <a:r>
              <a:rPr sz="2400" dirty="0">
                <a:solidFill>
                  <a:srgbClr val="46424D"/>
                </a:solidFill>
                <a:latin typeface="Arial MT"/>
                <a:cs typeface="Arial MT"/>
              </a:rPr>
              <a:t>at</a:t>
            </a:r>
            <a:r>
              <a:rPr sz="2400" spc="-15" dirty="0">
                <a:solidFill>
                  <a:srgbClr val="46424D"/>
                </a:solidFill>
                <a:latin typeface="Arial MT"/>
                <a:cs typeface="Arial MT"/>
              </a:rPr>
              <a:t> </a:t>
            </a:r>
            <a:r>
              <a:rPr sz="2400" dirty="0">
                <a:solidFill>
                  <a:srgbClr val="46424D"/>
                </a:solidFill>
                <a:latin typeface="Arial MT"/>
                <a:cs typeface="Arial MT"/>
              </a:rPr>
              <a:t>the </a:t>
            </a:r>
            <a:r>
              <a:rPr sz="2400" spc="-650" dirty="0">
                <a:solidFill>
                  <a:srgbClr val="46424D"/>
                </a:solidFill>
                <a:latin typeface="Arial MT"/>
                <a:cs typeface="Arial MT"/>
              </a:rPr>
              <a:t> </a:t>
            </a:r>
            <a:r>
              <a:rPr sz="2400" dirty="0">
                <a:solidFill>
                  <a:srgbClr val="46424D"/>
                </a:solidFill>
                <a:latin typeface="Arial MT"/>
                <a:cs typeface="Arial MT"/>
              </a:rPr>
              <a:t>same</a:t>
            </a:r>
            <a:r>
              <a:rPr sz="2400" spc="-5" dirty="0">
                <a:solidFill>
                  <a:srgbClr val="46424D"/>
                </a:solidFill>
                <a:latin typeface="Arial MT"/>
                <a:cs typeface="Arial MT"/>
              </a:rPr>
              <a:t> </a:t>
            </a:r>
            <a:r>
              <a:rPr sz="2400" dirty="0">
                <a:solidFill>
                  <a:srgbClr val="46424D"/>
                </a:solidFill>
                <a:latin typeface="Arial MT"/>
                <a:cs typeface="Arial MT"/>
              </a:rPr>
              <a:t>computer</a:t>
            </a:r>
            <a:r>
              <a:rPr sz="2400" spc="5" dirty="0">
                <a:solidFill>
                  <a:srgbClr val="46424D"/>
                </a:solidFill>
                <a:latin typeface="Arial MT"/>
                <a:cs typeface="Arial MT"/>
              </a:rPr>
              <a:t> </a:t>
            </a:r>
            <a:r>
              <a:rPr sz="2400" dirty="0">
                <a:solidFill>
                  <a:srgbClr val="46424D"/>
                </a:solidFill>
                <a:latin typeface="Arial MT"/>
                <a:cs typeface="Arial MT"/>
              </a:rPr>
              <a:t>to</a:t>
            </a:r>
            <a:r>
              <a:rPr sz="2400" spc="-15" dirty="0">
                <a:solidFill>
                  <a:srgbClr val="46424D"/>
                </a:solidFill>
                <a:latin typeface="Arial MT"/>
                <a:cs typeface="Arial MT"/>
              </a:rPr>
              <a:t> </a:t>
            </a:r>
            <a:r>
              <a:rPr sz="2400" spc="-5" dirty="0">
                <a:solidFill>
                  <a:srgbClr val="46424D"/>
                </a:solidFill>
                <a:latin typeface="Arial MT"/>
                <a:cs typeface="Arial MT"/>
              </a:rPr>
              <a:t>develop</a:t>
            </a:r>
            <a:r>
              <a:rPr sz="2400" spc="35" dirty="0">
                <a:solidFill>
                  <a:srgbClr val="46424D"/>
                </a:solidFill>
                <a:latin typeface="Arial MT"/>
                <a:cs typeface="Arial MT"/>
              </a:rPr>
              <a:t> </a:t>
            </a:r>
            <a:r>
              <a:rPr sz="2400" dirty="0">
                <a:solidFill>
                  <a:srgbClr val="46424D"/>
                </a:solidFill>
                <a:latin typeface="Arial MT"/>
                <a:cs typeface="Arial MT"/>
              </a:rPr>
              <a:t>the software.</a:t>
            </a:r>
            <a:endParaRPr sz="2400" dirty="0">
              <a:latin typeface="Arial MT"/>
              <a:cs typeface="Arial MT"/>
            </a:endParaRPr>
          </a:p>
          <a:p>
            <a:pPr marL="355600" indent="-342900">
              <a:lnSpc>
                <a:spcPct val="100000"/>
              </a:lnSpc>
              <a:spcBef>
                <a:spcPts val="1200"/>
              </a:spcBef>
              <a:buFont typeface="Wingdings"/>
              <a:buChar char=""/>
              <a:tabLst>
                <a:tab pos="355600" algn="l"/>
              </a:tabLst>
            </a:pPr>
            <a:r>
              <a:rPr sz="2400" spc="-5" dirty="0">
                <a:solidFill>
                  <a:srgbClr val="46424D"/>
                </a:solidFill>
                <a:latin typeface="Arial MT"/>
                <a:cs typeface="Arial MT"/>
              </a:rPr>
              <a:t>Pairs</a:t>
            </a:r>
            <a:r>
              <a:rPr sz="2400" dirty="0">
                <a:solidFill>
                  <a:srgbClr val="46424D"/>
                </a:solidFill>
                <a:latin typeface="Arial MT"/>
                <a:cs typeface="Arial MT"/>
              </a:rPr>
              <a:t> are</a:t>
            </a:r>
            <a:r>
              <a:rPr sz="2400" spc="-5" dirty="0">
                <a:solidFill>
                  <a:srgbClr val="46424D"/>
                </a:solidFill>
                <a:latin typeface="Arial MT"/>
                <a:cs typeface="Arial MT"/>
              </a:rPr>
              <a:t> </a:t>
            </a:r>
            <a:r>
              <a:rPr sz="2400" dirty="0">
                <a:solidFill>
                  <a:srgbClr val="46424D"/>
                </a:solidFill>
                <a:latin typeface="Arial MT"/>
                <a:cs typeface="Arial MT"/>
              </a:rPr>
              <a:t>created</a:t>
            </a:r>
            <a:r>
              <a:rPr sz="2400" spc="-5" dirty="0">
                <a:solidFill>
                  <a:srgbClr val="46424D"/>
                </a:solidFill>
                <a:latin typeface="Arial MT"/>
                <a:cs typeface="Arial MT"/>
              </a:rPr>
              <a:t> </a:t>
            </a:r>
            <a:r>
              <a:rPr sz="2400" dirty="0">
                <a:solidFill>
                  <a:srgbClr val="46424D"/>
                </a:solidFill>
                <a:latin typeface="Arial MT"/>
                <a:cs typeface="Arial MT"/>
              </a:rPr>
              <a:t>dynamically</a:t>
            </a:r>
            <a:r>
              <a:rPr sz="2400" spc="30" dirty="0">
                <a:solidFill>
                  <a:srgbClr val="46424D"/>
                </a:solidFill>
                <a:latin typeface="Arial MT"/>
                <a:cs typeface="Arial MT"/>
              </a:rPr>
              <a:t> </a:t>
            </a:r>
            <a:r>
              <a:rPr sz="2400" dirty="0">
                <a:solidFill>
                  <a:srgbClr val="46424D"/>
                </a:solidFill>
                <a:latin typeface="Arial MT"/>
                <a:cs typeface="Arial MT"/>
              </a:rPr>
              <a:t>so</a:t>
            </a:r>
            <a:r>
              <a:rPr sz="2400" spc="-5" dirty="0">
                <a:solidFill>
                  <a:srgbClr val="46424D"/>
                </a:solidFill>
                <a:latin typeface="Arial MT"/>
                <a:cs typeface="Arial MT"/>
              </a:rPr>
              <a:t> </a:t>
            </a:r>
            <a:r>
              <a:rPr sz="2400" dirty="0">
                <a:solidFill>
                  <a:srgbClr val="46424D"/>
                </a:solidFill>
                <a:latin typeface="Arial MT"/>
                <a:cs typeface="Arial MT"/>
              </a:rPr>
              <a:t>that</a:t>
            </a:r>
            <a:r>
              <a:rPr sz="2400" spc="-25" dirty="0">
                <a:solidFill>
                  <a:srgbClr val="46424D"/>
                </a:solidFill>
                <a:latin typeface="Arial MT"/>
                <a:cs typeface="Arial MT"/>
              </a:rPr>
              <a:t> </a:t>
            </a:r>
            <a:r>
              <a:rPr sz="2400" dirty="0">
                <a:solidFill>
                  <a:srgbClr val="46424D"/>
                </a:solidFill>
                <a:latin typeface="Arial MT"/>
                <a:cs typeface="Arial MT"/>
              </a:rPr>
              <a:t>all</a:t>
            </a:r>
            <a:r>
              <a:rPr sz="2400" spc="10" dirty="0">
                <a:solidFill>
                  <a:srgbClr val="46424D"/>
                </a:solidFill>
                <a:latin typeface="Arial MT"/>
                <a:cs typeface="Arial MT"/>
              </a:rPr>
              <a:t> </a:t>
            </a:r>
            <a:r>
              <a:rPr sz="2400" dirty="0">
                <a:solidFill>
                  <a:srgbClr val="46424D"/>
                </a:solidFill>
                <a:latin typeface="Arial MT"/>
                <a:cs typeface="Arial MT"/>
              </a:rPr>
              <a:t>team</a:t>
            </a:r>
            <a:r>
              <a:rPr sz="2400" spc="-5" dirty="0">
                <a:solidFill>
                  <a:srgbClr val="46424D"/>
                </a:solidFill>
                <a:latin typeface="Arial MT"/>
                <a:cs typeface="Arial MT"/>
              </a:rPr>
              <a:t> </a:t>
            </a:r>
            <a:r>
              <a:rPr sz="2400" dirty="0">
                <a:solidFill>
                  <a:srgbClr val="46424D"/>
                </a:solidFill>
                <a:latin typeface="Arial MT"/>
                <a:cs typeface="Arial MT"/>
              </a:rPr>
              <a:t>members</a:t>
            </a:r>
            <a:endParaRPr sz="2400" dirty="0">
              <a:latin typeface="Arial MT"/>
              <a:cs typeface="Arial MT"/>
            </a:endParaRPr>
          </a:p>
          <a:p>
            <a:pPr marL="355600">
              <a:lnSpc>
                <a:spcPct val="100000"/>
              </a:lnSpc>
            </a:pPr>
            <a:r>
              <a:rPr sz="2400" spc="-5" dirty="0">
                <a:solidFill>
                  <a:srgbClr val="46424D"/>
                </a:solidFill>
                <a:latin typeface="Arial MT"/>
                <a:cs typeface="Arial MT"/>
              </a:rPr>
              <a:t>work</a:t>
            </a:r>
            <a:r>
              <a:rPr sz="2400" spc="10" dirty="0">
                <a:solidFill>
                  <a:srgbClr val="46424D"/>
                </a:solidFill>
                <a:latin typeface="Arial MT"/>
                <a:cs typeface="Arial MT"/>
              </a:rPr>
              <a:t> </a:t>
            </a:r>
            <a:r>
              <a:rPr sz="2400" spc="-5" dirty="0">
                <a:solidFill>
                  <a:srgbClr val="46424D"/>
                </a:solidFill>
                <a:latin typeface="Arial MT"/>
                <a:cs typeface="Arial MT"/>
              </a:rPr>
              <a:t>with</a:t>
            </a:r>
            <a:r>
              <a:rPr sz="2400" spc="25" dirty="0">
                <a:solidFill>
                  <a:srgbClr val="46424D"/>
                </a:solidFill>
                <a:latin typeface="Arial MT"/>
                <a:cs typeface="Arial MT"/>
              </a:rPr>
              <a:t> </a:t>
            </a:r>
            <a:r>
              <a:rPr sz="2400" spc="-5" dirty="0">
                <a:solidFill>
                  <a:srgbClr val="46424D"/>
                </a:solidFill>
                <a:latin typeface="Arial MT"/>
                <a:cs typeface="Arial MT"/>
              </a:rPr>
              <a:t>each</a:t>
            </a:r>
            <a:r>
              <a:rPr sz="2400" spc="10" dirty="0">
                <a:solidFill>
                  <a:srgbClr val="46424D"/>
                </a:solidFill>
                <a:latin typeface="Arial MT"/>
                <a:cs typeface="Arial MT"/>
              </a:rPr>
              <a:t> </a:t>
            </a:r>
            <a:r>
              <a:rPr sz="2400" dirty="0">
                <a:solidFill>
                  <a:srgbClr val="46424D"/>
                </a:solidFill>
                <a:latin typeface="Arial MT"/>
                <a:cs typeface="Arial MT"/>
              </a:rPr>
              <a:t>other</a:t>
            </a:r>
            <a:r>
              <a:rPr sz="2400" spc="10" dirty="0">
                <a:solidFill>
                  <a:srgbClr val="46424D"/>
                </a:solidFill>
                <a:latin typeface="Arial MT"/>
                <a:cs typeface="Arial MT"/>
              </a:rPr>
              <a:t> </a:t>
            </a:r>
            <a:r>
              <a:rPr sz="2400" spc="-5" dirty="0">
                <a:solidFill>
                  <a:srgbClr val="46424D"/>
                </a:solidFill>
                <a:latin typeface="Arial MT"/>
                <a:cs typeface="Arial MT"/>
              </a:rPr>
              <a:t>during</a:t>
            </a:r>
            <a:r>
              <a:rPr sz="2400" spc="20" dirty="0">
                <a:solidFill>
                  <a:srgbClr val="46424D"/>
                </a:solidFill>
                <a:latin typeface="Arial MT"/>
                <a:cs typeface="Arial MT"/>
              </a:rPr>
              <a:t> </a:t>
            </a:r>
            <a:r>
              <a:rPr sz="2400" dirty="0">
                <a:solidFill>
                  <a:srgbClr val="46424D"/>
                </a:solidFill>
                <a:latin typeface="Arial MT"/>
                <a:cs typeface="Arial MT"/>
              </a:rPr>
              <a:t>the</a:t>
            </a:r>
            <a:r>
              <a:rPr sz="2400" spc="10" dirty="0">
                <a:solidFill>
                  <a:srgbClr val="46424D"/>
                </a:solidFill>
                <a:latin typeface="Arial MT"/>
                <a:cs typeface="Arial MT"/>
              </a:rPr>
              <a:t> </a:t>
            </a:r>
            <a:r>
              <a:rPr sz="2400" spc="-5" dirty="0">
                <a:solidFill>
                  <a:srgbClr val="46424D"/>
                </a:solidFill>
                <a:latin typeface="Arial MT"/>
                <a:cs typeface="Arial MT"/>
              </a:rPr>
              <a:t>development</a:t>
            </a:r>
            <a:r>
              <a:rPr sz="2400" spc="55" dirty="0">
                <a:solidFill>
                  <a:srgbClr val="46424D"/>
                </a:solidFill>
                <a:latin typeface="Arial MT"/>
                <a:cs typeface="Arial MT"/>
              </a:rPr>
              <a:t> </a:t>
            </a:r>
            <a:r>
              <a:rPr sz="2400" spc="-5" dirty="0">
                <a:solidFill>
                  <a:srgbClr val="46424D"/>
                </a:solidFill>
                <a:latin typeface="Arial MT"/>
                <a:cs typeface="Arial MT"/>
              </a:rPr>
              <a:t>process.</a:t>
            </a:r>
            <a:endParaRPr sz="2400" dirty="0">
              <a:latin typeface="Arial MT"/>
              <a:cs typeface="Arial MT"/>
            </a:endParaRPr>
          </a:p>
          <a:p>
            <a:pPr marL="355600" marR="172085" indent="-342900">
              <a:lnSpc>
                <a:spcPct val="100000"/>
              </a:lnSpc>
              <a:spcBef>
                <a:spcPts val="1200"/>
              </a:spcBef>
              <a:buFont typeface="Wingdings"/>
              <a:buChar char=""/>
              <a:tabLst>
                <a:tab pos="355600" algn="l"/>
              </a:tabLst>
            </a:pPr>
            <a:r>
              <a:rPr sz="2400" dirty="0">
                <a:solidFill>
                  <a:srgbClr val="46424D"/>
                </a:solidFill>
                <a:latin typeface="Arial MT"/>
                <a:cs typeface="Arial MT"/>
              </a:rPr>
              <a:t>The </a:t>
            </a:r>
            <a:r>
              <a:rPr sz="2400" spc="-5" dirty="0">
                <a:solidFill>
                  <a:srgbClr val="46424D"/>
                </a:solidFill>
                <a:latin typeface="Arial MT"/>
                <a:cs typeface="Arial MT"/>
              </a:rPr>
              <a:t>sharing</a:t>
            </a:r>
            <a:r>
              <a:rPr sz="2400" spc="30" dirty="0">
                <a:solidFill>
                  <a:srgbClr val="46424D"/>
                </a:solidFill>
                <a:latin typeface="Arial MT"/>
                <a:cs typeface="Arial MT"/>
              </a:rPr>
              <a:t> </a:t>
            </a:r>
            <a:r>
              <a:rPr sz="2400" dirty="0">
                <a:solidFill>
                  <a:srgbClr val="46424D"/>
                </a:solidFill>
                <a:latin typeface="Arial MT"/>
                <a:cs typeface="Arial MT"/>
              </a:rPr>
              <a:t>of</a:t>
            </a:r>
            <a:r>
              <a:rPr sz="2400" spc="-10" dirty="0">
                <a:solidFill>
                  <a:srgbClr val="46424D"/>
                </a:solidFill>
                <a:latin typeface="Arial MT"/>
                <a:cs typeface="Arial MT"/>
              </a:rPr>
              <a:t> </a:t>
            </a:r>
            <a:r>
              <a:rPr sz="2400" spc="-5" dirty="0">
                <a:solidFill>
                  <a:srgbClr val="46424D"/>
                </a:solidFill>
                <a:latin typeface="Arial MT"/>
                <a:cs typeface="Arial MT"/>
              </a:rPr>
              <a:t>knowledge</a:t>
            </a:r>
            <a:r>
              <a:rPr sz="2400" spc="50" dirty="0">
                <a:solidFill>
                  <a:srgbClr val="46424D"/>
                </a:solidFill>
                <a:latin typeface="Arial MT"/>
                <a:cs typeface="Arial MT"/>
              </a:rPr>
              <a:t> </a:t>
            </a:r>
            <a:r>
              <a:rPr sz="2400" dirty="0">
                <a:solidFill>
                  <a:srgbClr val="46424D"/>
                </a:solidFill>
                <a:latin typeface="Arial MT"/>
                <a:cs typeface="Arial MT"/>
              </a:rPr>
              <a:t>that</a:t>
            </a:r>
            <a:r>
              <a:rPr sz="2400" spc="-10" dirty="0">
                <a:solidFill>
                  <a:srgbClr val="46424D"/>
                </a:solidFill>
                <a:latin typeface="Arial MT"/>
                <a:cs typeface="Arial MT"/>
              </a:rPr>
              <a:t> </a:t>
            </a:r>
            <a:r>
              <a:rPr sz="2400" spc="-5" dirty="0">
                <a:solidFill>
                  <a:srgbClr val="46424D"/>
                </a:solidFill>
                <a:latin typeface="Arial MT"/>
                <a:cs typeface="Arial MT"/>
              </a:rPr>
              <a:t>happens</a:t>
            </a:r>
            <a:r>
              <a:rPr sz="2400" spc="25" dirty="0">
                <a:solidFill>
                  <a:srgbClr val="46424D"/>
                </a:solidFill>
                <a:latin typeface="Arial MT"/>
                <a:cs typeface="Arial MT"/>
              </a:rPr>
              <a:t> </a:t>
            </a:r>
            <a:r>
              <a:rPr sz="2400" spc="-5" dirty="0">
                <a:solidFill>
                  <a:srgbClr val="46424D"/>
                </a:solidFill>
                <a:latin typeface="Arial MT"/>
                <a:cs typeface="Arial MT"/>
              </a:rPr>
              <a:t>during</a:t>
            </a:r>
            <a:r>
              <a:rPr sz="2400" spc="30" dirty="0">
                <a:solidFill>
                  <a:srgbClr val="46424D"/>
                </a:solidFill>
                <a:latin typeface="Arial MT"/>
                <a:cs typeface="Arial MT"/>
              </a:rPr>
              <a:t> </a:t>
            </a:r>
            <a:r>
              <a:rPr sz="2400" spc="-5" dirty="0">
                <a:solidFill>
                  <a:srgbClr val="46424D"/>
                </a:solidFill>
                <a:latin typeface="Arial MT"/>
                <a:cs typeface="Arial MT"/>
              </a:rPr>
              <a:t>pair </a:t>
            </a:r>
            <a:r>
              <a:rPr sz="2400" dirty="0">
                <a:solidFill>
                  <a:srgbClr val="46424D"/>
                </a:solidFill>
                <a:latin typeface="Arial MT"/>
                <a:cs typeface="Arial MT"/>
              </a:rPr>
              <a:t> programming is very important as it reduces the </a:t>
            </a:r>
            <a:r>
              <a:rPr sz="2400" spc="-5" dirty="0">
                <a:solidFill>
                  <a:srgbClr val="46424D"/>
                </a:solidFill>
                <a:latin typeface="Arial MT"/>
                <a:cs typeface="Arial MT"/>
              </a:rPr>
              <a:t>overall </a:t>
            </a:r>
            <a:r>
              <a:rPr sz="2400" spc="-655" dirty="0">
                <a:solidFill>
                  <a:srgbClr val="46424D"/>
                </a:solidFill>
                <a:latin typeface="Arial MT"/>
                <a:cs typeface="Arial MT"/>
              </a:rPr>
              <a:t> </a:t>
            </a:r>
            <a:r>
              <a:rPr sz="2400" spc="-5" dirty="0">
                <a:solidFill>
                  <a:srgbClr val="46424D"/>
                </a:solidFill>
                <a:latin typeface="Arial MT"/>
                <a:cs typeface="Arial MT"/>
              </a:rPr>
              <a:t>risks</a:t>
            </a:r>
            <a:r>
              <a:rPr sz="2400" spc="5" dirty="0">
                <a:solidFill>
                  <a:srgbClr val="46424D"/>
                </a:solidFill>
                <a:latin typeface="Arial MT"/>
                <a:cs typeface="Arial MT"/>
              </a:rPr>
              <a:t> </a:t>
            </a:r>
            <a:r>
              <a:rPr sz="2400" dirty="0">
                <a:solidFill>
                  <a:srgbClr val="46424D"/>
                </a:solidFill>
                <a:latin typeface="Arial MT"/>
                <a:cs typeface="Arial MT"/>
              </a:rPr>
              <a:t>to </a:t>
            </a:r>
            <a:r>
              <a:rPr sz="2400" spc="-5" dirty="0">
                <a:solidFill>
                  <a:srgbClr val="46424D"/>
                </a:solidFill>
                <a:latin typeface="Arial MT"/>
                <a:cs typeface="Arial MT"/>
              </a:rPr>
              <a:t>a</a:t>
            </a:r>
            <a:r>
              <a:rPr sz="2400" spc="-10" dirty="0">
                <a:solidFill>
                  <a:srgbClr val="46424D"/>
                </a:solidFill>
                <a:latin typeface="Arial MT"/>
                <a:cs typeface="Arial MT"/>
              </a:rPr>
              <a:t> </a:t>
            </a:r>
            <a:r>
              <a:rPr sz="2400" dirty="0">
                <a:solidFill>
                  <a:srgbClr val="46424D"/>
                </a:solidFill>
                <a:latin typeface="Arial MT"/>
                <a:cs typeface="Arial MT"/>
              </a:rPr>
              <a:t>project </a:t>
            </a:r>
            <a:r>
              <a:rPr sz="2400" spc="-5" dirty="0">
                <a:solidFill>
                  <a:srgbClr val="46424D"/>
                </a:solidFill>
                <a:latin typeface="Arial MT"/>
                <a:cs typeface="Arial MT"/>
              </a:rPr>
              <a:t>when</a:t>
            </a:r>
            <a:r>
              <a:rPr sz="2400" spc="20" dirty="0">
                <a:solidFill>
                  <a:srgbClr val="46424D"/>
                </a:solidFill>
                <a:latin typeface="Arial MT"/>
                <a:cs typeface="Arial MT"/>
              </a:rPr>
              <a:t> </a:t>
            </a:r>
            <a:r>
              <a:rPr sz="2400" dirty="0">
                <a:solidFill>
                  <a:srgbClr val="46424D"/>
                </a:solidFill>
                <a:latin typeface="Arial MT"/>
                <a:cs typeface="Arial MT"/>
              </a:rPr>
              <a:t>team</a:t>
            </a:r>
            <a:r>
              <a:rPr sz="2400" spc="10" dirty="0">
                <a:solidFill>
                  <a:srgbClr val="46424D"/>
                </a:solidFill>
                <a:latin typeface="Arial MT"/>
                <a:cs typeface="Arial MT"/>
              </a:rPr>
              <a:t> </a:t>
            </a:r>
            <a:r>
              <a:rPr sz="2400" spc="-5" dirty="0">
                <a:solidFill>
                  <a:srgbClr val="46424D"/>
                </a:solidFill>
                <a:latin typeface="Arial MT"/>
                <a:cs typeface="Arial MT"/>
              </a:rPr>
              <a:t>members</a:t>
            </a:r>
            <a:r>
              <a:rPr sz="2400" spc="5" dirty="0">
                <a:solidFill>
                  <a:srgbClr val="46424D"/>
                </a:solidFill>
                <a:latin typeface="Arial MT"/>
                <a:cs typeface="Arial MT"/>
              </a:rPr>
              <a:t> </a:t>
            </a:r>
            <a:r>
              <a:rPr sz="2400" spc="-5" dirty="0">
                <a:solidFill>
                  <a:srgbClr val="46424D"/>
                </a:solidFill>
                <a:latin typeface="Arial MT"/>
                <a:cs typeface="Arial MT"/>
              </a:rPr>
              <a:t>leave.</a:t>
            </a:r>
            <a:endParaRPr sz="2400" dirty="0">
              <a:latin typeface="Arial MT"/>
              <a:cs typeface="Arial MT"/>
            </a:endParaRPr>
          </a:p>
          <a:p>
            <a:pPr marL="355600" marR="5080" indent="-342900">
              <a:lnSpc>
                <a:spcPct val="100000"/>
              </a:lnSpc>
              <a:spcBef>
                <a:spcPts val="1205"/>
              </a:spcBef>
              <a:buFont typeface="Wingdings"/>
              <a:buChar char=""/>
              <a:tabLst>
                <a:tab pos="355600" algn="l"/>
              </a:tabLst>
            </a:pPr>
            <a:r>
              <a:rPr sz="2400" spc="-5" dirty="0">
                <a:solidFill>
                  <a:srgbClr val="46424D"/>
                </a:solidFill>
                <a:latin typeface="Arial MT"/>
                <a:cs typeface="Arial MT"/>
              </a:rPr>
              <a:t>Pair</a:t>
            </a:r>
            <a:r>
              <a:rPr sz="2400" dirty="0">
                <a:solidFill>
                  <a:srgbClr val="46424D"/>
                </a:solidFill>
                <a:latin typeface="Arial MT"/>
                <a:cs typeface="Arial MT"/>
              </a:rPr>
              <a:t> programming</a:t>
            </a:r>
            <a:r>
              <a:rPr sz="2400" spc="15" dirty="0">
                <a:solidFill>
                  <a:srgbClr val="46424D"/>
                </a:solidFill>
                <a:latin typeface="Arial MT"/>
                <a:cs typeface="Arial MT"/>
              </a:rPr>
              <a:t> </a:t>
            </a:r>
            <a:r>
              <a:rPr sz="2400" spc="-5" dirty="0">
                <a:solidFill>
                  <a:srgbClr val="46424D"/>
                </a:solidFill>
                <a:latin typeface="Arial MT"/>
                <a:cs typeface="Arial MT"/>
              </a:rPr>
              <a:t>is</a:t>
            </a:r>
            <a:r>
              <a:rPr sz="2400" dirty="0">
                <a:solidFill>
                  <a:srgbClr val="46424D"/>
                </a:solidFill>
                <a:latin typeface="Arial MT"/>
                <a:cs typeface="Arial MT"/>
              </a:rPr>
              <a:t> not </a:t>
            </a:r>
            <a:r>
              <a:rPr sz="2400" spc="-5" dirty="0">
                <a:solidFill>
                  <a:srgbClr val="46424D"/>
                </a:solidFill>
                <a:latin typeface="Arial MT"/>
                <a:cs typeface="Arial MT"/>
              </a:rPr>
              <a:t>necessarily</a:t>
            </a:r>
            <a:r>
              <a:rPr sz="2400" spc="40" dirty="0">
                <a:solidFill>
                  <a:srgbClr val="46424D"/>
                </a:solidFill>
                <a:latin typeface="Arial MT"/>
                <a:cs typeface="Arial MT"/>
              </a:rPr>
              <a:t> </a:t>
            </a:r>
            <a:r>
              <a:rPr sz="2400" spc="-5" dirty="0">
                <a:solidFill>
                  <a:srgbClr val="46424D"/>
                </a:solidFill>
                <a:latin typeface="Arial MT"/>
                <a:cs typeface="Arial MT"/>
              </a:rPr>
              <a:t>inefficient</a:t>
            </a:r>
            <a:r>
              <a:rPr sz="2400" spc="10" dirty="0">
                <a:solidFill>
                  <a:srgbClr val="46424D"/>
                </a:solidFill>
                <a:latin typeface="Arial MT"/>
                <a:cs typeface="Arial MT"/>
              </a:rPr>
              <a:t> </a:t>
            </a:r>
            <a:r>
              <a:rPr sz="2400" spc="-5" dirty="0">
                <a:solidFill>
                  <a:srgbClr val="46424D"/>
                </a:solidFill>
                <a:latin typeface="Arial MT"/>
                <a:cs typeface="Arial MT"/>
              </a:rPr>
              <a:t>and</a:t>
            </a:r>
            <a:r>
              <a:rPr sz="2400" spc="10" dirty="0">
                <a:solidFill>
                  <a:srgbClr val="46424D"/>
                </a:solidFill>
                <a:latin typeface="Arial MT"/>
                <a:cs typeface="Arial MT"/>
              </a:rPr>
              <a:t> </a:t>
            </a:r>
            <a:r>
              <a:rPr sz="2400" dirty="0">
                <a:solidFill>
                  <a:srgbClr val="46424D"/>
                </a:solidFill>
                <a:latin typeface="Arial MT"/>
                <a:cs typeface="Arial MT"/>
              </a:rPr>
              <a:t>there </a:t>
            </a:r>
            <a:r>
              <a:rPr sz="2400" spc="-655" dirty="0">
                <a:solidFill>
                  <a:srgbClr val="46424D"/>
                </a:solidFill>
                <a:latin typeface="Arial MT"/>
                <a:cs typeface="Arial MT"/>
              </a:rPr>
              <a:t> </a:t>
            </a:r>
            <a:r>
              <a:rPr sz="2400" dirty="0">
                <a:solidFill>
                  <a:srgbClr val="46424D"/>
                </a:solidFill>
                <a:latin typeface="Arial MT"/>
                <a:cs typeface="Arial MT"/>
              </a:rPr>
              <a:t>is</a:t>
            </a:r>
            <a:r>
              <a:rPr sz="2400" spc="-5" dirty="0">
                <a:solidFill>
                  <a:srgbClr val="46424D"/>
                </a:solidFill>
                <a:latin typeface="Arial MT"/>
                <a:cs typeface="Arial MT"/>
              </a:rPr>
              <a:t> </a:t>
            </a:r>
            <a:r>
              <a:rPr sz="2400" dirty="0">
                <a:solidFill>
                  <a:srgbClr val="46424D"/>
                </a:solidFill>
                <a:latin typeface="Arial MT"/>
                <a:cs typeface="Arial MT"/>
              </a:rPr>
              <a:t>some</a:t>
            </a:r>
            <a:r>
              <a:rPr sz="2400" spc="5" dirty="0">
                <a:solidFill>
                  <a:srgbClr val="46424D"/>
                </a:solidFill>
                <a:latin typeface="Arial MT"/>
                <a:cs typeface="Arial MT"/>
              </a:rPr>
              <a:t> </a:t>
            </a:r>
            <a:r>
              <a:rPr sz="2400" spc="-5" dirty="0">
                <a:solidFill>
                  <a:srgbClr val="46424D"/>
                </a:solidFill>
                <a:latin typeface="Arial MT"/>
                <a:cs typeface="Arial MT"/>
              </a:rPr>
              <a:t>evidence</a:t>
            </a:r>
            <a:r>
              <a:rPr sz="2400" spc="20" dirty="0">
                <a:solidFill>
                  <a:srgbClr val="46424D"/>
                </a:solidFill>
                <a:latin typeface="Arial MT"/>
                <a:cs typeface="Arial MT"/>
              </a:rPr>
              <a:t> </a:t>
            </a:r>
            <a:r>
              <a:rPr sz="2400" dirty="0">
                <a:solidFill>
                  <a:srgbClr val="46424D"/>
                </a:solidFill>
                <a:latin typeface="Arial MT"/>
                <a:cs typeface="Arial MT"/>
              </a:rPr>
              <a:t>that suggests that</a:t>
            </a:r>
            <a:r>
              <a:rPr sz="2400" spc="-25" dirty="0">
                <a:solidFill>
                  <a:srgbClr val="46424D"/>
                </a:solidFill>
                <a:latin typeface="Arial MT"/>
                <a:cs typeface="Arial MT"/>
              </a:rPr>
              <a:t> </a:t>
            </a:r>
            <a:r>
              <a:rPr sz="2400" dirty="0">
                <a:solidFill>
                  <a:srgbClr val="46424D"/>
                </a:solidFill>
                <a:latin typeface="Arial MT"/>
                <a:cs typeface="Arial MT"/>
              </a:rPr>
              <a:t>a pair</a:t>
            </a:r>
            <a:r>
              <a:rPr sz="2400" spc="10" dirty="0">
                <a:solidFill>
                  <a:srgbClr val="46424D"/>
                </a:solidFill>
                <a:latin typeface="Arial MT"/>
                <a:cs typeface="Arial MT"/>
              </a:rPr>
              <a:t> </a:t>
            </a:r>
            <a:r>
              <a:rPr sz="2400" dirty="0">
                <a:solidFill>
                  <a:srgbClr val="46424D"/>
                </a:solidFill>
                <a:latin typeface="Arial MT"/>
                <a:cs typeface="Arial MT"/>
              </a:rPr>
              <a:t>working </a:t>
            </a:r>
            <a:r>
              <a:rPr sz="2400" spc="5" dirty="0">
                <a:solidFill>
                  <a:srgbClr val="46424D"/>
                </a:solidFill>
                <a:latin typeface="Arial MT"/>
                <a:cs typeface="Arial MT"/>
              </a:rPr>
              <a:t> </a:t>
            </a:r>
            <a:r>
              <a:rPr sz="2400" dirty="0">
                <a:solidFill>
                  <a:srgbClr val="46424D"/>
                </a:solidFill>
                <a:latin typeface="Arial MT"/>
                <a:cs typeface="Arial MT"/>
              </a:rPr>
              <a:t>together</a:t>
            </a:r>
            <a:r>
              <a:rPr sz="2400" spc="5" dirty="0">
                <a:solidFill>
                  <a:srgbClr val="46424D"/>
                </a:solidFill>
                <a:latin typeface="Arial MT"/>
                <a:cs typeface="Arial MT"/>
              </a:rPr>
              <a:t> </a:t>
            </a:r>
            <a:r>
              <a:rPr sz="2400" spc="-5" dirty="0">
                <a:solidFill>
                  <a:srgbClr val="46424D"/>
                </a:solidFill>
                <a:latin typeface="Arial MT"/>
                <a:cs typeface="Arial MT"/>
              </a:rPr>
              <a:t>is</a:t>
            </a:r>
            <a:r>
              <a:rPr sz="2400" dirty="0">
                <a:solidFill>
                  <a:srgbClr val="46424D"/>
                </a:solidFill>
                <a:latin typeface="Arial MT"/>
                <a:cs typeface="Arial MT"/>
              </a:rPr>
              <a:t> more</a:t>
            </a:r>
            <a:r>
              <a:rPr sz="2400" spc="5" dirty="0">
                <a:solidFill>
                  <a:srgbClr val="46424D"/>
                </a:solidFill>
                <a:latin typeface="Arial MT"/>
                <a:cs typeface="Arial MT"/>
              </a:rPr>
              <a:t> </a:t>
            </a:r>
            <a:r>
              <a:rPr sz="2400" spc="-10" dirty="0">
                <a:solidFill>
                  <a:srgbClr val="46424D"/>
                </a:solidFill>
                <a:latin typeface="Arial MT"/>
                <a:cs typeface="Arial MT"/>
              </a:rPr>
              <a:t>efficient</a:t>
            </a:r>
            <a:r>
              <a:rPr sz="2400" spc="5" dirty="0">
                <a:solidFill>
                  <a:srgbClr val="46424D"/>
                </a:solidFill>
                <a:latin typeface="Arial MT"/>
                <a:cs typeface="Arial MT"/>
              </a:rPr>
              <a:t> </a:t>
            </a:r>
            <a:r>
              <a:rPr sz="2400" spc="-5" dirty="0">
                <a:solidFill>
                  <a:srgbClr val="46424D"/>
                </a:solidFill>
                <a:latin typeface="Arial MT"/>
                <a:cs typeface="Arial MT"/>
              </a:rPr>
              <a:t>than</a:t>
            </a:r>
            <a:r>
              <a:rPr sz="2400" spc="10" dirty="0">
                <a:solidFill>
                  <a:srgbClr val="46424D"/>
                </a:solidFill>
                <a:latin typeface="Arial MT"/>
                <a:cs typeface="Arial MT"/>
              </a:rPr>
              <a:t> </a:t>
            </a:r>
            <a:r>
              <a:rPr sz="2400" spc="-5" dirty="0">
                <a:solidFill>
                  <a:srgbClr val="46424D"/>
                </a:solidFill>
                <a:latin typeface="Arial MT"/>
                <a:cs typeface="Arial MT"/>
              </a:rPr>
              <a:t>2</a:t>
            </a:r>
            <a:r>
              <a:rPr sz="2400" dirty="0">
                <a:solidFill>
                  <a:srgbClr val="46424D"/>
                </a:solidFill>
                <a:latin typeface="Arial MT"/>
                <a:cs typeface="Arial MT"/>
              </a:rPr>
              <a:t> programmers</a:t>
            </a:r>
            <a:r>
              <a:rPr sz="2400" spc="5" dirty="0">
                <a:solidFill>
                  <a:srgbClr val="46424D"/>
                </a:solidFill>
                <a:latin typeface="Arial MT"/>
                <a:cs typeface="Arial MT"/>
              </a:rPr>
              <a:t> </a:t>
            </a:r>
            <a:r>
              <a:rPr sz="2400" spc="-5" dirty="0">
                <a:solidFill>
                  <a:srgbClr val="46424D"/>
                </a:solidFill>
                <a:latin typeface="Arial MT"/>
                <a:cs typeface="Arial MT"/>
              </a:rPr>
              <a:t>working </a:t>
            </a:r>
            <a:r>
              <a:rPr sz="2400" dirty="0">
                <a:solidFill>
                  <a:srgbClr val="46424D"/>
                </a:solidFill>
                <a:latin typeface="Arial MT"/>
                <a:cs typeface="Arial MT"/>
              </a:rPr>
              <a:t> </a:t>
            </a:r>
            <a:r>
              <a:rPr sz="2400" spc="-20" dirty="0">
                <a:solidFill>
                  <a:srgbClr val="46424D"/>
                </a:solidFill>
                <a:latin typeface="Arial MT"/>
                <a:cs typeface="Arial MT"/>
              </a:rPr>
              <a:t>separately.</a:t>
            </a:r>
            <a:endParaRPr sz="2400" dirty="0">
              <a:latin typeface="Arial MT"/>
              <a:cs typeface="Arial MT"/>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55189" y="2561335"/>
            <a:ext cx="3837304" cy="391160"/>
          </a:xfrm>
          <a:prstGeom prst="rect">
            <a:avLst/>
          </a:prstGeom>
        </p:spPr>
        <p:txBody>
          <a:bodyPr vert="horz" wrap="square" lIns="0" tIns="12700" rIns="0" bIns="0" rtlCol="0">
            <a:spAutoFit/>
          </a:bodyPr>
          <a:lstStyle/>
          <a:p>
            <a:pPr marL="12700">
              <a:lnSpc>
                <a:spcPct val="100000"/>
              </a:lnSpc>
              <a:spcBef>
                <a:spcPts val="100"/>
              </a:spcBef>
            </a:pPr>
            <a:r>
              <a:rPr dirty="0"/>
              <a:t>Agile</a:t>
            </a:r>
            <a:r>
              <a:rPr spc="-60" dirty="0"/>
              <a:t> </a:t>
            </a:r>
            <a:r>
              <a:rPr dirty="0"/>
              <a:t>project</a:t>
            </a:r>
            <a:r>
              <a:rPr spc="-35" dirty="0"/>
              <a:t> </a:t>
            </a:r>
            <a:r>
              <a:rPr dirty="0"/>
              <a:t>management</a:t>
            </a:r>
          </a:p>
        </p:txBody>
      </p:sp>
      <p:sp>
        <p:nvSpPr>
          <p:cNvPr id="3" name="object 3"/>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36</a:t>
            </a:fld>
            <a:endParaRPr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3833495" cy="391160"/>
          </a:xfrm>
          <a:prstGeom prst="rect">
            <a:avLst/>
          </a:prstGeom>
        </p:spPr>
        <p:txBody>
          <a:bodyPr vert="horz" wrap="square" lIns="0" tIns="12700" rIns="0" bIns="0" rtlCol="0">
            <a:spAutoFit/>
          </a:bodyPr>
          <a:lstStyle/>
          <a:p>
            <a:pPr marL="12700">
              <a:lnSpc>
                <a:spcPct val="100000"/>
              </a:lnSpc>
              <a:spcBef>
                <a:spcPts val="100"/>
              </a:spcBef>
            </a:pPr>
            <a:r>
              <a:rPr spc="-5" dirty="0"/>
              <a:t>Agile</a:t>
            </a:r>
            <a:r>
              <a:rPr spc="-35" dirty="0"/>
              <a:t> </a:t>
            </a:r>
            <a:r>
              <a:rPr dirty="0"/>
              <a:t>project</a:t>
            </a:r>
            <a:r>
              <a:rPr spc="-25" dirty="0"/>
              <a:t> </a:t>
            </a:r>
            <a:r>
              <a:rPr spc="-5" dirty="0"/>
              <a:t>management</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37</a:t>
            </a:fld>
            <a:endParaRPr dirty="0"/>
          </a:p>
        </p:txBody>
      </p:sp>
      <p:sp>
        <p:nvSpPr>
          <p:cNvPr id="3" name="object 3"/>
          <p:cNvSpPr txBox="1"/>
          <p:nvPr/>
        </p:nvSpPr>
        <p:spPr>
          <a:xfrm>
            <a:off x="535940" y="1626234"/>
            <a:ext cx="7997825" cy="4354830"/>
          </a:xfrm>
          <a:prstGeom prst="rect">
            <a:avLst/>
          </a:prstGeom>
        </p:spPr>
        <p:txBody>
          <a:bodyPr vert="horz" wrap="square" lIns="0" tIns="12700" rIns="0" bIns="0" rtlCol="0">
            <a:spAutoFit/>
          </a:bodyPr>
          <a:lstStyle/>
          <a:p>
            <a:pPr marL="355600" marR="5080" indent="-342900" algn="just">
              <a:lnSpc>
                <a:spcPct val="100000"/>
              </a:lnSpc>
              <a:spcBef>
                <a:spcPts val="100"/>
              </a:spcBef>
              <a:buFont typeface="Wingdings"/>
              <a:buChar char=""/>
              <a:tabLst>
                <a:tab pos="355600" algn="l"/>
              </a:tabLst>
            </a:pPr>
            <a:r>
              <a:rPr sz="2400" dirty="0">
                <a:solidFill>
                  <a:srgbClr val="46424D"/>
                </a:solidFill>
                <a:latin typeface="Arial MT"/>
                <a:cs typeface="Arial MT"/>
              </a:rPr>
              <a:t>The </a:t>
            </a:r>
            <a:r>
              <a:rPr sz="2400" spc="-5" dirty="0">
                <a:solidFill>
                  <a:srgbClr val="46424D"/>
                </a:solidFill>
                <a:latin typeface="Arial MT"/>
                <a:cs typeface="Arial MT"/>
              </a:rPr>
              <a:t>principal responsibility </a:t>
            </a:r>
            <a:r>
              <a:rPr sz="2400" dirty="0">
                <a:solidFill>
                  <a:srgbClr val="46424D"/>
                </a:solidFill>
                <a:latin typeface="Arial MT"/>
                <a:cs typeface="Arial MT"/>
              </a:rPr>
              <a:t>of software </a:t>
            </a:r>
            <a:r>
              <a:rPr sz="2400" spc="-5" dirty="0">
                <a:solidFill>
                  <a:srgbClr val="46424D"/>
                </a:solidFill>
                <a:latin typeface="Arial MT"/>
                <a:cs typeface="Arial MT"/>
              </a:rPr>
              <a:t>project managers </a:t>
            </a:r>
            <a:r>
              <a:rPr sz="2400" spc="-655" dirty="0">
                <a:solidFill>
                  <a:srgbClr val="46424D"/>
                </a:solidFill>
                <a:latin typeface="Arial MT"/>
                <a:cs typeface="Arial MT"/>
              </a:rPr>
              <a:t> </a:t>
            </a:r>
            <a:r>
              <a:rPr sz="2400" spc="-5" dirty="0">
                <a:solidFill>
                  <a:srgbClr val="46424D"/>
                </a:solidFill>
                <a:latin typeface="Arial MT"/>
                <a:cs typeface="Arial MT"/>
              </a:rPr>
              <a:t>is </a:t>
            </a:r>
            <a:r>
              <a:rPr sz="2400" dirty="0">
                <a:solidFill>
                  <a:srgbClr val="46424D"/>
                </a:solidFill>
                <a:latin typeface="Arial MT"/>
                <a:cs typeface="Arial MT"/>
              </a:rPr>
              <a:t>to </a:t>
            </a:r>
            <a:r>
              <a:rPr sz="2400" spc="-5" dirty="0">
                <a:solidFill>
                  <a:srgbClr val="46424D"/>
                </a:solidFill>
                <a:latin typeface="Arial MT"/>
                <a:cs typeface="Arial MT"/>
              </a:rPr>
              <a:t>manage </a:t>
            </a:r>
            <a:r>
              <a:rPr sz="2400" dirty="0">
                <a:solidFill>
                  <a:srgbClr val="46424D"/>
                </a:solidFill>
                <a:latin typeface="Arial MT"/>
                <a:cs typeface="Arial MT"/>
              </a:rPr>
              <a:t>the project </a:t>
            </a:r>
            <a:r>
              <a:rPr sz="2400" spc="-5" dirty="0">
                <a:solidFill>
                  <a:srgbClr val="46424D"/>
                </a:solidFill>
                <a:latin typeface="Arial MT"/>
                <a:cs typeface="Arial MT"/>
              </a:rPr>
              <a:t>so </a:t>
            </a:r>
            <a:r>
              <a:rPr sz="2400" dirty="0">
                <a:solidFill>
                  <a:srgbClr val="46424D"/>
                </a:solidFill>
                <a:latin typeface="Arial MT"/>
                <a:cs typeface="Arial MT"/>
              </a:rPr>
              <a:t>that the </a:t>
            </a:r>
            <a:r>
              <a:rPr sz="2400" spc="-5" dirty="0">
                <a:solidFill>
                  <a:srgbClr val="46424D"/>
                </a:solidFill>
                <a:latin typeface="Arial MT"/>
                <a:cs typeface="Arial MT"/>
              </a:rPr>
              <a:t>software is delivered </a:t>
            </a:r>
            <a:r>
              <a:rPr sz="2400" spc="-655" dirty="0">
                <a:solidFill>
                  <a:srgbClr val="46424D"/>
                </a:solidFill>
                <a:latin typeface="Arial MT"/>
                <a:cs typeface="Arial MT"/>
              </a:rPr>
              <a:t> </a:t>
            </a:r>
            <a:r>
              <a:rPr sz="2400" spc="-5" dirty="0">
                <a:solidFill>
                  <a:srgbClr val="46424D"/>
                </a:solidFill>
                <a:latin typeface="Arial MT"/>
                <a:cs typeface="Arial MT"/>
              </a:rPr>
              <a:t>on</a:t>
            </a:r>
            <a:r>
              <a:rPr sz="2400" dirty="0">
                <a:solidFill>
                  <a:srgbClr val="46424D"/>
                </a:solidFill>
                <a:latin typeface="Arial MT"/>
                <a:cs typeface="Arial MT"/>
              </a:rPr>
              <a:t> time </a:t>
            </a:r>
            <a:r>
              <a:rPr sz="2400" spc="-5" dirty="0">
                <a:solidFill>
                  <a:srgbClr val="46424D"/>
                </a:solidFill>
                <a:latin typeface="Arial MT"/>
                <a:cs typeface="Arial MT"/>
              </a:rPr>
              <a:t>and</a:t>
            </a:r>
            <a:r>
              <a:rPr sz="2400" spc="10" dirty="0">
                <a:solidFill>
                  <a:srgbClr val="46424D"/>
                </a:solidFill>
                <a:latin typeface="Arial MT"/>
                <a:cs typeface="Arial MT"/>
              </a:rPr>
              <a:t> </a:t>
            </a:r>
            <a:r>
              <a:rPr sz="2400" spc="-5" dirty="0">
                <a:solidFill>
                  <a:srgbClr val="46424D"/>
                </a:solidFill>
                <a:latin typeface="Arial MT"/>
                <a:cs typeface="Arial MT"/>
              </a:rPr>
              <a:t>within</a:t>
            </a:r>
            <a:r>
              <a:rPr sz="2400" spc="25" dirty="0">
                <a:solidFill>
                  <a:srgbClr val="46424D"/>
                </a:solidFill>
                <a:latin typeface="Arial MT"/>
                <a:cs typeface="Arial MT"/>
              </a:rPr>
              <a:t> </a:t>
            </a:r>
            <a:r>
              <a:rPr sz="2400" dirty="0">
                <a:solidFill>
                  <a:srgbClr val="46424D"/>
                </a:solidFill>
                <a:latin typeface="Arial MT"/>
                <a:cs typeface="Arial MT"/>
              </a:rPr>
              <a:t>the </a:t>
            </a:r>
            <a:r>
              <a:rPr sz="2400" spc="-5" dirty="0">
                <a:solidFill>
                  <a:srgbClr val="46424D"/>
                </a:solidFill>
                <a:latin typeface="Arial MT"/>
                <a:cs typeface="Arial MT"/>
              </a:rPr>
              <a:t>planned</a:t>
            </a:r>
            <a:r>
              <a:rPr sz="2400" spc="35" dirty="0">
                <a:solidFill>
                  <a:srgbClr val="46424D"/>
                </a:solidFill>
                <a:latin typeface="Arial MT"/>
                <a:cs typeface="Arial MT"/>
              </a:rPr>
              <a:t> </a:t>
            </a:r>
            <a:r>
              <a:rPr sz="2400" spc="-5" dirty="0">
                <a:solidFill>
                  <a:srgbClr val="46424D"/>
                </a:solidFill>
                <a:latin typeface="Arial MT"/>
                <a:cs typeface="Arial MT"/>
              </a:rPr>
              <a:t>budget</a:t>
            </a:r>
            <a:r>
              <a:rPr sz="2400" spc="15" dirty="0">
                <a:solidFill>
                  <a:srgbClr val="46424D"/>
                </a:solidFill>
                <a:latin typeface="Arial MT"/>
                <a:cs typeface="Arial MT"/>
              </a:rPr>
              <a:t> </a:t>
            </a:r>
            <a:r>
              <a:rPr sz="2400" dirty="0">
                <a:solidFill>
                  <a:srgbClr val="46424D"/>
                </a:solidFill>
                <a:latin typeface="Arial MT"/>
                <a:cs typeface="Arial MT"/>
              </a:rPr>
              <a:t>for</a:t>
            </a:r>
            <a:r>
              <a:rPr sz="2400" spc="-15" dirty="0">
                <a:solidFill>
                  <a:srgbClr val="46424D"/>
                </a:solidFill>
                <a:latin typeface="Arial MT"/>
                <a:cs typeface="Arial MT"/>
              </a:rPr>
              <a:t> </a:t>
            </a:r>
            <a:r>
              <a:rPr sz="2400" dirty="0">
                <a:solidFill>
                  <a:srgbClr val="46424D"/>
                </a:solidFill>
                <a:latin typeface="Arial MT"/>
                <a:cs typeface="Arial MT"/>
              </a:rPr>
              <a:t>the project.</a:t>
            </a:r>
            <a:endParaRPr sz="2400" dirty="0">
              <a:latin typeface="Arial MT"/>
              <a:cs typeface="Arial MT"/>
            </a:endParaRPr>
          </a:p>
          <a:p>
            <a:pPr marL="355600" marR="34925" indent="-342900">
              <a:lnSpc>
                <a:spcPct val="100000"/>
              </a:lnSpc>
              <a:spcBef>
                <a:spcPts val="1200"/>
              </a:spcBef>
              <a:buFont typeface="Wingdings"/>
              <a:buChar char=""/>
              <a:tabLst>
                <a:tab pos="355600" algn="l"/>
              </a:tabLst>
            </a:pPr>
            <a:r>
              <a:rPr sz="2400" dirty="0">
                <a:solidFill>
                  <a:srgbClr val="46424D"/>
                </a:solidFill>
                <a:latin typeface="Arial MT"/>
                <a:cs typeface="Arial MT"/>
              </a:rPr>
              <a:t>The</a:t>
            </a:r>
            <a:r>
              <a:rPr sz="2400" spc="-5" dirty="0">
                <a:solidFill>
                  <a:srgbClr val="46424D"/>
                </a:solidFill>
                <a:latin typeface="Arial MT"/>
                <a:cs typeface="Arial MT"/>
              </a:rPr>
              <a:t> </a:t>
            </a:r>
            <a:r>
              <a:rPr sz="2400" dirty="0">
                <a:solidFill>
                  <a:srgbClr val="46424D"/>
                </a:solidFill>
                <a:latin typeface="Arial MT"/>
                <a:cs typeface="Arial MT"/>
              </a:rPr>
              <a:t>standard approach</a:t>
            </a:r>
            <a:r>
              <a:rPr sz="2400" spc="25" dirty="0">
                <a:solidFill>
                  <a:srgbClr val="46424D"/>
                </a:solidFill>
                <a:latin typeface="Arial MT"/>
                <a:cs typeface="Arial MT"/>
              </a:rPr>
              <a:t> </a:t>
            </a:r>
            <a:r>
              <a:rPr sz="2400" dirty="0">
                <a:solidFill>
                  <a:srgbClr val="46424D"/>
                </a:solidFill>
                <a:latin typeface="Arial MT"/>
                <a:cs typeface="Arial MT"/>
              </a:rPr>
              <a:t>to</a:t>
            </a:r>
            <a:r>
              <a:rPr sz="2400" spc="-5" dirty="0">
                <a:solidFill>
                  <a:srgbClr val="46424D"/>
                </a:solidFill>
                <a:latin typeface="Arial MT"/>
                <a:cs typeface="Arial MT"/>
              </a:rPr>
              <a:t> </a:t>
            </a:r>
            <a:r>
              <a:rPr sz="2400" dirty="0">
                <a:solidFill>
                  <a:srgbClr val="46424D"/>
                </a:solidFill>
                <a:latin typeface="Arial MT"/>
                <a:cs typeface="Arial MT"/>
              </a:rPr>
              <a:t>project </a:t>
            </a:r>
            <a:r>
              <a:rPr sz="2400" spc="-5" dirty="0">
                <a:solidFill>
                  <a:srgbClr val="46424D"/>
                </a:solidFill>
                <a:latin typeface="Arial MT"/>
                <a:cs typeface="Arial MT"/>
              </a:rPr>
              <a:t>management</a:t>
            </a:r>
            <a:r>
              <a:rPr sz="2400" spc="15" dirty="0">
                <a:solidFill>
                  <a:srgbClr val="46424D"/>
                </a:solidFill>
                <a:latin typeface="Arial MT"/>
                <a:cs typeface="Arial MT"/>
              </a:rPr>
              <a:t> </a:t>
            </a:r>
            <a:r>
              <a:rPr sz="2400" spc="-5" dirty="0">
                <a:solidFill>
                  <a:srgbClr val="46424D"/>
                </a:solidFill>
                <a:latin typeface="Arial MT"/>
                <a:cs typeface="Arial MT"/>
              </a:rPr>
              <a:t>is </a:t>
            </a:r>
            <a:r>
              <a:rPr sz="2400" spc="-15" dirty="0">
                <a:solidFill>
                  <a:srgbClr val="46424D"/>
                </a:solidFill>
                <a:latin typeface="Arial MT"/>
                <a:cs typeface="Arial MT"/>
              </a:rPr>
              <a:t>plan- </a:t>
            </a:r>
            <a:r>
              <a:rPr sz="2400" spc="-10" dirty="0">
                <a:solidFill>
                  <a:srgbClr val="46424D"/>
                </a:solidFill>
                <a:latin typeface="Arial MT"/>
                <a:cs typeface="Arial MT"/>
              </a:rPr>
              <a:t> </a:t>
            </a:r>
            <a:r>
              <a:rPr sz="2400" spc="-5" dirty="0">
                <a:solidFill>
                  <a:srgbClr val="46424D"/>
                </a:solidFill>
                <a:latin typeface="Arial MT"/>
                <a:cs typeface="Arial MT"/>
              </a:rPr>
              <a:t>driven.</a:t>
            </a:r>
            <a:r>
              <a:rPr sz="2400" spc="5" dirty="0">
                <a:solidFill>
                  <a:srgbClr val="46424D"/>
                </a:solidFill>
                <a:latin typeface="Arial MT"/>
                <a:cs typeface="Arial MT"/>
              </a:rPr>
              <a:t> </a:t>
            </a:r>
            <a:r>
              <a:rPr sz="2400" dirty="0">
                <a:solidFill>
                  <a:srgbClr val="46424D"/>
                </a:solidFill>
                <a:latin typeface="Arial MT"/>
                <a:cs typeface="Arial MT"/>
              </a:rPr>
              <a:t>Managers</a:t>
            </a:r>
            <a:r>
              <a:rPr sz="2400" spc="20" dirty="0">
                <a:solidFill>
                  <a:srgbClr val="46424D"/>
                </a:solidFill>
                <a:latin typeface="Arial MT"/>
                <a:cs typeface="Arial MT"/>
              </a:rPr>
              <a:t> </a:t>
            </a:r>
            <a:r>
              <a:rPr sz="2400" spc="-5" dirty="0">
                <a:solidFill>
                  <a:srgbClr val="46424D"/>
                </a:solidFill>
                <a:latin typeface="Arial MT"/>
                <a:cs typeface="Arial MT"/>
              </a:rPr>
              <a:t>draw</a:t>
            </a:r>
            <a:r>
              <a:rPr sz="2400" spc="15" dirty="0">
                <a:solidFill>
                  <a:srgbClr val="46424D"/>
                </a:solidFill>
                <a:latin typeface="Arial MT"/>
                <a:cs typeface="Arial MT"/>
              </a:rPr>
              <a:t> </a:t>
            </a:r>
            <a:r>
              <a:rPr sz="2400" spc="-5" dirty="0">
                <a:solidFill>
                  <a:srgbClr val="46424D"/>
                </a:solidFill>
                <a:latin typeface="Arial MT"/>
                <a:cs typeface="Arial MT"/>
              </a:rPr>
              <a:t>up</a:t>
            </a:r>
            <a:r>
              <a:rPr sz="2400" spc="5" dirty="0">
                <a:solidFill>
                  <a:srgbClr val="46424D"/>
                </a:solidFill>
                <a:latin typeface="Arial MT"/>
                <a:cs typeface="Arial MT"/>
              </a:rPr>
              <a:t> </a:t>
            </a:r>
            <a:r>
              <a:rPr sz="2400" spc="-5" dirty="0">
                <a:solidFill>
                  <a:srgbClr val="46424D"/>
                </a:solidFill>
                <a:latin typeface="Arial MT"/>
                <a:cs typeface="Arial MT"/>
              </a:rPr>
              <a:t>a</a:t>
            </a:r>
            <a:r>
              <a:rPr sz="2400" dirty="0">
                <a:solidFill>
                  <a:srgbClr val="46424D"/>
                </a:solidFill>
                <a:latin typeface="Arial MT"/>
                <a:cs typeface="Arial MT"/>
              </a:rPr>
              <a:t> </a:t>
            </a:r>
            <a:r>
              <a:rPr sz="2400" spc="-5" dirty="0">
                <a:solidFill>
                  <a:srgbClr val="46424D"/>
                </a:solidFill>
                <a:latin typeface="Arial MT"/>
                <a:cs typeface="Arial MT"/>
              </a:rPr>
              <a:t>plan</a:t>
            </a:r>
            <a:r>
              <a:rPr sz="2400" spc="20" dirty="0">
                <a:solidFill>
                  <a:srgbClr val="46424D"/>
                </a:solidFill>
                <a:latin typeface="Arial MT"/>
                <a:cs typeface="Arial MT"/>
              </a:rPr>
              <a:t> </a:t>
            </a:r>
            <a:r>
              <a:rPr sz="2400" dirty="0">
                <a:solidFill>
                  <a:srgbClr val="46424D"/>
                </a:solidFill>
                <a:latin typeface="Arial MT"/>
                <a:cs typeface="Arial MT"/>
              </a:rPr>
              <a:t>for</a:t>
            </a:r>
            <a:r>
              <a:rPr sz="2400" spc="-15" dirty="0">
                <a:solidFill>
                  <a:srgbClr val="46424D"/>
                </a:solidFill>
                <a:latin typeface="Arial MT"/>
                <a:cs typeface="Arial MT"/>
              </a:rPr>
              <a:t> </a:t>
            </a:r>
            <a:r>
              <a:rPr sz="2400" dirty="0">
                <a:solidFill>
                  <a:srgbClr val="46424D"/>
                </a:solidFill>
                <a:latin typeface="Arial MT"/>
                <a:cs typeface="Arial MT"/>
              </a:rPr>
              <a:t>the</a:t>
            </a:r>
            <a:r>
              <a:rPr sz="2400" spc="10" dirty="0">
                <a:solidFill>
                  <a:srgbClr val="46424D"/>
                </a:solidFill>
                <a:latin typeface="Arial MT"/>
                <a:cs typeface="Arial MT"/>
              </a:rPr>
              <a:t> </a:t>
            </a:r>
            <a:r>
              <a:rPr sz="2400" dirty="0">
                <a:solidFill>
                  <a:srgbClr val="46424D"/>
                </a:solidFill>
                <a:latin typeface="Arial MT"/>
                <a:cs typeface="Arial MT"/>
              </a:rPr>
              <a:t>project </a:t>
            </a:r>
            <a:r>
              <a:rPr sz="2400" spc="-5" dirty="0">
                <a:solidFill>
                  <a:srgbClr val="46424D"/>
                </a:solidFill>
                <a:latin typeface="Arial MT"/>
                <a:cs typeface="Arial MT"/>
              </a:rPr>
              <a:t>showing </a:t>
            </a:r>
            <a:r>
              <a:rPr sz="2400" spc="-650" dirty="0">
                <a:solidFill>
                  <a:srgbClr val="46424D"/>
                </a:solidFill>
                <a:latin typeface="Arial MT"/>
                <a:cs typeface="Arial MT"/>
              </a:rPr>
              <a:t> </a:t>
            </a:r>
            <a:r>
              <a:rPr sz="2400" spc="-5" dirty="0">
                <a:solidFill>
                  <a:srgbClr val="46424D"/>
                </a:solidFill>
                <a:latin typeface="Arial MT"/>
                <a:cs typeface="Arial MT"/>
              </a:rPr>
              <a:t>what</a:t>
            </a:r>
            <a:r>
              <a:rPr sz="2400" spc="10" dirty="0">
                <a:solidFill>
                  <a:srgbClr val="46424D"/>
                </a:solidFill>
                <a:latin typeface="Arial MT"/>
                <a:cs typeface="Arial MT"/>
              </a:rPr>
              <a:t> </a:t>
            </a:r>
            <a:r>
              <a:rPr sz="2400" spc="-5" dirty="0">
                <a:solidFill>
                  <a:srgbClr val="46424D"/>
                </a:solidFill>
                <a:latin typeface="Arial MT"/>
                <a:cs typeface="Arial MT"/>
              </a:rPr>
              <a:t>should</a:t>
            </a:r>
            <a:r>
              <a:rPr sz="2400" spc="30" dirty="0">
                <a:solidFill>
                  <a:srgbClr val="46424D"/>
                </a:solidFill>
                <a:latin typeface="Arial MT"/>
                <a:cs typeface="Arial MT"/>
              </a:rPr>
              <a:t> </a:t>
            </a:r>
            <a:r>
              <a:rPr sz="2400" spc="-5" dirty="0">
                <a:solidFill>
                  <a:srgbClr val="46424D"/>
                </a:solidFill>
                <a:latin typeface="Arial MT"/>
                <a:cs typeface="Arial MT"/>
              </a:rPr>
              <a:t>be</a:t>
            </a:r>
            <a:r>
              <a:rPr sz="2400" spc="5" dirty="0">
                <a:solidFill>
                  <a:srgbClr val="46424D"/>
                </a:solidFill>
                <a:latin typeface="Arial MT"/>
                <a:cs typeface="Arial MT"/>
              </a:rPr>
              <a:t> </a:t>
            </a:r>
            <a:r>
              <a:rPr sz="2400" spc="-5" dirty="0">
                <a:solidFill>
                  <a:srgbClr val="46424D"/>
                </a:solidFill>
                <a:latin typeface="Arial MT"/>
                <a:cs typeface="Arial MT"/>
              </a:rPr>
              <a:t>delivered,</a:t>
            </a:r>
            <a:r>
              <a:rPr sz="2400" spc="40" dirty="0">
                <a:solidFill>
                  <a:srgbClr val="46424D"/>
                </a:solidFill>
                <a:latin typeface="Arial MT"/>
                <a:cs typeface="Arial MT"/>
              </a:rPr>
              <a:t> </a:t>
            </a:r>
            <a:r>
              <a:rPr sz="2400" spc="-5" dirty="0">
                <a:solidFill>
                  <a:srgbClr val="46424D"/>
                </a:solidFill>
                <a:latin typeface="Arial MT"/>
                <a:cs typeface="Arial MT"/>
              </a:rPr>
              <a:t>when</a:t>
            </a:r>
            <a:r>
              <a:rPr sz="2400" spc="15" dirty="0">
                <a:solidFill>
                  <a:srgbClr val="46424D"/>
                </a:solidFill>
                <a:latin typeface="Arial MT"/>
                <a:cs typeface="Arial MT"/>
              </a:rPr>
              <a:t> </a:t>
            </a:r>
            <a:r>
              <a:rPr sz="2400" dirty="0">
                <a:solidFill>
                  <a:srgbClr val="46424D"/>
                </a:solidFill>
                <a:latin typeface="Arial MT"/>
                <a:cs typeface="Arial MT"/>
              </a:rPr>
              <a:t>it</a:t>
            </a:r>
            <a:r>
              <a:rPr sz="2400" spc="10" dirty="0">
                <a:solidFill>
                  <a:srgbClr val="46424D"/>
                </a:solidFill>
                <a:latin typeface="Arial MT"/>
                <a:cs typeface="Arial MT"/>
              </a:rPr>
              <a:t> </a:t>
            </a:r>
            <a:r>
              <a:rPr sz="2400" spc="-5" dirty="0">
                <a:solidFill>
                  <a:srgbClr val="46424D"/>
                </a:solidFill>
                <a:latin typeface="Arial MT"/>
                <a:cs typeface="Arial MT"/>
              </a:rPr>
              <a:t>should</a:t>
            </a:r>
            <a:r>
              <a:rPr sz="2400" spc="15" dirty="0">
                <a:solidFill>
                  <a:srgbClr val="46424D"/>
                </a:solidFill>
                <a:latin typeface="Arial MT"/>
                <a:cs typeface="Arial MT"/>
              </a:rPr>
              <a:t> </a:t>
            </a:r>
            <a:r>
              <a:rPr sz="2400" spc="-5" dirty="0">
                <a:solidFill>
                  <a:srgbClr val="46424D"/>
                </a:solidFill>
                <a:latin typeface="Arial MT"/>
                <a:cs typeface="Arial MT"/>
              </a:rPr>
              <a:t>be</a:t>
            </a:r>
            <a:r>
              <a:rPr sz="2400" spc="20" dirty="0">
                <a:solidFill>
                  <a:srgbClr val="46424D"/>
                </a:solidFill>
                <a:latin typeface="Arial MT"/>
                <a:cs typeface="Arial MT"/>
              </a:rPr>
              <a:t> </a:t>
            </a:r>
            <a:r>
              <a:rPr sz="2400" spc="-5" dirty="0">
                <a:solidFill>
                  <a:srgbClr val="46424D"/>
                </a:solidFill>
                <a:latin typeface="Arial MT"/>
                <a:cs typeface="Arial MT"/>
              </a:rPr>
              <a:t>delivered </a:t>
            </a:r>
            <a:r>
              <a:rPr sz="2400" dirty="0">
                <a:solidFill>
                  <a:srgbClr val="46424D"/>
                </a:solidFill>
                <a:latin typeface="Arial MT"/>
                <a:cs typeface="Arial MT"/>
              </a:rPr>
              <a:t> and</a:t>
            </a:r>
            <a:r>
              <a:rPr sz="2400" spc="5" dirty="0">
                <a:solidFill>
                  <a:srgbClr val="46424D"/>
                </a:solidFill>
                <a:latin typeface="Arial MT"/>
                <a:cs typeface="Arial MT"/>
              </a:rPr>
              <a:t> </a:t>
            </a:r>
            <a:r>
              <a:rPr sz="2400" dirty="0">
                <a:solidFill>
                  <a:srgbClr val="46424D"/>
                </a:solidFill>
                <a:latin typeface="Arial MT"/>
                <a:cs typeface="Arial MT"/>
              </a:rPr>
              <a:t>who</a:t>
            </a:r>
            <a:r>
              <a:rPr sz="2400" spc="-5" dirty="0">
                <a:solidFill>
                  <a:srgbClr val="46424D"/>
                </a:solidFill>
                <a:latin typeface="Arial MT"/>
                <a:cs typeface="Arial MT"/>
              </a:rPr>
              <a:t> will</a:t>
            </a:r>
            <a:r>
              <a:rPr sz="2400" spc="20" dirty="0">
                <a:solidFill>
                  <a:srgbClr val="46424D"/>
                </a:solidFill>
                <a:latin typeface="Arial MT"/>
                <a:cs typeface="Arial MT"/>
              </a:rPr>
              <a:t> </a:t>
            </a:r>
            <a:r>
              <a:rPr sz="2400" dirty="0">
                <a:solidFill>
                  <a:srgbClr val="46424D"/>
                </a:solidFill>
                <a:latin typeface="Arial MT"/>
                <a:cs typeface="Arial MT"/>
              </a:rPr>
              <a:t>work</a:t>
            </a:r>
            <a:r>
              <a:rPr sz="2400" spc="-5" dirty="0">
                <a:solidFill>
                  <a:srgbClr val="46424D"/>
                </a:solidFill>
                <a:latin typeface="Arial MT"/>
                <a:cs typeface="Arial MT"/>
              </a:rPr>
              <a:t> </a:t>
            </a:r>
            <a:r>
              <a:rPr sz="2400" dirty="0">
                <a:solidFill>
                  <a:srgbClr val="46424D"/>
                </a:solidFill>
                <a:latin typeface="Arial MT"/>
                <a:cs typeface="Arial MT"/>
              </a:rPr>
              <a:t>on the</a:t>
            </a:r>
            <a:r>
              <a:rPr sz="2400" spc="-15" dirty="0">
                <a:solidFill>
                  <a:srgbClr val="46424D"/>
                </a:solidFill>
                <a:latin typeface="Arial MT"/>
                <a:cs typeface="Arial MT"/>
              </a:rPr>
              <a:t> </a:t>
            </a:r>
            <a:r>
              <a:rPr sz="2400" dirty="0">
                <a:solidFill>
                  <a:srgbClr val="46424D"/>
                </a:solidFill>
                <a:latin typeface="Arial MT"/>
                <a:cs typeface="Arial MT"/>
              </a:rPr>
              <a:t>development</a:t>
            </a:r>
            <a:r>
              <a:rPr sz="2400" spc="35" dirty="0">
                <a:solidFill>
                  <a:srgbClr val="46424D"/>
                </a:solidFill>
                <a:latin typeface="Arial MT"/>
                <a:cs typeface="Arial MT"/>
              </a:rPr>
              <a:t> </a:t>
            </a:r>
            <a:r>
              <a:rPr sz="2400" dirty="0">
                <a:solidFill>
                  <a:srgbClr val="46424D"/>
                </a:solidFill>
                <a:latin typeface="Arial MT"/>
                <a:cs typeface="Arial MT"/>
              </a:rPr>
              <a:t>of</a:t>
            </a:r>
            <a:r>
              <a:rPr sz="2400" spc="-25" dirty="0">
                <a:solidFill>
                  <a:srgbClr val="46424D"/>
                </a:solidFill>
                <a:latin typeface="Arial MT"/>
                <a:cs typeface="Arial MT"/>
              </a:rPr>
              <a:t> </a:t>
            </a:r>
            <a:r>
              <a:rPr sz="2400" dirty="0">
                <a:solidFill>
                  <a:srgbClr val="46424D"/>
                </a:solidFill>
                <a:latin typeface="Arial MT"/>
                <a:cs typeface="Arial MT"/>
              </a:rPr>
              <a:t>the project </a:t>
            </a:r>
            <a:r>
              <a:rPr sz="2400" spc="5" dirty="0">
                <a:solidFill>
                  <a:srgbClr val="46424D"/>
                </a:solidFill>
                <a:latin typeface="Arial MT"/>
                <a:cs typeface="Arial MT"/>
              </a:rPr>
              <a:t> </a:t>
            </a:r>
            <a:r>
              <a:rPr sz="2400" spc="-5" dirty="0">
                <a:solidFill>
                  <a:srgbClr val="46424D"/>
                </a:solidFill>
                <a:latin typeface="Arial MT"/>
                <a:cs typeface="Arial MT"/>
              </a:rPr>
              <a:t>deliverables.</a:t>
            </a:r>
            <a:endParaRPr sz="2400" dirty="0">
              <a:latin typeface="Arial MT"/>
              <a:cs typeface="Arial MT"/>
            </a:endParaRPr>
          </a:p>
          <a:p>
            <a:pPr marL="355600" marR="20955" indent="-342900">
              <a:lnSpc>
                <a:spcPct val="100000"/>
              </a:lnSpc>
              <a:spcBef>
                <a:spcPts val="1205"/>
              </a:spcBef>
              <a:buFont typeface="Wingdings"/>
              <a:buChar char=""/>
              <a:tabLst>
                <a:tab pos="355600" algn="l"/>
              </a:tabLst>
            </a:pPr>
            <a:r>
              <a:rPr sz="2400" spc="-5" dirty="0">
                <a:solidFill>
                  <a:srgbClr val="46424D"/>
                </a:solidFill>
                <a:latin typeface="Arial MT"/>
                <a:cs typeface="Arial MT"/>
              </a:rPr>
              <a:t>Agile</a:t>
            </a:r>
            <a:r>
              <a:rPr sz="2400" spc="25" dirty="0">
                <a:solidFill>
                  <a:srgbClr val="46424D"/>
                </a:solidFill>
                <a:latin typeface="Arial MT"/>
                <a:cs typeface="Arial MT"/>
              </a:rPr>
              <a:t> </a:t>
            </a:r>
            <a:r>
              <a:rPr sz="2400" dirty="0">
                <a:solidFill>
                  <a:srgbClr val="46424D"/>
                </a:solidFill>
                <a:latin typeface="Arial MT"/>
                <a:cs typeface="Arial MT"/>
              </a:rPr>
              <a:t>project</a:t>
            </a:r>
            <a:r>
              <a:rPr sz="2400" spc="10" dirty="0">
                <a:solidFill>
                  <a:srgbClr val="46424D"/>
                </a:solidFill>
                <a:latin typeface="Arial MT"/>
                <a:cs typeface="Arial MT"/>
              </a:rPr>
              <a:t> </a:t>
            </a:r>
            <a:r>
              <a:rPr sz="2400" spc="-5" dirty="0">
                <a:solidFill>
                  <a:srgbClr val="46424D"/>
                </a:solidFill>
                <a:latin typeface="Arial MT"/>
                <a:cs typeface="Arial MT"/>
              </a:rPr>
              <a:t>management</a:t>
            </a:r>
            <a:r>
              <a:rPr sz="2400" spc="25" dirty="0">
                <a:solidFill>
                  <a:srgbClr val="46424D"/>
                </a:solidFill>
                <a:latin typeface="Arial MT"/>
                <a:cs typeface="Arial MT"/>
              </a:rPr>
              <a:t> </a:t>
            </a:r>
            <a:r>
              <a:rPr sz="2400" spc="-5" dirty="0">
                <a:solidFill>
                  <a:srgbClr val="46424D"/>
                </a:solidFill>
                <a:latin typeface="Arial MT"/>
                <a:cs typeface="Arial MT"/>
              </a:rPr>
              <a:t>requires</a:t>
            </a:r>
            <a:r>
              <a:rPr sz="2400" spc="25" dirty="0">
                <a:solidFill>
                  <a:srgbClr val="46424D"/>
                </a:solidFill>
                <a:latin typeface="Arial MT"/>
                <a:cs typeface="Arial MT"/>
              </a:rPr>
              <a:t> </a:t>
            </a:r>
            <a:r>
              <a:rPr sz="2400" spc="-5" dirty="0">
                <a:solidFill>
                  <a:srgbClr val="46424D"/>
                </a:solidFill>
                <a:latin typeface="Arial MT"/>
                <a:cs typeface="Arial MT"/>
              </a:rPr>
              <a:t>a</a:t>
            </a:r>
            <a:r>
              <a:rPr sz="2400" spc="10" dirty="0">
                <a:solidFill>
                  <a:srgbClr val="46424D"/>
                </a:solidFill>
                <a:latin typeface="Arial MT"/>
                <a:cs typeface="Arial MT"/>
              </a:rPr>
              <a:t> </a:t>
            </a:r>
            <a:r>
              <a:rPr sz="2400" spc="-5" dirty="0">
                <a:solidFill>
                  <a:srgbClr val="46424D"/>
                </a:solidFill>
                <a:latin typeface="Arial MT"/>
                <a:cs typeface="Arial MT"/>
              </a:rPr>
              <a:t>different</a:t>
            </a:r>
            <a:r>
              <a:rPr sz="2400" spc="10" dirty="0">
                <a:solidFill>
                  <a:srgbClr val="46424D"/>
                </a:solidFill>
                <a:latin typeface="Arial MT"/>
                <a:cs typeface="Arial MT"/>
              </a:rPr>
              <a:t> </a:t>
            </a:r>
            <a:r>
              <a:rPr sz="2400" spc="-5" dirty="0">
                <a:solidFill>
                  <a:srgbClr val="46424D"/>
                </a:solidFill>
                <a:latin typeface="Arial MT"/>
                <a:cs typeface="Arial MT"/>
              </a:rPr>
              <a:t>approach, </a:t>
            </a:r>
            <a:r>
              <a:rPr sz="2400" spc="-650" dirty="0">
                <a:solidFill>
                  <a:srgbClr val="46424D"/>
                </a:solidFill>
                <a:latin typeface="Arial MT"/>
                <a:cs typeface="Arial MT"/>
              </a:rPr>
              <a:t> </a:t>
            </a:r>
            <a:r>
              <a:rPr sz="2400" spc="-5" dirty="0">
                <a:solidFill>
                  <a:srgbClr val="46424D"/>
                </a:solidFill>
                <a:latin typeface="Arial MT"/>
                <a:cs typeface="Arial MT"/>
              </a:rPr>
              <a:t>which</a:t>
            </a:r>
            <a:r>
              <a:rPr sz="2400" spc="30" dirty="0">
                <a:solidFill>
                  <a:srgbClr val="46424D"/>
                </a:solidFill>
                <a:latin typeface="Arial MT"/>
                <a:cs typeface="Arial MT"/>
              </a:rPr>
              <a:t> </a:t>
            </a:r>
            <a:r>
              <a:rPr sz="2400" spc="-5" dirty="0">
                <a:solidFill>
                  <a:srgbClr val="46424D"/>
                </a:solidFill>
                <a:latin typeface="Arial MT"/>
                <a:cs typeface="Arial MT"/>
              </a:rPr>
              <a:t>is</a:t>
            </a:r>
            <a:r>
              <a:rPr sz="2400" spc="5" dirty="0">
                <a:solidFill>
                  <a:srgbClr val="46424D"/>
                </a:solidFill>
                <a:latin typeface="Arial MT"/>
                <a:cs typeface="Arial MT"/>
              </a:rPr>
              <a:t> </a:t>
            </a:r>
            <a:r>
              <a:rPr sz="2400" spc="-5" dirty="0">
                <a:solidFill>
                  <a:srgbClr val="46424D"/>
                </a:solidFill>
                <a:latin typeface="Arial MT"/>
                <a:cs typeface="Arial MT"/>
              </a:rPr>
              <a:t>adapted</a:t>
            </a:r>
            <a:r>
              <a:rPr sz="2400" spc="15" dirty="0">
                <a:solidFill>
                  <a:srgbClr val="46424D"/>
                </a:solidFill>
                <a:latin typeface="Arial MT"/>
                <a:cs typeface="Arial MT"/>
              </a:rPr>
              <a:t> </a:t>
            </a:r>
            <a:r>
              <a:rPr sz="2400" dirty="0">
                <a:solidFill>
                  <a:srgbClr val="46424D"/>
                </a:solidFill>
                <a:latin typeface="Arial MT"/>
                <a:cs typeface="Arial MT"/>
              </a:rPr>
              <a:t>to</a:t>
            </a:r>
            <a:r>
              <a:rPr sz="2400" spc="5" dirty="0">
                <a:solidFill>
                  <a:srgbClr val="46424D"/>
                </a:solidFill>
                <a:latin typeface="Arial MT"/>
                <a:cs typeface="Arial MT"/>
              </a:rPr>
              <a:t> </a:t>
            </a:r>
            <a:r>
              <a:rPr sz="2400" spc="-5" dirty="0">
                <a:solidFill>
                  <a:srgbClr val="46424D"/>
                </a:solidFill>
                <a:latin typeface="Arial MT"/>
                <a:cs typeface="Arial MT"/>
              </a:rPr>
              <a:t>incremental</a:t>
            </a:r>
            <a:r>
              <a:rPr sz="2400" spc="15" dirty="0">
                <a:solidFill>
                  <a:srgbClr val="46424D"/>
                </a:solidFill>
                <a:latin typeface="Arial MT"/>
                <a:cs typeface="Arial MT"/>
              </a:rPr>
              <a:t> </a:t>
            </a:r>
            <a:r>
              <a:rPr sz="2400" spc="-5" dirty="0">
                <a:solidFill>
                  <a:srgbClr val="46424D"/>
                </a:solidFill>
                <a:latin typeface="Arial MT"/>
                <a:cs typeface="Arial MT"/>
              </a:rPr>
              <a:t>development</a:t>
            </a:r>
            <a:r>
              <a:rPr sz="2400" spc="35" dirty="0">
                <a:solidFill>
                  <a:srgbClr val="46424D"/>
                </a:solidFill>
                <a:latin typeface="Arial MT"/>
                <a:cs typeface="Arial MT"/>
              </a:rPr>
              <a:t> </a:t>
            </a:r>
            <a:r>
              <a:rPr sz="2400" spc="-5" dirty="0">
                <a:solidFill>
                  <a:srgbClr val="46424D"/>
                </a:solidFill>
                <a:latin typeface="Arial MT"/>
                <a:cs typeface="Arial MT"/>
              </a:rPr>
              <a:t>and</a:t>
            </a:r>
            <a:r>
              <a:rPr sz="2400" spc="15" dirty="0">
                <a:solidFill>
                  <a:srgbClr val="46424D"/>
                </a:solidFill>
                <a:latin typeface="Arial MT"/>
                <a:cs typeface="Arial MT"/>
              </a:rPr>
              <a:t> </a:t>
            </a:r>
            <a:r>
              <a:rPr sz="2400" dirty="0">
                <a:solidFill>
                  <a:srgbClr val="46424D"/>
                </a:solidFill>
                <a:latin typeface="Arial MT"/>
                <a:cs typeface="Arial MT"/>
              </a:rPr>
              <a:t>the </a:t>
            </a:r>
            <a:r>
              <a:rPr sz="2400" spc="5" dirty="0">
                <a:solidFill>
                  <a:srgbClr val="46424D"/>
                </a:solidFill>
                <a:latin typeface="Arial MT"/>
                <a:cs typeface="Arial MT"/>
              </a:rPr>
              <a:t> </a:t>
            </a:r>
            <a:r>
              <a:rPr sz="2400" spc="-5" dirty="0">
                <a:solidFill>
                  <a:srgbClr val="46424D"/>
                </a:solidFill>
                <a:latin typeface="Arial MT"/>
                <a:cs typeface="Arial MT"/>
              </a:rPr>
              <a:t>practices</a:t>
            </a:r>
            <a:r>
              <a:rPr sz="2400" spc="5" dirty="0">
                <a:solidFill>
                  <a:srgbClr val="46424D"/>
                </a:solidFill>
                <a:latin typeface="Arial MT"/>
                <a:cs typeface="Arial MT"/>
              </a:rPr>
              <a:t> </a:t>
            </a:r>
            <a:r>
              <a:rPr sz="2400" spc="-5" dirty="0">
                <a:solidFill>
                  <a:srgbClr val="46424D"/>
                </a:solidFill>
                <a:latin typeface="Arial MT"/>
                <a:cs typeface="Arial MT"/>
              </a:rPr>
              <a:t>used</a:t>
            </a:r>
            <a:r>
              <a:rPr sz="2400" spc="15" dirty="0">
                <a:solidFill>
                  <a:srgbClr val="46424D"/>
                </a:solidFill>
                <a:latin typeface="Arial MT"/>
                <a:cs typeface="Arial MT"/>
              </a:rPr>
              <a:t> </a:t>
            </a:r>
            <a:r>
              <a:rPr sz="2400" spc="-5" dirty="0">
                <a:solidFill>
                  <a:srgbClr val="46424D"/>
                </a:solidFill>
                <a:latin typeface="Arial MT"/>
                <a:cs typeface="Arial MT"/>
              </a:rPr>
              <a:t>in</a:t>
            </a:r>
            <a:r>
              <a:rPr sz="2400" dirty="0">
                <a:solidFill>
                  <a:srgbClr val="46424D"/>
                </a:solidFill>
                <a:latin typeface="Arial MT"/>
                <a:cs typeface="Arial MT"/>
              </a:rPr>
              <a:t> </a:t>
            </a:r>
            <a:r>
              <a:rPr sz="2400" spc="-5" dirty="0">
                <a:solidFill>
                  <a:srgbClr val="46424D"/>
                </a:solidFill>
                <a:latin typeface="Arial MT"/>
                <a:cs typeface="Arial MT"/>
              </a:rPr>
              <a:t>agile</a:t>
            </a:r>
            <a:r>
              <a:rPr sz="2400" spc="25" dirty="0">
                <a:solidFill>
                  <a:srgbClr val="46424D"/>
                </a:solidFill>
                <a:latin typeface="Arial MT"/>
                <a:cs typeface="Arial MT"/>
              </a:rPr>
              <a:t> </a:t>
            </a:r>
            <a:r>
              <a:rPr sz="2400" spc="-5" dirty="0">
                <a:solidFill>
                  <a:srgbClr val="46424D"/>
                </a:solidFill>
                <a:latin typeface="Arial MT"/>
                <a:cs typeface="Arial MT"/>
              </a:rPr>
              <a:t>methods.</a:t>
            </a:r>
            <a:endParaRPr sz="2400" dirty="0">
              <a:latin typeface="Arial MT"/>
              <a:cs typeface="Arial MT"/>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973455" cy="391160"/>
          </a:xfrm>
          <a:prstGeom prst="rect">
            <a:avLst/>
          </a:prstGeom>
        </p:spPr>
        <p:txBody>
          <a:bodyPr vert="horz" wrap="square" lIns="0" tIns="12700" rIns="0" bIns="0" rtlCol="0">
            <a:spAutoFit/>
          </a:bodyPr>
          <a:lstStyle/>
          <a:p>
            <a:pPr marL="12700">
              <a:lnSpc>
                <a:spcPct val="100000"/>
              </a:lnSpc>
              <a:spcBef>
                <a:spcPts val="100"/>
              </a:spcBef>
            </a:pPr>
            <a:r>
              <a:rPr spc="-5" dirty="0"/>
              <a:t>S</a:t>
            </a:r>
            <a:r>
              <a:rPr spc="-15" dirty="0"/>
              <a:t>c</a:t>
            </a:r>
            <a:r>
              <a:rPr spc="-5" dirty="0"/>
              <a:t>rum</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38</a:t>
            </a:fld>
            <a:endParaRPr dirty="0"/>
          </a:p>
        </p:txBody>
      </p:sp>
      <p:sp>
        <p:nvSpPr>
          <p:cNvPr id="3" name="object 3"/>
          <p:cNvSpPr txBox="1"/>
          <p:nvPr/>
        </p:nvSpPr>
        <p:spPr>
          <a:xfrm>
            <a:off x="535940" y="1626234"/>
            <a:ext cx="8054340" cy="4461510"/>
          </a:xfrm>
          <a:prstGeom prst="rect">
            <a:avLst/>
          </a:prstGeom>
        </p:spPr>
        <p:txBody>
          <a:bodyPr vert="horz" wrap="square" lIns="0" tIns="12700" rIns="0" bIns="0" rtlCol="0">
            <a:spAutoFit/>
          </a:bodyPr>
          <a:lstStyle/>
          <a:p>
            <a:pPr marL="355600" marR="5080" indent="-342900">
              <a:lnSpc>
                <a:spcPct val="100000"/>
              </a:lnSpc>
              <a:spcBef>
                <a:spcPts val="100"/>
              </a:spcBef>
              <a:buFont typeface="Wingdings"/>
              <a:buChar char=""/>
              <a:tabLst>
                <a:tab pos="355600" algn="l"/>
              </a:tabLst>
            </a:pPr>
            <a:r>
              <a:rPr sz="2400" dirty="0">
                <a:solidFill>
                  <a:srgbClr val="46424D"/>
                </a:solidFill>
                <a:latin typeface="Arial MT"/>
                <a:cs typeface="Arial MT"/>
              </a:rPr>
              <a:t>Scrum</a:t>
            </a:r>
            <a:r>
              <a:rPr sz="2400" spc="10" dirty="0">
                <a:solidFill>
                  <a:srgbClr val="46424D"/>
                </a:solidFill>
                <a:latin typeface="Arial MT"/>
                <a:cs typeface="Arial MT"/>
              </a:rPr>
              <a:t> </a:t>
            </a:r>
            <a:r>
              <a:rPr sz="2400" spc="-10" dirty="0">
                <a:solidFill>
                  <a:srgbClr val="46424D"/>
                </a:solidFill>
                <a:latin typeface="Arial MT"/>
                <a:cs typeface="Arial MT"/>
              </a:rPr>
              <a:t>is</a:t>
            </a:r>
            <a:r>
              <a:rPr sz="2400" spc="5" dirty="0">
                <a:solidFill>
                  <a:srgbClr val="46424D"/>
                </a:solidFill>
                <a:latin typeface="Arial MT"/>
                <a:cs typeface="Arial MT"/>
              </a:rPr>
              <a:t> </a:t>
            </a:r>
            <a:r>
              <a:rPr sz="2400" spc="-5" dirty="0">
                <a:solidFill>
                  <a:srgbClr val="46424D"/>
                </a:solidFill>
                <a:latin typeface="Arial MT"/>
                <a:cs typeface="Arial MT"/>
              </a:rPr>
              <a:t>an</a:t>
            </a:r>
            <a:r>
              <a:rPr sz="2400" dirty="0">
                <a:solidFill>
                  <a:srgbClr val="46424D"/>
                </a:solidFill>
                <a:latin typeface="Arial MT"/>
                <a:cs typeface="Arial MT"/>
              </a:rPr>
              <a:t> </a:t>
            </a:r>
            <a:r>
              <a:rPr sz="2400" spc="-5" dirty="0">
                <a:solidFill>
                  <a:srgbClr val="46424D"/>
                </a:solidFill>
                <a:latin typeface="Arial MT"/>
                <a:cs typeface="Arial MT"/>
              </a:rPr>
              <a:t>agile</a:t>
            </a:r>
            <a:r>
              <a:rPr sz="2400" spc="30" dirty="0">
                <a:solidFill>
                  <a:srgbClr val="46424D"/>
                </a:solidFill>
                <a:latin typeface="Arial MT"/>
                <a:cs typeface="Arial MT"/>
              </a:rPr>
              <a:t> </a:t>
            </a:r>
            <a:r>
              <a:rPr sz="2400" spc="-5" dirty="0">
                <a:solidFill>
                  <a:srgbClr val="46424D"/>
                </a:solidFill>
                <a:latin typeface="Arial MT"/>
                <a:cs typeface="Arial MT"/>
              </a:rPr>
              <a:t>method</a:t>
            </a:r>
            <a:r>
              <a:rPr sz="2400" spc="10" dirty="0">
                <a:solidFill>
                  <a:srgbClr val="46424D"/>
                </a:solidFill>
                <a:latin typeface="Arial MT"/>
                <a:cs typeface="Arial MT"/>
              </a:rPr>
              <a:t> </a:t>
            </a:r>
            <a:r>
              <a:rPr sz="2400" dirty="0">
                <a:solidFill>
                  <a:srgbClr val="46424D"/>
                </a:solidFill>
                <a:latin typeface="Arial MT"/>
                <a:cs typeface="Arial MT"/>
              </a:rPr>
              <a:t>that</a:t>
            </a:r>
            <a:r>
              <a:rPr sz="2400" spc="-15" dirty="0">
                <a:solidFill>
                  <a:srgbClr val="46424D"/>
                </a:solidFill>
                <a:latin typeface="Arial MT"/>
                <a:cs typeface="Arial MT"/>
              </a:rPr>
              <a:t> </a:t>
            </a:r>
            <a:r>
              <a:rPr sz="2400" dirty="0">
                <a:solidFill>
                  <a:srgbClr val="46424D"/>
                </a:solidFill>
                <a:latin typeface="Arial MT"/>
                <a:cs typeface="Arial MT"/>
              </a:rPr>
              <a:t>focuses </a:t>
            </a:r>
            <a:r>
              <a:rPr sz="2400" spc="-5" dirty="0">
                <a:solidFill>
                  <a:srgbClr val="46424D"/>
                </a:solidFill>
                <a:latin typeface="Arial MT"/>
                <a:cs typeface="Arial MT"/>
              </a:rPr>
              <a:t>on</a:t>
            </a:r>
            <a:r>
              <a:rPr sz="2400" spc="10" dirty="0">
                <a:solidFill>
                  <a:srgbClr val="46424D"/>
                </a:solidFill>
                <a:latin typeface="Arial MT"/>
                <a:cs typeface="Arial MT"/>
              </a:rPr>
              <a:t> </a:t>
            </a:r>
            <a:r>
              <a:rPr sz="2400" spc="-5" dirty="0">
                <a:solidFill>
                  <a:srgbClr val="46424D"/>
                </a:solidFill>
                <a:latin typeface="Arial MT"/>
                <a:cs typeface="Arial MT"/>
              </a:rPr>
              <a:t>managing </a:t>
            </a:r>
            <a:r>
              <a:rPr sz="2400" dirty="0">
                <a:solidFill>
                  <a:srgbClr val="46424D"/>
                </a:solidFill>
                <a:latin typeface="Arial MT"/>
                <a:cs typeface="Arial MT"/>
              </a:rPr>
              <a:t> iterative</a:t>
            </a:r>
            <a:r>
              <a:rPr sz="2400" spc="10" dirty="0">
                <a:solidFill>
                  <a:srgbClr val="46424D"/>
                </a:solidFill>
                <a:latin typeface="Arial MT"/>
                <a:cs typeface="Arial MT"/>
              </a:rPr>
              <a:t> </a:t>
            </a:r>
            <a:r>
              <a:rPr sz="2400" spc="-5" dirty="0">
                <a:solidFill>
                  <a:srgbClr val="46424D"/>
                </a:solidFill>
                <a:latin typeface="Arial MT"/>
                <a:cs typeface="Arial MT"/>
              </a:rPr>
              <a:t>development</a:t>
            </a:r>
            <a:r>
              <a:rPr sz="2400" spc="45" dirty="0">
                <a:solidFill>
                  <a:srgbClr val="46424D"/>
                </a:solidFill>
                <a:latin typeface="Arial MT"/>
                <a:cs typeface="Arial MT"/>
              </a:rPr>
              <a:t> </a:t>
            </a:r>
            <a:r>
              <a:rPr sz="2400" dirty="0">
                <a:solidFill>
                  <a:srgbClr val="46424D"/>
                </a:solidFill>
                <a:latin typeface="Arial MT"/>
                <a:cs typeface="Arial MT"/>
              </a:rPr>
              <a:t>rather</a:t>
            </a:r>
            <a:r>
              <a:rPr sz="2400" spc="15" dirty="0">
                <a:solidFill>
                  <a:srgbClr val="46424D"/>
                </a:solidFill>
                <a:latin typeface="Arial MT"/>
                <a:cs typeface="Arial MT"/>
              </a:rPr>
              <a:t> </a:t>
            </a:r>
            <a:r>
              <a:rPr sz="2400" spc="-5" dirty="0">
                <a:solidFill>
                  <a:srgbClr val="46424D"/>
                </a:solidFill>
                <a:latin typeface="Arial MT"/>
                <a:cs typeface="Arial MT"/>
              </a:rPr>
              <a:t>than</a:t>
            </a:r>
            <a:r>
              <a:rPr sz="2400" spc="15" dirty="0">
                <a:solidFill>
                  <a:srgbClr val="46424D"/>
                </a:solidFill>
                <a:latin typeface="Arial MT"/>
                <a:cs typeface="Arial MT"/>
              </a:rPr>
              <a:t> </a:t>
            </a:r>
            <a:r>
              <a:rPr sz="2400" spc="-5" dirty="0">
                <a:solidFill>
                  <a:srgbClr val="46424D"/>
                </a:solidFill>
                <a:latin typeface="Arial MT"/>
                <a:cs typeface="Arial MT"/>
              </a:rPr>
              <a:t>specific</a:t>
            </a:r>
            <a:r>
              <a:rPr sz="2400" spc="30" dirty="0">
                <a:solidFill>
                  <a:srgbClr val="46424D"/>
                </a:solidFill>
                <a:latin typeface="Arial MT"/>
                <a:cs typeface="Arial MT"/>
              </a:rPr>
              <a:t> </a:t>
            </a:r>
            <a:r>
              <a:rPr sz="2400" spc="-5" dirty="0">
                <a:solidFill>
                  <a:srgbClr val="46424D"/>
                </a:solidFill>
                <a:latin typeface="Arial MT"/>
                <a:cs typeface="Arial MT"/>
              </a:rPr>
              <a:t>agile</a:t>
            </a:r>
            <a:r>
              <a:rPr sz="2400" spc="40" dirty="0">
                <a:solidFill>
                  <a:srgbClr val="46424D"/>
                </a:solidFill>
                <a:latin typeface="Arial MT"/>
                <a:cs typeface="Arial MT"/>
              </a:rPr>
              <a:t> </a:t>
            </a:r>
            <a:r>
              <a:rPr sz="2400" spc="-5" dirty="0">
                <a:solidFill>
                  <a:srgbClr val="46424D"/>
                </a:solidFill>
                <a:latin typeface="Arial MT"/>
                <a:cs typeface="Arial MT"/>
              </a:rPr>
              <a:t>practices.</a:t>
            </a:r>
            <a:endParaRPr sz="2400" dirty="0">
              <a:latin typeface="Arial MT"/>
              <a:cs typeface="Arial MT"/>
            </a:endParaRPr>
          </a:p>
          <a:p>
            <a:pPr marL="355600" indent="-342900">
              <a:lnSpc>
                <a:spcPct val="100000"/>
              </a:lnSpc>
              <a:spcBef>
                <a:spcPts val="1200"/>
              </a:spcBef>
              <a:buFont typeface="Wingdings"/>
              <a:buChar char=""/>
              <a:tabLst>
                <a:tab pos="355600" algn="l"/>
              </a:tabLst>
            </a:pPr>
            <a:r>
              <a:rPr sz="2400" dirty="0">
                <a:solidFill>
                  <a:srgbClr val="46424D"/>
                </a:solidFill>
                <a:latin typeface="Arial MT"/>
                <a:cs typeface="Arial MT"/>
              </a:rPr>
              <a:t>There</a:t>
            </a:r>
            <a:r>
              <a:rPr sz="2400" spc="-10" dirty="0">
                <a:solidFill>
                  <a:srgbClr val="46424D"/>
                </a:solidFill>
                <a:latin typeface="Arial MT"/>
                <a:cs typeface="Arial MT"/>
              </a:rPr>
              <a:t> </a:t>
            </a:r>
            <a:r>
              <a:rPr sz="2400" dirty="0">
                <a:solidFill>
                  <a:srgbClr val="46424D"/>
                </a:solidFill>
                <a:latin typeface="Arial MT"/>
                <a:cs typeface="Arial MT"/>
              </a:rPr>
              <a:t>are</a:t>
            </a:r>
            <a:r>
              <a:rPr sz="2400" spc="-5" dirty="0">
                <a:solidFill>
                  <a:srgbClr val="46424D"/>
                </a:solidFill>
                <a:latin typeface="Arial MT"/>
                <a:cs typeface="Arial MT"/>
              </a:rPr>
              <a:t> </a:t>
            </a:r>
            <a:r>
              <a:rPr sz="2400" dirty="0">
                <a:solidFill>
                  <a:srgbClr val="46424D"/>
                </a:solidFill>
                <a:latin typeface="Arial MT"/>
                <a:cs typeface="Arial MT"/>
              </a:rPr>
              <a:t>three</a:t>
            </a:r>
            <a:r>
              <a:rPr sz="2400" spc="-10" dirty="0">
                <a:solidFill>
                  <a:srgbClr val="46424D"/>
                </a:solidFill>
                <a:latin typeface="Arial MT"/>
                <a:cs typeface="Arial MT"/>
              </a:rPr>
              <a:t> </a:t>
            </a:r>
            <a:r>
              <a:rPr sz="2400" spc="-5" dirty="0">
                <a:solidFill>
                  <a:srgbClr val="46424D"/>
                </a:solidFill>
                <a:latin typeface="Arial MT"/>
                <a:cs typeface="Arial MT"/>
              </a:rPr>
              <a:t>phases</a:t>
            </a:r>
            <a:r>
              <a:rPr sz="2400" spc="10" dirty="0">
                <a:solidFill>
                  <a:srgbClr val="46424D"/>
                </a:solidFill>
                <a:latin typeface="Arial MT"/>
                <a:cs typeface="Arial MT"/>
              </a:rPr>
              <a:t> </a:t>
            </a:r>
            <a:r>
              <a:rPr sz="2400" dirty="0">
                <a:solidFill>
                  <a:srgbClr val="46424D"/>
                </a:solidFill>
                <a:latin typeface="Arial MT"/>
                <a:cs typeface="Arial MT"/>
              </a:rPr>
              <a:t>in</a:t>
            </a:r>
            <a:r>
              <a:rPr sz="2400" spc="-5" dirty="0">
                <a:solidFill>
                  <a:srgbClr val="46424D"/>
                </a:solidFill>
                <a:latin typeface="Arial MT"/>
                <a:cs typeface="Arial MT"/>
              </a:rPr>
              <a:t> </a:t>
            </a:r>
            <a:r>
              <a:rPr sz="2400" dirty="0">
                <a:solidFill>
                  <a:srgbClr val="46424D"/>
                </a:solidFill>
                <a:latin typeface="Arial MT"/>
                <a:cs typeface="Arial MT"/>
              </a:rPr>
              <a:t>Scrum.</a:t>
            </a:r>
            <a:endParaRPr sz="2400" dirty="0">
              <a:latin typeface="Arial MT"/>
              <a:cs typeface="Arial MT"/>
            </a:endParaRPr>
          </a:p>
          <a:p>
            <a:pPr marL="756285" marR="393065" lvl="1" indent="-287020">
              <a:lnSpc>
                <a:spcPct val="100000"/>
              </a:lnSpc>
              <a:spcBef>
                <a:spcPts val="905"/>
              </a:spcBef>
              <a:buFont typeface="Wingdings"/>
              <a:buChar char=""/>
              <a:tabLst>
                <a:tab pos="756285" algn="l"/>
                <a:tab pos="756920" algn="l"/>
              </a:tabLst>
            </a:pPr>
            <a:r>
              <a:rPr sz="2000" dirty="0">
                <a:solidFill>
                  <a:srgbClr val="46424D"/>
                </a:solidFill>
                <a:latin typeface="Arial MT"/>
                <a:cs typeface="Arial MT"/>
              </a:rPr>
              <a:t>The initial phase is an outline planning phase where you </a:t>
            </a:r>
            <a:r>
              <a:rPr sz="2000" spc="5" dirty="0">
                <a:solidFill>
                  <a:srgbClr val="46424D"/>
                </a:solidFill>
                <a:latin typeface="Arial MT"/>
                <a:cs typeface="Arial MT"/>
              </a:rPr>
              <a:t> </a:t>
            </a:r>
            <a:r>
              <a:rPr sz="2000" dirty="0">
                <a:solidFill>
                  <a:srgbClr val="46424D"/>
                </a:solidFill>
                <a:latin typeface="Arial MT"/>
                <a:cs typeface="Arial MT"/>
              </a:rPr>
              <a:t>establish</a:t>
            </a:r>
            <a:r>
              <a:rPr sz="2000" spc="-25" dirty="0">
                <a:solidFill>
                  <a:srgbClr val="46424D"/>
                </a:solidFill>
                <a:latin typeface="Arial MT"/>
                <a:cs typeface="Arial MT"/>
              </a:rPr>
              <a:t> </a:t>
            </a:r>
            <a:r>
              <a:rPr sz="2000" dirty="0">
                <a:solidFill>
                  <a:srgbClr val="46424D"/>
                </a:solidFill>
                <a:latin typeface="Arial MT"/>
                <a:cs typeface="Arial MT"/>
              </a:rPr>
              <a:t>the</a:t>
            </a:r>
            <a:r>
              <a:rPr sz="2000" spc="-20" dirty="0">
                <a:solidFill>
                  <a:srgbClr val="46424D"/>
                </a:solidFill>
                <a:latin typeface="Arial MT"/>
                <a:cs typeface="Arial MT"/>
              </a:rPr>
              <a:t> </a:t>
            </a:r>
            <a:r>
              <a:rPr sz="2000" dirty="0">
                <a:solidFill>
                  <a:srgbClr val="46424D"/>
                </a:solidFill>
                <a:latin typeface="Arial MT"/>
                <a:cs typeface="Arial MT"/>
              </a:rPr>
              <a:t>general</a:t>
            </a:r>
            <a:r>
              <a:rPr sz="2000" spc="-35" dirty="0">
                <a:solidFill>
                  <a:srgbClr val="46424D"/>
                </a:solidFill>
                <a:latin typeface="Arial MT"/>
                <a:cs typeface="Arial MT"/>
              </a:rPr>
              <a:t> </a:t>
            </a:r>
            <a:r>
              <a:rPr sz="2000" dirty="0">
                <a:solidFill>
                  <a:srgbClr val="46424D"/>
                </a:solidFill>
                <a:latin typeface="Arial MT"/>
                <a:cs typeface="Arial MT"/>
              </a:rPr>
              <a:t>objectives</a:t>
            </a:r>
            <a:r>
              <a:rPr sz="2000" spc="-15" dirty="0">
                <a:solidFill>
                  <a:srgbClr val="46424D"/>
                </a:solidFill>
                <a:latin typeface="Arial MT"/>
                <a:cs typeface="Arial MT"/>
              </a:rPr>
              <a:t> </a:t>
            </a:r>
            <a:r>
              <a:rPr sz="2000" dirty="0">
                <a:solidFill>
                  <a:srgbClr val="46424D"/>
                </a:solidFill>
                <a:latin typeface="Arial MT"/>
                <a:cs typeface="Arial MT"/>
              </a:rPr>
              <a:t>for</a:t>
            </a:r>
            <a:r>
              <a:rPr sz="2000" spc="-30" dirty="0">
                <a:solidFill>
                  <a:srgbClr val="46424D"/>
                </a:solidFill>
                <a:latin typeface="Arial MT"/>
                <a:cs typeface="Arial MT"/>
              </a:rPr>
              <a:t> </a:t>
            </a:r>
            <a:r>
              <a:rPr sz="2000" dirty="0">
                <a:solidFill>
                  <a:srgbClr val="46424D"/>
                </a:solidFill>
                <a:latin typeface="Arial MT"/>
                <a:cs typeface="Arial MT"/>
              </a:rPr>
              <a:t>the</a:t>
            </a:r>
            <a:r>
              <a:rPr sz="2000" spc="-5" dirty="0">
                <a:solidFill>
                  <a:srgbClr val="46424D"/>
                </a:solidFill>
                <a:latin typeface="Arial MT"/>
                <a:cs typeface="Arial MT"/>
              </a:rPr>
              <a:t> </a:t>
            </a:r>
            <a:r>
              <a:rPr sz="2000" dirty="0">
                <a:solidFill>
                  <a:srgbClr val="46424D"/>
                </a:solidFill>
                <a:latin typeface="Arial MT"/>
                <a:cs typeface="Arial MT"/>
              </a:rPr>
              <a:t>project</a:t>
            </a:r>
            <a:r>
              <a:rPr sz="2000" spc="-45" dirty="0">
                <a:solidFill>
                  <a:srgbClr val="46424D"/>
                </a:solidFill>
                <a:latin typeface="Arial MT"/>
                <a:cs typeface="Arial MT"/>
              </a:rPr>
              <a:t> </a:t>
            </a:r>
            <a:r>
              <a:rPr sz="2000" dirty="0">
                <a:solidFill>
                  <a:srgbClr val="46424D"/>
                </a:solidFill>
                <a:latin typeface="Arial MT"/>
                <a:cs typeface="Arial MT"/>
              </a:rPr>
              <a:t>and</a:t>
            </a:r>
            <a:r>
              <a:rPr sz="2000" spc="-15" dirty="0">
                <a:solidFill>
                  <a:srgbClr val="46424D"/>
                </a:solidFill>
                <a:latin typeface="Arial MT"/>
                <a:cs typeface="Arial MT"/>
              </a:rPr>
              <a:t> </a:t>
            </a:r>
            <a:r>
              <a:rPr sz="2000" dirty="0">
                <a:solidFill>
                  <a:srgbClr val="46424D"/>
                </a:solidFill>
                <a:latin typeface="Arial MT"/>
                <a:cs typeface="Arial MT"/>
              </a:rPr>
              <a:t>design</a:t>
            </a:r>
            <a:r>
              <a:rPr sz="2000" spc="-15" dirty="0">
                <a:solidFill>
                  <a:srgbClr val="46424D"/>
                </a:solidFill>
                <a:latin typeface="Arial MT"/>
                <a:cs typeface="Arial MT"/>
              </a:rPr>
              <a:t> </a:t>
            </a:r>
            <a:r>
              <a:rPr sz="2000" dirty="0">
                <a:solidFill>
                  <a:srgbClr val="46424D"/>
                </a:solidFill>
                <a:latin typeface="Arial MT"/>
                <a:cs typeface="Arial MT"/>
              </a:rPr>
              <a:t>the </a:t>
            </a:r>
            <a:r>
              <a:rPr sz="2000" spc="-540" dirty="0">
                <a:solidFill>
                  <a:srgbClr val="46424D"/>
                </a:solidFill>
                <a:latin typeface="Arial MT"/>
                <a:cs typeface="Arial MT"/>
              </a:rPr>
              <a:t> </a:t>
            </a:r>
            <a:r>
              <a:rPr sz="2000" dirty="0">
                <a:solidFill>
                  <a:srgbClr val="46424D"/>
                </a:solidFill>
                <a:latin typeface="Arial MT"/>
                <a:cs typeface="Arial MT"/>
              </a:rPr>
              <a:t>software</a:t>
            </a:r>
            <a:r>
              <a:rPr sz="2000" spc="-45" dirty="0">
                <a:solidFill>
                  <a:srgbClr val="46424D"/>
                </a:solidFill>
                <a:latin typeface="Arial MT"/>
                <a:cs typeface="Arial MT"/>
              </a:rPr>
              <a:t> </a:t>
            </a:r>
            <a:r>
              <a:rPr sz="2000" dirty="0">
                <a:solidFill>
                  <a:srgbClr val="46424D"/>
                </a:solidFill>
                <a:latin typeface="Arial MT"/>
                <a:cs typeface="Arial MT"/>
              </a:rPr>
              <a:t>architecture.</a:t>
            </a:r>
            <a:endParaRPr sz="2000" dirty="0">
              <a:latin typeface="Arial MT"/>
              <a:cs typeface="Arial MT"/>
            </a:endParaRPr>
          </a:p>
          <a:p>
            <a:pPr marL="756285" lvl="1" indent="-287020">
              <a:lnSpc>
                <a:spcPct val="100000"/>
              </a:lnSpc>
              <a:spcBef>
                <a:spcPts val="600"/>
              </a:spcBef>
              <a:buFont typeface="Wingdings"/>
              <a:buChar char=""/>
              <a:tabLst>
                <a:tab pos="756285" algn="l"/>
                <a:tab pos="756920" algn="l"/>
              </a:tabLst>
            </a:pPr>
            <a:r>
              <a:rPr sz="2000" dirty="0">
                <a:solidFill>
                  <a:srgbClr val="46424D"/>
                </a:solidFill>
                <a:latin typeface="Arial MT"/>
                <a:cs typeface="Arial MT"/>
              </a:rPr>
              <a:t>This</a:t>
            </a:r>
            <a:r>
              <a:rPr sz="2000" spc="-15" dirty="0">
                <a:solidFill>
                  <a:srgbClr val="46424D"/>
                </a:solidFill>
                <a:latin typeface="Arial MT"/>
                <a:cs typeface="Arial MT"/>
              </a:rPr>
              <a:t> </a:t>
            </a:r>
            <a:r>
              <a:rPr sz="2000" dirty="0">
                <a:solidFill>
                  <a:srgbClr val="46424D"/>
                </a:solidFill>
                <a:latin typeface="Arial MT"/>
                <a:cs typeface="Arial MT"/>
              </a:rPr>
              <a:t>is</a:t>
            </a:r>
            <a:r>
              <a:rPr sz="2000" spc="5" dirty="0">
                <a:solidFill>
                  <a:srgbClr val="46424D"/>
                </a:solidFill>
                <a:latin typeface="Arial MT"/>
                <a:cs typeface="Arial MT"/>
              </a:rPr>
              <a:t> </a:t>
            </a:r>
            <a:r>
              <a:rPr sz="2000" dirty="0">
                <a:solidFill>
                  <a:srgbClr val="46424D"/>
                </a:solidFill>
                <a:latin typeface="Arial MT"/>
                <a:cs typeface="Arial MT"/>
              </a:rPr>
              <a:t>followed</a:t>
            </a:r>
            <a:r>
              <a:rPr sz="2000" spc="-10" dirty="0">
                <a:solidFill>
                  <a:srgbClr val="46424D"/>
                </a:solidFill>
                <a:latin typeface="Arial MT"/>
                <a:cs typeface="Arial MT"/>
              </a:rPr>
              <a:t> </a:t>
            </a:r>
            <a:r>
              <a:rPr sz="2000" dirty="0">
                <a:solidFill>
                  <a:srgbClr val="46424D"/>
                </a:solidFill>
                <a:latin typeface="Arial MT"/>
                <a:cs typeface="Arial MT"/>
              </a:rPr>
              <a:t>by a</a:t>
            </a:r>
            <a:r>
              <a:rPr sz="2000" spc="-5" dirty="0">
                <a:solidFill>
                  <a:srgbClr val="46424D"/>
                </a:solidFill>
                <a:latin typeface="Arial MT"/>
                <a:cs typeface="Arial MT"/>
              </a:rPr>
              <a:t> </a:t>
            </a:r>
            <a:r>
              <a:rPr sz="2000" dirty="0">
                <a:solidFill>
                  <a:srgbClr val="46424D"/>
                </a:solidFill>
                <a:latin typeface="Arial MT"/>
                <a:cs typeface="Arial MT"/>
              </a:rPr>
              <a:t>series</a:t>
            </a:r>
            <a:r>
              <a:rPr sz="2000" spc="-20" dirty="0">
                <a:solidFill>
                  <a:srgbClr val="46424D"/>
                </a:solidFill>
                <a:latin typeface="Arial MT"/>
                <a:cs typeface="Arial MT"/>
              </a:rPr>
              <a:t> </a:t>
            </a:r>
            <a:r>
              <a:rPr sz="2000" dirty="0">
                <a:solidFill>
                  <a:srgbClr val="46424D"/>
                </a:solidFill>
                <a:latin typeface="Arial MT"/>
                <a:cs typeface="Arial MT"/>
              </a:rPr>
              <a:t>of</a:t>
            </a:r>
            <a:r>
              <a:rPr sz="2000" spc="-25" dirty="0">
                <a:solidFill>
                  <a:srgbClr val="46424D"/>
                </a:solidFill>
                <a:latin typeface="Arial MT"/>
                <a:cs typeface="Arial MT"/>
              </a:rPr>
              <a:t> </a:t>
            </a:r>
            <a:r>
              <a:rPr sz="2000" dirty="0">
                <a:solidFill>
                  <a:srgbClr val="46424D"/>
                </a:solidFill>
                <a:latin typeface="Arial MT"/>
                <a:cs typeface="Arial MT"/>
              </a:rPr>
              <a:t>sprint</a:t>
            </a:r>
            <a:r>
              <a:rPr sz="2000" spc="-30" dirty="0">
                <a:solidFill>
                  <a:srgbClr val="46424D"/>
                </a:solidFill>
                <a:latin typeface="Arial MT"/>
                <a:cs typeface="Arial MT"/>
              </a:rPr>
              <a:t> </a:t>
            </a:r>
            <a:r>
              <a:rPr sz="2000" dirty="0">
                <a:solidFill>
                  <a:srgbClr val="46424D"/>
                </a:solidFill>
                <a:latin typeface="Arial MT"/>
                <a:cs typeface="Arial MT"/>
              </a:rPr>
              <a:t>cycles,</a:t>
            </a:r>
            <a:r>
              <a:rPr sz="2000" spc="-30" dirty="0">
                <a:solidFill>
                  <a:srgbClr val="46424D"/>
                </a:solidFill>
                <a:latin typeface="Arial MT"/>
                <a:cs typeface="Arial MT"/>
              </a:rPr>
              <a:t> </a:t>
            </a:r>
            <a:r>
              <a:rPr sz="2000" dirty="0">
                <a:solidFill>
                  <a:srgbClr val="46424D"/>
                </a:solidFill>
                <a:latin typeface="Arial MT"/>
                <a:cs typeface="Arial MT"/>
              </a:rPr>
              <a:t>where</a:t>
            </a:r>
            <a:r>
              <a:rPr sz="2000" spc="-25" dirty="0">
                <a:solidFill>
                  <a:srgbClr val="46424D"/>
                </a:solidFill>
                <a:latin typeface="Arial MT"/>
                <a:cs typeface="Arial MT"/>
              </a:rPr>
              <a:t> </a:t>
            </a:r>
            <a:r>
              <a:rPr sz="2000" dirty="0">
                <a:solidFill>
                  <a:srgbClr val="46424D"/>
                </a:solidFill>
                <a:latin typeface="Arial MT"/>
                <a:cs typeface="Arial MT"/>
              </a:rPr>
              <a:t>each</a:t>
            </a:r>
            <a:r>
              <a:rPr sz="2000" spc="-10" dirty="0">
                <a:solidFill>
                  <a:srgbClr val="46424D"/>
                </a:solidFill>
                <a:latin typeface="Arial MT"/>
                <a:cs typeface="Arial MT"/>
              </a:rPr>
              <a:t> </a:t>
            </a:r>
            <a:r>
              <a:rPr sz="2000" dirty="0">
                <a:solidFill>
                  <a:srgbClr val="46424D"/>
                </a:solidFill>
                <a:latin typeface="Arial MT"/>
                <a:cs typeface="Arial MT"/>
              </a:rPr>
              <a:t>cycle</a:t>
            </a:r>
            <a:endParaRPr sz="2000" dirty="0">
              <a:latin typeface="Arial MT"/>
              <a:cs typeface="Arial MT"/>
            </a:endParaRPr>
          </a:p>
          <a:p>
            <a:pPr marL="756285">
              <a:lnSpc>
                <a:spcPct val="100000"/>
              </a:lnSpc>
              <a:spcBef>
                <a:spcPts val="5"/>
              </a:spcBef>
            </a:pPr>
            <a:r>
              <a:rPr sz="2000" dirty="0">
                <a:solidFill>
                  <a:srgbClr val="46424D"/>
                </a:solidFill>
                <a:latin typeface="Arial MT"/>
                <a:cs typeface="Arial MT"/>
              </a:rPr>
              <a:t>develops</a:t>
            </a:r>
            <a:r>
              <a:rPr sz="2000" spc="-25" dirty="0">
                <a:solidFill>
                  <a:srgbClr val="46424D"/>
                </a:solidFill>
                <a:latin typeface="Arial MT"/>
                <a:cs typeface="Arial MT"/>
              </a:rPr>
              <a:t> </a:t>
            </a:r>
            <a:r>
              <a:rPr sz="2000" dirty="0">
                <a:solidFill>
                  <a:srgbClr val="46424D"/>
                </a:solidFill>
                <a:latin typeface="Arial MT"/>
                <a:cs typeface="Arial MT"/>
              </a:rPr>
              <a:t>an</a:t>
            </a:r>
            <a:r>
              <a:rPr sz="2000" spc="-20" dirty="0">
                <a:solidFill>
                  <a:srgbClr val="46424D"/>
                </a:solidFill>
                <a:latin typeface="Arial MT"/>
                <a:cs typeface="Arial MT"/>
              </a:rPr>
              <a:t> </a:t>
            </a:r>
            <a:r>
              <a:rPr sz="2000" dirty="0">
                <a:solidFill>
                  <a:srgbClr val="46424D"/>
                </a:solidFill>
                <a:latin typeface="Arial MT"/>
                <a:cs typeface="Arial MT"/>
              </a:rPr>
              <a:t>increment</a:t>
            </a:r>
            <a:r>
              <a:rPr sz="2000" spc="-55" dirty="0">
                <a:solidFill>
                  <a:srgbClr val="46424D"/>
                </a:solidFill>
                <a:latin typeface="Arial MT"/>
                <a:cs typeface="Arial MT"/>
              </a:rPr>
              <a:t> </a:t>
            </a:r>
            <a:r>
              <a:rPr sz="2000" dirty="0">
                <a:solidFill>
                  <a:srgbClr val="46424D"/>
                </a:solidFill>
                <a:latin typeface="Arial MT"/>
                <a:cs typeface="Arial MT"/>
              </a:rPr>
              <a:t>of</a:t>
            </a:r>
            <a:r>
              <a:rPr sz="2000" spc="-25" dirty="0">
                <a:solidFill>
                  <a:srgbClr val="46424D"/>
                </a:solidFill>
                <a:latin typeface="Arial MT"/>
                <a:cs typeface="Arial MT"/>
              </a:rPr>
              <a:t> </a:t>
            </a:r>
            <a:r>
              <a:rPr sz="2000" dirty="0">
                <a:solidFill>
                  <a:srgbClr val="46424D"/>
                </a:solidFill>
                <a:latin typeface="Arial MT"/>
                <a:cs typeface="Arial MT"/>
              </a:rPr>
              <a:t>the</a:t>
            </a:r>
            <a:r>
              <a:rPr sz="2000" spc="-25" dirty="0">
                <a:solidFill>
                  <a:srgbClr val="46424D"/>
                </a:solidFill>
                <a:latin typeface="Arial MT"/>
                <a:cs typeface="Arial MT"/>
              </a:rPr>
              <a:t> </a:t>
            </a:r>
            <a:r>
              <a:rPr sz="2000" dirty="0">
                <a:solidFill>
                  <a:srgbClr val="46424D"/>
                </a:solidFill>
                <a:latin typeface="Arial MT"/>
                <a:cs typeface="Arial MT"/>
              </a:rPr>
              <a:t>system.</a:t>
            </a:r>
            <a:endParaRPr sz="2000" dirty="0">
              <a:latin typeface="Arial MT"/>
              <a:cs typeface="Arial MT"/>
            </a:endParaRPr>
          </a:p>
          <a:p>
            <a:pPr marL="756285" marR="352425" lvl="1" indent="-287020">
              <a:lnSpc>
                <a:spcPct val="100000"/>
              </a:lnSpc>
              <a:spcBef>
                <a:spcPts val="600"/>
              </a:spcBef>
              <a:buFont typeface="Wingdings"/>
              <a:buChar char=""/>
              <a:tabLst>
                <a:tab pos="756285" algn="l"/>
                <a:tab pos="756920" algn="l"/>
              </a:tabLst>
            </a:pPr>
            <a:r>
              <a:rPr sz="2000" dirty="0">
                <a:solidFill>
                  <a:srgbClr val="46424D"/>
                </a:solidFill>
                <a:latin typeface="Arial MT"/>
                <a:cs typeface="Arial MT"/>
              </a:rPr>
              <a:t>The project closure phase wraps up the project, completes </a:t>
            </a:r>
            <a:r>
              <a:rPr sz="2000" spc="5" dirty="0">
                <a:solidFill>
                  <a:srgbClr val="46424D"/>
                </a:solidFill>
                <a:latin typeface="Arial MT"/>
                <a:cs typeface="Arial MT"/>
              </a:rPr>
              <a:t> </a:t>
            </a:r>
            <a:r>
              <a:rPr sz="2000" dirty="0">
                <a:solidFill>
                  <a:srgbClr val="46424D"/>
                </a:solidFill>
                <a:latin typeface="Arial MT"/>
                <a:cs typeface="Arial MT"/>
              </a:rPr>
              <a:t>required</a:t>
            </a:r>
            <a:r>
              <a:rPr sz="2000" spc="-40" dirty="0">
                <a:solidFill>
                  <a:srgbClr val="46424D"/>
                </a:solidFill>
                <a:latin typeface="Arial MT"/>
                <a:cs typeface="Arial MT"/>
              </a:rPr>
              <a:t> </a:t>
            </a:r>
            <a:r>
              <a:rPr sz="2000" dirty="0">
                <a:solidFill>
                  <a:srgbClr val="46424D"/>
                </a:solidFill>
                <a:latin typeface="Arial MT"/>
                <a:cs typeface="Arial MT"/>
              </a:rPr>
              <a:t>documentation</a:t>
            </a:r>
            <a:r>
              <a:rPr sz="2000" spc="-45" dirty="0">
                <a:solidFill>
                  <a:srgbClr val="46424D"/>
                </a:solidFill>
                <a:latin typeface="Arial MT"/>
                <a:cs typeface="Arial MT"/>
              </a:rPr>
              <a:t> </a:t>
            </a:r>
            <a:r>
              <a:rPr sz="2000" dirty="0">
                <a:solidFill>
                  <a:srgbClr val="46424D"/>
                </a:solidFill>
                <a:latin typeface="Arial MT"/>
                <a:cs typeface="Arial MT"/>
              </a:rPr>
              <a:t>such</a:t>
            </a:r>
            <a:r>
              <a:rPr sz="2000" spc="-25" dirty="0">
                <a:solidFill>
                  <a:srgbClr val="46424D"/>
                </a:solidFill>
                <a:latin typeface="Arial MT"/>
                <a:cs typeface="Arial MT"/>
              </a:rPr>
              <a:t> </a:t>
            </a:r>
            <a:r>
              <a:rPr sz="2000" dirty="0">
                <a:solidFill>
                  <a:srgbClr val="46424D"/>
                </a:solidFill>
                <a:latin typeface="Arial MT"/>
                <a:cs typeface="Arial MT"/>
              </a:rPr>
              <a:t>as</a:t>
            </a:r>
            <a:r>
              <a:rPr sz="2000" spc="-10" dirty="0">
                <a:solidFill>
                  <a:srgbClr val="46424D"/>
                </a:solidFill>
                <a:latin typeface="Arial MT"/>
                <a:cs typeface="Arial MT"/>
              </a:rPr>
              <a:t> </a:t>
            </a:r>
            <a:r>
              <a:rPr sz="2000" dirty="0">
                <a:solidFill>
                  <a:srgbClr val="46424D"/>
                </a:solidFill>
                <a:latin typeface="Arial MT"/>
                <a:cs typeface="Arial MT"/>
              </a:rPr>
              <a:t>system</a:t>
            </a:r>
            <a:r>
              <a:rPr sz="2000" spc="-30" dirty="0">
                <a:solidFill>
                  <a:srgbClr val="46424D"/>
                </a:solidFill>
                <a:latin typeface="Arial MT"/>
                <a:cs typeface="Arial MT"/>
              </a:rPr>
              <a:t> </a:t>
            </a:r>
            <a:r>
              <a:rPr sz="2000" dirty="0">
                <a:solidFill>
                  <a:srgbClr val="46424D"/>
                </a:solidFill>
                <a:latin typeface="Arial MT"/>
                <a:cs typeface="Arial MT"/>
              </a:rPr>
              <a:t>help</a:t>
            </a:r>
            <a:r>
              <a:rPr sz="2000" spc="-15" dirty="0">
                <a:solidFill>
                  <a:srgbClr val="46424D"/>
                </a:solidFill>
                <a:latin typeface="Arial MT"/>
                <a:cs typeface="Arial MT"/>
              </a:rPr>
              <a:t> </a:t>
            </a:r>
            <a:r>
              <a:rPr sz="2000" dirty="0">
                <a:solidFill>
                  <a:srgbClr val="46424D"/>
                </a:solidFill>
                <a:latin typeface="Arial MT"/>
                <a:cs typeface="Arial MT"/>
              </a:rPr>
              <a:t>frames</a:t>
            </a:r>
            <a:r>
              <a:rPr sz="2000" spc="-30" dirty="0">
                <a:solidFill>
                  <a:srgbClr val="46424D"/>
                </a:solidFill>
                <a:latin typeface="Arial MT"/>
                <a:cs typeface="Arial MT"/>
              </a:rPr>
              <a:t> </a:t>
            </a:r>
            <a:r>
              <a:rPr sz="2000" dirty="0">
                <a:solidFill>
                  <a:srgbClr val="46424D"/>
                </a:solidFill>
                <a:latin typeface="Arial MT"/>
                <a:cs typeface="Arial MT"/>
              </a:rPr>
              <a:t>and</a:t>
            </a:r>
            <a:r>
              <a:rPr sz="2000" spc="-15" dirty="0">
                <a:solidFill>
                  <a:srgbClr val="46424D"/>
                </a:solidFill>
                <a:latin typeface="Arial MT"/>
                <a:cs typeface="Arial MT"/>
              </a:rPr>
              <a:t> </a:t>
            </a:r>
            <a:r>
              <a:rPr sz="2000" dirty="0">
                <a:solidFill>
                  <a:srgbClr val="46424D"/>
                </a:solidFill>
                <a:latin typeface="Arial MT"/>
                <a:cs typeface="Arial MT"/>
              </a:rPr>
              <a:t>user </a:t>
            </a:r>
            <a:r>
              <a:rPr sz="2000" spc="-540" dirty="0">
                <a:solidFill>
                  <a:srgbClr val="46424D"/>
                </a:solidFill>
                <a:latin typeface="Arial MT"/>
                <a:cs typeface="Arial MT"/>
              </a:rPr>
              <a:t> </a:t>
            </a:r>
            <a:r>
              <a:rPr sz="2000" dirty="0">
                <a:solidFill>
                  <a:srgbClr val="46424D"/>
                </a:solidFill>
                <a:latin typeface="Arial MT"/>
                <a:cs typeface="Arial MT"/>
              </a:rPr>
              <a:t>manuals</a:t>
            </a:r>
            <a:r>
              <a:rPr sz="2000" spc="-25" dirty="0">
                <a:solidFill>
                  <a:srgbClr val="46424D"/>
                </a:solidFill>
                <a:latin typeface="Arial MT"/>
                <a:cs typeface="Arial MT"/>
              </a:rPr>
              <a:t> </a:t>
            </a:r>
            <a:r>
              <a:rPr sz="2000" dirty="0">
                <a:solidFill>
                  <a:srgbClr val="46424D"/>
                </a:solidFill>
                <a:latin typeface="Arial MT"/>
                <a:cs typeface="Arial MT"/>
              </a:rPr>
              <a:t>and</a:t>
            </a:r>
            <a:r>
              <a:rPr sz="2000" spc="-15" dirty="0">
                <a:solidFill>
                  <a:srgbClr val="46424D"/>
                </a:solidFill>
                <a:latin typeface="Arial MT"/>
                <a:cs typeface="Arial MT"/>
              </a:rPr>
              <a:t> </a:t>
            </a:r>
            <a:r>
              <a:rPr sz="2000" dirty="0">
                <a:solidFill>
                  <a:srgbClr val="46424D"/>
                </a:solidFill>
                <a:latin typeface="Arial MT"/>
                <a:cs typeface="Arial MT"/>
              </a:rPr>
              <a:t>assesses</a:t>
            </a:r>
            <a:r>
              <a:rPr sz="2000" spc="-35" dirty="0">
                <a:solidFill>
                  <a:srgbClr val="46424D"/>
                </a:solidFill>
                <a:latin typeface="Arial MT"/>
                <a:cs typeface="Arial MT"/>
              </a:rPr>
              <a:t> </a:t>
            </a:r>
            <a:r>
              <a:rPr sz="2000" dirty="0">
                <a:solidFill>
                  <a:srgbClr val="46424D"/>
                </a:solidFill>
                <a:latin typeface="Arial MT"/>
                <a:cs typeface="Arial MT"/>
              </a:rPr>
              <a:t>the</a:t>
            </a:r>
            <a:r>
              <a:rPr sz="2000" spc="-15" dirty="0">
                <a:solidFill>
                  <a:srgbClr val="46424D"/>
                </a:solidFill>
                <a:latin typeface="Arial MT"/>
                <a:cs typeface="Arial MT"/>
              </a:rPr>
              <a:t> </a:t>
            </a:r>
            <a:r>
              <a:rPr sz="2000" dirty="0">
                <a:solidFill>
                  <a:srgbClr val="46424D"/>
                </a:solidFill>
                <a:latin typeface="Arial MT"/>
                <a:cs typeface="Arial MT"/>
              </a:rPr>
              <a:t>lessons</a:t>
            </a:r>
            <a:r>
              <a:rPr sz="2000" spc="-35" dirty="0">
                <a:solidFill>
                  <a:srgbClr val="46424D"/>
                </a:solidFill>
                <a:latin typeface="Arial MT"/>
                <a:cs typeface="Arial MT"/>
              </a:rPr>
              <a:t> </a:t>
            </a:r>
            <a:r>
              <a:rPr sz="2000" dirty="0">
                <a:solidFill>
                  <a:srgbClr val="46424D"/>
                </a:solidFill>
                <a:latin typeface="Arial MT"/>
                <a:cs typeface="Arial MT"/>
              </a:rPr>
              <a:t>learned</a:t>
            </a:r>
            <a:r>
              <a:rPr sz="2000" spc="-25" dirty="0">
                <a:solidFill>
                  <a:srgbClr val="46424D"/>
                </a:solidFill>
                <a:latin typeface="Arial MT"/>
                <a:cs typeface="Arial MT"/>
              </a:rPr>
              <a:t> </a:t>
            </a:r>
            <a:r>
              <a:rPr sz="2000" dirty="0">
                <a:solidFill>
                  <a:srgbClr val="46424D"/>
                </a:solidFill>
                <a:latin typeface="Arial MT"/>
                <a:cs typeface="Arial MT"/>
              </a:rPr>
              <a:t>from</a:t>
            </a:r>
            <a:r>
              <a:rPr sz="2000" spc="-25" dirty="0">
                <a:solidFill>
                  <a:srgbClr val="46424D"/>
                </a:solidFill>
                <a:latin typeface="Arial MT"/>
                <a:cs typeface="Arial MT"/>
              </a:rPr>
              <a:t> </a:t>
            </a:r>
            <a:r>
              <a:rPr sz="2000" dirty="0">
                <a:solidFill>
                  <a:srgbClr val="46424D"/>
                </a:solidFill>
                <a:latin typeface="Arial MT"/>
                <a:cs typeface="Arial MT"/>
              </a:rPr>
              <a:t>the</a:t>
            </a:r>
            <a:r>
              <a:rPr sz="2000" spc="-20" dirty="0">
                <a:solidFill>
                  <a:srgbClr val="46424D"/>
                </a:solidFill>
                <a:latin typeface="Arial MT"/>
                <a:cs typeface="Arial MT"/>
              </a:rPr>
              <a:t> </a:t>
            </a:r>
            <a:r>
              <a:rPr sz="2000" dirty="0">
                <a:solidFill>
                  <a:srgbClr val="46424D"/>
                </a:solidFill>
                <a:latin typeface="Arial MT"/>
                <a:cs typeface="Arial MT"/>
              </a:rPr>
              <a:t>project.</a:t>
            </a:r>
            <a:endParaRPr sz="2000" dirty="0">
              <a:latin typeface="Arial MT"/>
              <a:cs typeface="Arial MT"/>
            </a:endParaRPr>
          </a:p>
          <a:p>
            <a:pPr marL="12700">
              <a:lnSpc>
                <a:spcPct val="100000"/>
              </a:lnSpc>
              <a:spcBef>
                <a:spcPts val="894"/>
              </a:spcBef>
            </a:pPr>
            <a:r>
              <a:rPr sz="2400" dirty="0">
                <a:solidFill>
                  <a:srgbClr val="46424D"/>
                </a:solidFill>
                <a:latin typeface="Wingdings"/>
                <a:cs typeface="Wingdings"/>
              </a:rPr>
              <a:t></a:t>
            </a:r>
            <a:endParaRPr sz="2400" dirty="0">
              <a:latin typeface="Wingdings"/>
              <a:cs typeface="Wingdings"/>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3258185" cy="391160"/>
          </a:xfrm>
          <a:prstGeom prst="rect">
            <a:avLst/>
          </a:prstGeom>
        </p:spPr>
        <p:txBody>
          <a:bodyPr vert="horz" wrap="square" lIns="0" tIns="12700" rIns="0" bIns="0" rtlCol="0">
            <a:spAutoFit/>
          </a:bodyPr>
          <a:lstStyle/>
          <a:p>
            <a:pPr marL="12700">
              <a:lnSpc>
                <a:spcPct val="100000"/>
              </a:lnSpc>
              <a:spcBef>
                <a:spcPts val="100"/>
              </a:spcBef>
            </a:pPr>
            <a:r>
              <a:rPr spc="-5" dirty="0"/>
              <a:t>Scrum</a:t>
            </a:r>
            <a:r>
              <a:rPr spc="-35" dirty="0"/>
              <a:t> </a:t>
            </a:r>
            <a:r>
              <a:rPr dirty="0"/>
              <a:t>terminology</a:t>
            </a:r>
            <a:r>
              <a:rPr spc="-65" dirty="0"/>
              <a:t> </a:t>
            </a:r>
            <a:r>
              <a:rPr dirty="0"/>
              <a:t>(a)</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39</a:t>
            </a:fld>
            <a:endParaRPr dirty="0"/>
          </a:p>
        </p:txBody>
      </p:sp>
      <p:graphicFrame>
        <p:nvGraphicFramePr>
          <p:cNvPr id="3" name="object 3"/>
          <p:cNvGraphicFramePr>
            <a:graphicFrameLocks noGrp="1"/>
          </p:cNvGraphicFramePr>
          <p:nvPr>
            <p:extLst>
              <p:ext uri="{D42A27DB-BD31-4B8C-83A1-F6EECF244321}">
                <p14:modId xmlns:p14="http://schemas.microsoft.com/office/powerpoint/2010/main" val="2549769871"/>
              </p:ext>
            </p:extLst>
          </p:nvPr>
        </p:nvGraphicFramePr>
        <p:xfrm>
          <a:off x="450850" y="1803400"/>
          <a:ext cx="8229600" cy="4554434"/>
        </p:xfrm>
        <a:graphic>
          <a:graphicData uri="http://schemas.openxmlformats.org/drawingml/2006/table">
            <a:tbl>
              <a:tblPr firstRow="1" bandRow="1">
                <a:tableStyleId>{2D5ABB26-0587-4C30-8999-92F81FD0307C}</a:tableStyleId>
              </a:tblPr>
              <a:tblGrid>
                <a:gridCol w="1955800">
                  <a:extLst>
                    <a:ext uri="{9D8B030D-6E8A-4147-A177-3AD203B41FA5}">
                      <a16:colId xmlns:a16="http://schemas.microsoft.com/office/drawing/2014/main" xmlns="" val="20000"/>
                    </a:ext>
                  </a:extLst>
                </a:gridCol>
                <a:gridCol w="6273800">
                  <a:extLst>
                    <a:ext uri="{9D8B030D-6E8A-4147-A177-3AD203B41FA5}">
                      <a16:colId xmlns:a16="http://schemas.microsoft.com/office/drawing/2014/main" xmlns="" val="20001"/>
                    </a:ext>
                  </a:extLst>
                </a:gridCol>
              </a:tblGrid>
              <a:tr h="571500">
                <a:tc>
                  <a:txBody>
                    <a:bodyPr/>
                    <a:lstStyle/>
                    <a:p>
                      <a:pPr marL="91440">
                        <a:lnSpc>
                          <a:spcPct val="100000"/>
                        </a:lnSpc>
                        <a:spcBef>
                          <a:spcPts val="244"/>
                        </a:spcBef>
                      </a:pPr>
                      <a:r>
                        <a:rPr sz="1800" b="1" dirty="0">
                          <a:solidFill>
                            <a:srgbClr val="FFFFFF"/>
                          </a:solidFill>
                          <a:latin typeface="Calibri"/>
                          <a:cs typeface="Calibri"/>
                        </a:rPr>
                        <a:t>Scrum</a:t>
                      </a:r>
                      <a:r>
                        <a:rPr sz="1800" b="1" spc="-55" dirty="0">
                          <a:solidFill>
                            <a:srgbClr val="FFFFFF"/>
                          </a:solidFill>
                          <a:latin typeface="Calibri"/>
                          <a:cs typeface="Calibri"/>
                        </a:rPr>
                        <a:t> </a:t>
                      </a:r>
                      <a:r>
                        <a:rPr sz="1800" b="1" spc="-10" dirty="0">
                          <a:solidFill>
                            <a:srgbClr val="FFFFFF"/>
                          </a:solidFill>
                          <a:latin typeface="Calibri"/>
                          <a:cs typeface="Calibri"/>
                        </a:rPr>
                        <a:t>term</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1440">
                        <a:lnSpc>
                          <a:spcPct val="100000"/>
                        </a:lnSpc>
                        <a:spcBef>
                          <a:spcPts val="244"/>
                        </a:spcBef>
                      </a:pPr>
                      <a:r>
                        <a:rPr sz="1800" b="1" spc="-5" dirty="0">
                          <a:solidFill>
                            <a:srgbClr val="FFFFFF"/>
                          </a:solidFill>
                          <a:latin typeface="Calibri"/>
                          <a:cs typeface="Calibri"/>
                        </a:rPr>
                        <a:t>Definition</a:t>
                      </a:r>
                      <a:endParaRPr sz="180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xmlns="" val="10000"/>
                  </a:ext>
                </a:extLst>
              </a:tr>
              <a:tr h="745871">
                <a:tc>
                  <a:txBody>
                    <a:bodyPr/>
                    <a:lstStyle/>
                    <a:p>
                      <a:pPr marL="67945">
                        <a:lnSpc>
                          <a:spcPts val="1639"/>
                        </a:lnSpc>
                      </a:pPr>
                      <a:r>
                        <a:rPr sz="1400" spc="-5" dirty="0">
                          <a:latin typeface="Arial MT"/>
                          <a:cs typeface="Arial MT"/>
                        </a:rPr>
                        <a:t>Development</a:t>
                      </a:r>
                      <a:r>
                        <a:rPr sz="1400" spc="-40" dirty="0">
                          <a:latin typeface="Arial MT"/>
                          <a:cs typeface="Arial MT"/>
                        </a:rPr>
                        <a:t> </a:t>
                      </a:r>
                      <a:r>
                        <a:rPr sz="1400" dirty="0">
                          <a:latin typeface="Arial MT"/>
                          <a:cs typeface="Arial MT"/>
                        </a:rPr>
                        <a:t>team</a:t>
                      </a:r>
                      <a:endParaRPr sz="1400">
                        <a:latin typeface="Arial MT"/>
                        <a:cs typeface="Arial MT"/>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68580">
                        <a:lnSpc>
                          <a:spcPts val="1639"/>
                        </a:lnSpc>
                      </a:pPr>
                      <a:r>
                        <a:rPr sz="1400" dirty="0">
                          <a:latin typeface="Arial MT"/>
                          <a:cs typeface="Arial MT"/>
                        </a:rPr>
                        <a:t>A</a:t>
                      </a:r>
                      <a:r>
                        <a:rPr sz="1400" spc="-55" dirty="0">
                          <a:latin typeface="Arial MT"/>
                          <a:cs typeface="Arial MT"/>
                        </a:rPr>
                        <a:t> </a:t>
                      </a:r>
                      <a:r>
                        <a:rPr sz="1400" spc="-5" dirty="0">
                          <a:latin typeface="Arial MT"/>
                          <a:cs typeface="Arial MT"/>
                        </a:rPr>
                        <a:t>self-organizing</a:t>
                      </a:r>
                      <a:r>
                        <a:rPr sz="1400" spc="20" dirty="0">
                          <a:latin typeface="Arial MT"/>
                          <a:cs typeface="Arial MT"/>
                        </a:rPr>
                        <a:t> </a:t>
                      </a:r>
                      <a:r>
                        <a:rPr sz="1400" spc="-5" dirty="0">
                          <a:latin typeface="Arial MT"/>
                          <a:cs typeface="Arial MT"/>
                        </a:rPr>
                        <a:t>group</a:t>
                      </a:r>
                      <a:r>
                        <a:rPr sz="1400" spc="5" dirty="0">
                          <a:latin typeface="Arial MT"/>
                          <a:cs typeface="Arial MT"/>
                        </a:rPr>
                        <a:t> </a:t>
                      </a:r>
                      <a:r>
                        <a:rPr sz="1400" spc="-5" dirty="0">
                          <a:latin typeface="Arial MT"/>
                          <a:cs typeface="Arial MT"/>
                        </a:rPr>
                        <a:t>of</a:t>
                      </a:r>
                      <a:r>
                        <a:rPr sz="1400" spc="10" dirty="0">
                          <a:latin typeface="Arial MT"/>
                          <a:cs typeface="Arial MT"/>
                        </a:rPr>
                        <a:t> </a:t>
                      </a:r>
                      <a:r>
                        <a:rPr sz="1400" spc="-5" dirty="0">
                          <a:latin typeface="Arial MT"/>
                          <a:cs typeface="Arial MT"/>
                        </a:rPr>
                        <a:t>software</a:t>
                      </a:r>
                      <a:r>
                        <a:rPr sz="1400" spc="20" dirty="0">
                          <a:latin typeface="Arial MT"/>
                          <a:cs typeface="Arial MT"/>
                        </a:rPr>
                        <a:t> </a:t>
                      </a:r>
                      <a:r>
                        <a:rPr sz="1400" spc="-5" dirty="0">
                          <a:latin typeface="Arial MT"/>
                          <a:cs typeface="Arial MT"/>
                        </a:rPr>
                        <a:t>developers,</a:t>
                      </a:r>
                      <a:r>
                        <a:rPr sz="1400" spc="30" dirty="0">
                          <a:latin typeface="Arial MT"/>
                          <a:cs typeface="Arial MT"/>
                        </a:rPr>
                        <a:t> </a:t>
                      </a:r>
                      <a:r>
                        <a:rPr sz="1400" spc="-5" dirty="0">
                          <a:latin typeface="Arial MT"/>
                          <a:cs typeface="Arial MT"/>
                        </a:rPr>
                        <a:t>which</a:t>
                      </a:r>
                      <a:r>
                        <a:rPr sz="1400" spc="15" dirty="0">
                          <a:latin typeface="Arial MT"/>
                          <a:cs typeface="Arial MT"/>
                        </a:rPr>
                        <a:t> </a:t>
                      </a:r>
                      <a:r>
                        <a:rPr sz="1400" spc="-5" dirty="0">
                          <a:latin typeface="Arial MT"/>
                          <a:cs typeface="Arial MT"/>
                        </a:rPr>
                        <a:t>should</a:t>
                      </a:r>
                      <a:r>
                        <a:rPr sz="1400" spc="20" dirty="0">
                          <a:latin typeface="Arial MT"/>
                          <a:cs typeface="Arial MT"/>
                        </a:rPr>
                        <a:t> </a:t>
                      </a:r>
                      <a:r>
                        <a:rPr sz="1400" spc="-10" dirty="0">
                          <a:latin typeface="Arial MT"/>
                          <a:cs typeface="Arial MT"/>
                        </a:rPr>
                        <a:t>be</a:t>
                      </a:r>
                      <a:r>
                        <a:rPr sz="1400" spc="20" dirty="0">
                          <a:latin typeface="Arial MT"/>
                          <a:cs typeface="Arial MT"/>
                        </a:rPr>
                        <a:t> </a:t>
                      </a:r>
                      <a:r>
                        <a:rPr sz="1400" spc="-5" dirty="0">
                          <a:latin typeface="Arial MT"/>
                          <a:cs typeface="Arial MT"/>
                        </a:rPr>
                        <a:t>no</a:t>
                      </a:r>
                      <a:r>
                        <a:rPr sz="1400" spc="5" dirty="0">
                          <a:latin typeface="Arial MT"/>
                          <a:cs typeface="Arial MT"/>
                        </a:rPr>
                        <a:t> </a:t>
                      </a:r>
                      <a:r>
                        <a:rPr sz="1400" spc="-5" dirty="0">
                          <a:latin typeface="Arial MT"/>
                          <a:cs typeface="Arial MT"/>
                        </a:rPr>
                        <a:t>more</a:t>
                      </a:r>
                      <a:r>
                        <a:rPr sz="1400" spc="20" dirty="0">
                          <a:latin typeface="Arial MT"/>
                          <a:cs typeface="Arial MT"/>
                        </a:rPr>
                        <a:t> </a:t>
                      </a:r>
                      <a:r>
                        <a:rPr sz="1400" spc="-5" dirty="0">
                          <a:latin typeface="Arial MT"/>
                          <a:cs typeface="Arial MT"/>
                        </a:rPr>
                        <a:t>than</a:t>
                      </a:r>
                      <a:endParaRPr sz="1400">
                        <a:latin typeface="Arial MT"/>
                        <a:cs typeface="Arial MT"/>
                      </a:endParaRPr>
                    </a:p>
                    <a:p>
                      <a:pPr marL="68580" marR="59055">
                        <a:lnSpc>
                          <a:spcPct val="100000"/>
                        </a:lnSpc>
                      </a:pPr>
                      <a:r>
                        <a:rPr sz="1400" dirty="0">
                          <a:latin typeface="Arial MT"/>
                          <a:cs typeface="Arial MT"/>
                        </a:rPr>
                        <a:t>7</a:t>
                      </a:r>
                      <a:r>
                        <a:rPr sz="1400" spc="185" dirty="0">
                          <a:latin typeface="Arial MT"/>
                          <a:cs typeface="Arial MT"/>
                        </a:rPr>
                        <a:t> </a:t>
                      </a:r>
                      <a:r>
                        <a:rPr sz="1400" spc="-5" dirty="0">
                          <a:latin typeface="Arial MT"/>
                          <a:cs typeface="Arial MT"/>
                        </a:rPr>
                        <a:t>people.</a:t>
                      </a:r>
                      <a:r>
                        <a:rPr sz="1400" spc="195" dirty="0">
                          <a:latin typeface="Arial MT"/>
                          <a:cs typeface="Arial MT"/>
                        </a:rPr>
                        <a:t> </a:t>
                      </a:r>
                      <a:r>
                        <a:rPr sz="1400" spc="-5" dirty="0">
                          <a:latin typeface="Arial MT"/>
                          <a:cs typeface="Arial MT"/>
                        </a:rPr>
                        <a:t>They</a:t>
                      </a:r>
                      <a:r>
                        <a:rPr sz="1400" spc="185" dirty="0">
                          <a:latin typeface="Arial MT"/>
                          <a:cs typeface="Arial MT"/>
                        </a:rPr>
                        <a:t> </a:t>
                      </a:r>
                      <a:r>
                        <a:rPr sz="1400" spc="-5" dirty="0">
                          <a:latin typeface="Arial MT"/>
                          <a:cs typeface="Arial MT"/>
                        </a:rPr>
                        <a:t>are</a:t>
                      </a:r>
                      <a:r>
                        <a:rPr sz="1400" spc="190" dirty="0">
                          <a:latin typeface="Arial MT"/>
                          <a:cs typeface="Arial MT"/>
                        </a:rPr>
                        <a:t> </a:t>
                      </a:r>
                      <a:r>
                        <a:rPr sz="1400" spc="-5" dirty="0">
                          <a:latin typeface="Arial MT"/>
                          <a:cs typeface="Arial MT"/>
                        </a:rPr>
                        <a:t>responsible</a:t>
                      </a:r>
                      <a:r>
                        <a:rPr sz="1400" spc="190" dirty="0">
                          <a:latin typeface="Arial MT"/>
                          <a:cs typeface="Arial MT"/>
                        </a:rPr>
                        <a:t> </a:t>
                      </a:r>
                      <a:r>
                        <a:rPr sz="1400" spc="-5" dirty="0">
                          <a:latin typeface="Arial MT"/>
                          <a:cs typeface="Arial MT"/>
                        </a:rPr>
                        <a:t>for</a:t>
                      </a:r>
                      <a:r>
                        <a:rPr sz="1400" spc="190" dirty="0">
                          <a:latin typeface="Arial MT"/>
                          <a:cs typeface="Arial MT"/>
                        </a:rPr>
                        <a:t> </a:t>
                      </a:r>
                      <a:r>
                        <a:rPr sz="1400" spc="-5" dirty="0">
                          <a:latin typeface="Arial MT"/>
                          <a:cs typeface="Arial MT"/>
                        </a:rPr>
                        <a:t>developing</a:t>
                      </a:r>
                      <a:r>
                        <a:rPr sz="1400" spc="175" dirty="0">
                          <a:latin typeface="Arial MT"/>
                          <a:cs typeface="Arial MT"/>
                        </a:rPr>
                        <a:t> </a:t>
                      </a:r>
                      <a:r>
                        <a:rPr sz="1400" spc="-5" dirty="0">
                          <a:latin typeface="Arial MT"/>
                          <a:cs typeface="Arial MT"/>
                        </a:rPr>
                        <a:t>the</a:t>
                      </a:r>
                      <a:r>
                        <a:rPr sz="1400" spc="190" dirty="0">
                          <a:latin typeface="Arial MT"/>
                          <a:cs typeface="Arial MT"/>
                        </a:rPr>
                        <a:t> </a:t>
                      </a:r>
                      <a:r>
                        <a:rPr sz="1400" spc="-5" dirty="0">
                          <a:latin typeface="Arial MT"/>
                          <a:cs typeface="Arial MT"/>
                        </a:rPr>
                        <a:t>software</a:t>
                      </a:r>
                      <a:r>
                        <a:rPr sz="1400" spc="195" dirty="0">
                          <a:latin typeface="Arial MT"/>
                          <a:cs typeface="Arial MT"/>
                        </a:rPr>
                        <a:t> </a:t>
                      </a:r>
                      <a:r>
                        <a:rPr sz="1400" spc="-5" dirty="0">
                          <a:latin typeface="Arial MT"/>
                          <a:cs typeface="Arial MT"/>
                        </a:rPr>
                        <a:t>and</a:t>
                      </a:r>
                      <a:r>
                        <a:rPr sz="1400" spc="190" dirty="0">
                          <a:latin typeface="Arial MT"/>
                          <a:cs typeface="Arial MT"/>
                        </a:rPr>
                        <a:t> </a:t>
                      </a:r>
                      <a:r>
                        <a:rPr sz="1400" spc="-5" dirty="0">
                          <a:latin typeface="Arial MT"/>
                          <a:cs typeface="Arial MT"/>
                        </a:rPr>
                        <a:t>other </a:t>
                      </a:r>
                      <a:r>
                        <a:rPr sz="1400" spc="-375" dirty="0">
                          <a:latin typeface="Arial MT"/>
                          <a:cs typeface="Arial MT"/>
                        </a:rPr>
                        <a:t> </a:t>
                      </a:r>
                      <a:r>
                        <a:rPr sz="1400" dirty="0">
                          <a:latin typeface="Arial MT"/>
                          <a:cs typeface="Arial MT"/>
                        </a:rPr>
                        <a:t>essential</a:t>
                      </a:r>
                      <a:r>
                        <a:rPr sz="1400" spc="-30" dirty="0">
                          <a:latin typeface="Arial MT"/>
                          <a:cs typeface="Arial MT"/>
                        </a:rPr>
                        <a:t> </a:t>
                      </a:r>
                      <a:r>
                        <a:rPr sz="1400" dirty="0">
                          <a:latin typeface="Arial MT"/>
                          <a:cs typeface="Arial MT"/>
                        </a:rPr>
                        <a:t>project</a:t>
                      </a:r>
                      <a:r>
                        <a:rPr sz="1400" spc="-35" dirty="0">
                          <a:latin typeface="Arial MT"/>
                          <a:cs typeface="Arial MT"/>
                        </a:rPr>
                        <a:t> </a:t>
                      </a:r>
                      <a:r>
                        <a:rPr sz="1400" dirty="0">
                          <a:latin typeface="Arial MT"/>
                          <a:cs typeface="Arial MT"/>
                        </a:rPr>
                        <a:t>documents.</a:t>
                      </a:r>
                      <a:endParaRPr sz="1400">
                        <a:latin typeface="Arial MT"/>
                        <a:cs typeface="Arial MT"/>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xmlns="" val="10001"/>
                  </a:ext>
                </a:extLst>
              </a:tr>
              <a:tr h="1066799">
                <a:tc>
                  <a:txBody>
                    <a:bodyPr/>
                    <a:lstStyle/>
                    <a:p>
                      <a:pPr marL="67945">
                        <a:lnSpc>
                          <a:spcPts val="1639"/>
                        </a:lnSpc>
                      </a:pPr>
                      <a:r>
                        <a:rPr sz="1400" dirty="0">
                          <a:latin typeface="Arial MT"/>
                          <a:cs typeface="Arial MT"/>
                        </a:rPr>
                        <a:t>Potentially</a:t>
                      </a:r>
                      <a:r>
                        <a:rPr sz="1400" spc="-70" dirty="0">
                          <a:latin typeface="Arial MT"/>
                          <a:cs typeface="Arial MT"/>
                        </a:rPr>
                        <a:t> </a:t>
                      </a:r>
                      <a:r>
                        <a:rPr sz="1400" dirty="0">
                          <a:latin typeface="Arial MT"/>
                          <a:cs typeface="Arial MT"/>
                        </a:rPr>
                        <a:t>shippable</a:t>
                      </a:r>
                    </a:p>
                    <a:p>
                      <a:pPr marL="67945">
                        <a:lnSpc>
                          <a:spcPct val="100000"/>
                        </a:lnSpc>
                      </a:pPr>
                      <a:r>
                        <a:rPr sz="1400" dirty="0">
                          <a:latin typeface="Arial MT"/>
                          <a:cs typeface="Arial MT"/>
                        </a:rPr>
                        <a:t>product</a:t>
                      </a:r>
                      <a:r>
                        <a:rPr sz="1400" spc="-65" dirty="0">
                          <a:latin typeface="Arial MT"/>
                          <a:cs typeface="Arial MT"/>
                        </a:rPr>
                        <a:t> </a:t>
                      </a:r>
                      <a:r>
                        <a:rPr sz="1400" dirty="0">
                          <a:latin typeface="Arial MT"/>
                          <a:cs typeface="Arial MT"/>
                        </a:rPr>
                        <a:t>increment</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68580" algn="just">
                        <a:lnSpc>
                          <a:spcPts val="1639"/>
                        </a:lnSpc>
                      </a:pPr>
                      <a:r>
                        <a:rPr sz="1400" spc="-5" dirty="0">
                          <a:latin typeface="Arial MT"/>
                          <a:cs typeface="Arial MT"/>
                        </a:rPr>
                        <a:t>The</a:t>
                      </a:r>
                      <a:r>
                        <a:rPr sz="1400" spc="190" dirty="0">
                          <a:latin typeface="Arial MT"/>
                          <a:cs typeface="Arial MT"/>
                        </a:rPr>
                        <a:t> </a:t>
                      </a:r>
                      <a:r>
                        <a:rPr sz="1400" spc="-5" dirty="0">
                          <a:latin typeface="Arial MT"/>
                          <a:cs typeface="Arial MT"/>
                        </a:rPr>
                        <a:t>software</a:t>
                      </a:r>
                      <a:r>
                        <a:rPr sz="1400" spc="210" dirty="0">
                          <a:latin typeface="Arial MT"/>
                          <a:cs typeface="Arial MT"/>
                        </a:rPr>
                        <a:t> </a:t>
                      </a:r>
                      <a:r>
                        <a:rPr sz="1400" spc="-10" dirty="0">
                          <a:latin typeface="Arial MT"/>
                          <a:cs typeface="Arial MT"/>
                        </a:rPr>
                        <a:t>increment</a:t>
                      </a:r>
                      <a:r>
                        <a:rPr sz="1400" spc="195" dirty="0">
                          <a:latin typeface="Arial MT"/>
                          <a:cs typeface="Arial MT"/>
                        </a:rPr>
                        <a:t> </a:t>
                      </a:r>
                      <a:r>
                        <a:rPr sz="1400" spc="-5" dirty="0">
                          <a:latin typeface="Arial MT"/>
                          <a:cs typeface="Arial MT"/>
                        </a:rPr>
                        <a:t>that</a:t>
                      </a:r>
                      <a:r>
                        <a:rPr sz="1400" spc="195" dirty="0">
                          <a:latin typeface="Arial MT"/>
                          <a:cs typeface="Arial MT"/>
                        </a:rPr>
                        <a:t> </a:t>
                      </a:r>
                      <a:r>
                        <a:rPr sz="1400" dirty="0">
                          <a:latin typeface="Arial MT"/>
                          <a:cs typeface="Arial MT"/>
                        </a:rPr>
                        <a:t>is</a:t>
                      </a:r>
                      <a:r>
                        <a:rPr sz="1400" spc="200" dirty="0">
                          <a:latin typeface="Arial MT"/>
                          <a:cs typeface="Arial MT"/>
                        </a:rPr>
                        <a:t> </a:t>
                      </a:r>
                      <a:r>
                        <a:rPr sz="1400" spc="-5" dirty="0">
                          <a:latin typeface="Arial MT"/>
                          <a:cs typeface="Arial MT"/>
                        </a:rPr>
                        <a:t>delivered</a:t>
                      </a:r>
                      <a:r>
                        <a:rPr sz="1400" spc="190" dirty="0">
                          <a:latin typeface="Arial MT"/>
                          <a:cs typeface="Arial MT"/>
                        </a:rPr>
                        <a:t> </a:t>
                      </a:r>
                      <a:r>
                        <a:rPr sz="1400" spc="-5" dirty="0">
                          <a:latin typeface="Arial MT"/>
                          <a:cs typeface="Arial MT"/>
                        </a:rPr>
                        <a:t>from</a:t>
                      </a:r>
                      <a:r>
                        <a:rPr sz="1400" spc="185" dirty="0">
                          <a:latin typeface="Arial MT"/>
                          <a:cs typeface="Arial MT"/>
                        </a:rPr>
                        <a:t> </a:t>
                      </a:r>
                      <a:r>
                        <a:rPr sz="1400" dirty="0">
                          <a:latin typeface="Arial MT"/>
                          <a:cs typeface="Arial MT"/>
                        </a:rPr>
                        <a:t>a</a:t>
                      </a:r>
                      <a:r>
                        <a:rPr sz="1400" spc="190" dirty="0">
                          <a:latin typeface="Arial MT"/>
                          <a:cs typeface="Arial MT"/>
                        </a:rPr>
                        <a:t> </a:t>
                      </a:r>
                      <a:r>
                        <a:rPr sz="1400" spc="-5" dirty="0">
                          <a:latin typeface="Arial MT"/>
                          <a:cs typeface="Arial MT"/>
                        </a:rPr>
                        <a:t>sprint.</a:t>
                      </a:r>
                      <a:r>
                        <a:rPr sz="1400" spc="200" dirty="0">
                          <a:latin typeface="Arial MT"/>
                          <a:cs typeface="Arial MT"/>
                        </a:rPr>
                        <a:t> </a:t>
                      </a:r>
                      <a:r>
                        <a:rPr sz="1400" spc="-5" dirty="0">
                          <a:latin typeface="Arial MT"/>
                          <a:cs typeface="Arial MT"/>
                        </a:rPr>
                        <a:t>The</a:t>
                      </a:r>
                      <a:r>
                        <a:rPr sz="1400" spc="200" dirty="0">
                          <a:latin typeface="Arial MT"/>
                          <a:cs typeface="Arial MT"/>
                        </a:rPr>
                        <a:t> </a:t>
                      </a:r>
                      <a:r>
                        <a:rPr sz="1400" spc="-10" dirty="0">
                          <a:latin typeface="Arial MT"/>
                          <a:cs typeface="Arial MT"/>
                        </a:rPr>
                        <a:t>idea</a:t>
                      </a:r>
                      <a:r>
                        <a:rPr sz="1400" spc="204" dirty="0">
                          <a:latin typeface="Arial MT"/>
                          <a:cs typeface="Arial MT"/>
                        </a:rPr>
                        <a:t> </a:t>
                      </a:r>
                      <a:r>
                        <a:rPr sz="1400" dirty="0">
                          <a:latin typeface="Arial MT"/>
                          <a:cs typeface="Arial MT"/>
                        </a:rPr>
                        <a:t>is</a:t>
                      </a:r>
                      <a:r>
                        <a:rPr sz="1400" spc="195" dirty="0">
                          <a:latin typeface="Arial MT"/>
                          <a:cs typeface="Arial MT"/>
                        </a:rPr>
                        <a:t> </a:t>
                      </a:r>
                      <a:r>
                        <a:rPr sz="1400" spc="-5" dirty="0">
                          <a:latin typeface="Arial MT"/>
                          <a:cs typeface="Arial MT"/>
                        </a:rPr>
                        <a:t>that</a:t>
                      </a:r>
                      <a:r>
                        <a:rPr sz="1400" spc="195" dirty="0">
                          <a:latin typeface="Arial MT"/>
                          <a:cs typeface="Arial MT"/>
                        </a:rPr>
                        <a:t> </a:t>
                      </a:r>
                      <a:r>
                        <a:rPr sz="1400" spc="-5" dirty="0">
                          <a:latin typeface="Arial MT"/>
                          <a:cs typeface="Arial MT"/>
                        </a:rPr>
                        <a:t>this</a:t>
                      </a:r>
                      <a:endParaRPr sz="1400" dirty="0">
                        <a:latin typeface="Arial MT"/>
                        <a:cs typeface="Arial MT"/>
                      </a:endParaRPr>
                    </a:p>
                    <a:p>
                      <a:pPr marL="68580" marR="60325" algn="just">
                        <a:lnSpc>
                          <a:spcPct val="100000"/>
                        </a:lnSpc>
                      </a:pPr>
                      <a:r>
                        <a:rPr sz="1400" dirty="0">
                          <a:latin typeface="Arial MT"/>
                          <a:cs typeface="Arial MT"/>
                        </a:rPr>
                        <a:t>should </a:t>
                      </a:r>
                      <a:r>
                        <a:rPr sz="1400" spc="-5" dirty="0">
                          <a:latin typeface="Arial MT"/>
                          <a:cs typeface="Arial MT"/>
                        </a:rPr>
                        <a:t>be </a:t>
                      </a:r>
                      <a:r>
                        <a:rPr sz="1400" spc="-10" dirty="0">
                          <a:latin typeface="Arial MT"/>
                          <a:cs typeface="Arial MT"/>
                        </a:rPr>
                        <a:t>‘potentially </a:t>
                      </a:r>
                      <a:r>
                        <a:rPr sz="1400" spc="-5" dirty="0">
                          <a:latin typeface="Arial MT"/>
                          <a:cs typeface="Arial MT"/>
                        </a:rPr>
                        <a:t>shippable’ which means that it is in </a:t>
                      </a:r>
                      <a:r>
                        <a:rPr sz="1400" dirty="0">
                          <a:latin typeface="Arial MT"/>
                          <a:cs typeface="Arial MT"/>
                        </a:rPr>
                        <a:t>a </a:t>
                      </a:r>
                      <a:r>
                        <a:rPr sz="1400" spc="-5" dirty="0">
                          <a:latin typeface="Arial MT"/>
                          <a:cs typeface="Arial MT"/>
                        </a:rPr>
                        <a:t>finished state </a:t>
                      </a:r>
                      <a:r>
                        <a:rPr sz="1400" spc="-15" dirty="0">
                          <a:latin typeface="Arial MT"/>
                          <a:cs typeface="Arial MT"/>
                        </a:rPr>
                        <a:t>and </a:t>
                      </a:r>
                      <a:r>
                        <a:rPr sz="1400" spc="-10" dirty="0">
                          <a:latin typeface="Arial MT"/>
                          <a:cs typeface="Arial MT"/>
                        </a:rPr>
                        <a:t> </a:t>
                      </a:r>
                      <a:r>
                        <a:rPr sz="1400" spc="-5" dirty="0">
                          <a:latin typeface="Arial MT"/>
                          <a:cs typeface="Arial MT"/>
                        </a:rPr>
                        <a:t>no further work, such </a:t>
                      </a:r>
                      <a:r>
                        <a:rPr sz="1400" spc="-10" dirty="0">
                          <a:latin typeface="Arial MT"/>
                          <a:cs typeface="Arial MT"/>
                        </a:rPr>
                        <a:t>as testing, </a:t>
                      </a:r>
                      <a:r>
                        <a:rPr sz="1400" dirty="0">
                          <a:latin typeface="Arial MT"/>
                          <a:cs typeface="Arial MT"/>
                        </a:rPr>
                        <a:t>is </a:t>
                      </a:r>
                      <a:r>
                        <a:rPr sz="1400" spc="-5" dirty="0">
                          <a:latin typeface="Arial MT"/>
                          <a:cs typeface="Arial MT"/>
                        </a:rPr>
                        <a:t>needed to</a:t>
                      </a:r>
                      <a:r>
                        <a:rPr sz="1400" dirty="0">
                          <a:latin typeface="Arial MT"/>
                          <a:cs typeface="Arial MT"/>
                        </a:rPr>
                        <a:t> </a:t>
                      </a:r>
                      <a:r>
                        <a:rPr sz="1400" spc="-5" dirty="0">
                          <a:latin typeface="Arial MT"/>
                          <a:cs typeface="Arial MT"/>
                        </a:rPr>
                        <a:t>incorporate </a:t>
                      </a:r>
                      <a:r>
                        <a:rPr sz="1400" spc="-10" dirty="0">
                          <a:latin typeface="Arial MT"/>
                          <a:cs typeface="Arial MT"/>
                        </a:rPr>
                        <a:t>it </a:t>
                      </a:r>
                      <a:r>
                        <a:rPr sz="1400" spc="-5" dirty="0">
                          <a:latin typeface="Arial MT"/>
                          <a:cs typeface="Arial MT"/>
                        </a:rPr>
                        <a:t>into </a:t>
                      </a:r>
                      <a:r>
                        <a:rPr sz="1400" dirty="0">
                          <a:latin typeface="Arial MT"/>
                          <a:cs typeface="Arial MT"/>
                        </a:rPr>
                        <a:t>the </a:t>
                      </a:r>
                      <a:r>
                        <a:rPr sz="1400" spc="-5" dirty="0">
                          <a:latin typeface="Arial MT"/>
                          <a:cs typeface="Arial MT"/>
                        </a:rPr>
                        <a:t>final </a:t>
                      </a:r>
                      <a:r>
                        <a:rPr sz="1400" dirty="0">
                          <a:latin typeface="Arial MT"/>
                          <a:cs typeface="Arial MT"/>
                        </a:rPr>
                        <a:t> product.</a:t>
                      </a:r>
                      <a:r>
                        <a:rPr sz="1400" spc="-40" dirty="0">
                          <a:latin typeface="Arial MT"/>
                          <a:cs typeface="Arial MT"/>
                        </a:rPr>
                        <a:t> </a:t>
                      </a:r>
                      <a:r>
                        <a:rPr sz="1400" dirty="0">
                          <a:latin typeface="Arial MT"/>
                          <a:cs typeface="Arial MT"/>
                        </a:rPr>
                        <a:t>In</a:t>
                      </a:r>
                      <a:r>
                        <a:rPr sz="1400" spc="-20" dirty="0">
                          <a:latin typeface="Arial MT"/>
                          <a:cs typeface="Arial MT"/>
                        </a:rPr>
                        <a:t> </a:t>
                      </a:r>
                      <a:r>
                        <a:rPr sz="1400" dirty="0">
                          <a:latin typeface="Arial MT"/>
                          <a:cs typeface="Arial MT"/>
                        </a:rPr>
                        <a:t>practice,</a:t>
                      </a:r>
                      <a:r>
                        <a:rPr sz="1400" spc="-45" dirty="0">
                          <a:latin typeface="Arial MT"/>
                          <a:cs typeface="Arial MT"/>
                        </a:rPr>
                        <a:t> </a:t>
                      </a:r>
                      <a:r>
                        <a:rPr sz="1400" dirty="0">
                          <a:latin typeface="Arial MT"/>
                          <a:cs typeface="Arial MT"/>
                        </a:rPr>
                        <a:t>this</a:t>
                      </a:r>
                      <a:r>
                        <a:rPr sz="1400" spc="-10" dirty="0">
                          <a:latin typeface="Arial MT"/>
                          <a:cs typeface="Arial MT"/>
                        </a:rPr>
                        <a:t> </a:t>
                      </a:r>
                      <a:r>
                        <a:rPr sz="1400" dirty="0">
                          <a:latin typeface="Arial MT"/>
                          <a:cs typeface="Arial MT"/>
                        </a:rPr>
                        <a:t>is</a:t>
                      </a:r>
                      <a:r>
                        <a:rPr sz="1400" spc="-15" dirty="0">
                          <a:latin typeface="Arial MT"/>
                          <a:cs typeface="Arial MT"/>
                        </a:rPr>
                        <a:t> </a:t>
                      </a:r>
                      <a:r>
                        <a:rPr sz="1400" spc="-5" dirty="0">
                          <a:latin typeface="Arial MT"/>
                          <a:cs typeface="Arial MT"/>
                        </a:rPr>
                        <a:t>not</a:t>
                      </a:r>
                      <a:r>
                        <a:rPr sz="1400" spc="-15" dirty="0">
                          <a:latin typeface="Arial MT"/>
                          <a:cs typeface="Arial MT"/>
                        </a:rPr>
                        <a:t> </a:t>
                      </a:r>
                      <a:r>
                        <a:rPr sz="1400" spc="-5" dirty="0">
                          <a:latin typeface="Arial MT"/>
                          <a:cs typeface="Arial MT"/>
                        </a:rPr>
                        <a:t>always</a:t>
                      </a:r>
                      <a:r>
                        <a:rPr sz="1400" spc="20" dirty="0">
                          <a:latin typeface="Arial MT"/>
                          <a:cs typeface="Arial MT"/>
                        </a:rPr>
                        <a:t> </a:t>
                      </a:r>
                      <a:r>
                        <a:rPr sz="1400" spc="-5" dirty="0">
                          <a:latin typeface="Arial MT"/>
                          <a:cs typeface="Arial MT"/>
                        </a:rPr>
                        <a:t>achievable.</a:t>
                      </a:r>
                      <a:endParaRPr sz="1400" dirty="0">
                        <a:latin typeface="Arial MT"/>
                        <a:cs typeface="Arial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xmlns="" val="10002"/>
                  </a:ext>
                </a:extLst>
              </a:tr>
              <a:tr h="1066800">
                <a:tc>
                  <a:txBody>
                    <a:bodyPr/>
                    <a:lstStyle/>
                    <a:p>
                      <a:pPr marL="67945">
                        <a:lnSpc>
                          <a:spcPts val="1645"/>
                        </a:lnSpc>
                      </a:pPr>
                      <a:r>
                        <a:rPr sz="1400" dirty="0">
                          <a:latin typeface="Arial MT"/>
                          <a:cs typeface="Arial MT"/>
                        </a:rPr>
                        <a:t>Product</a:t>
                      </a:r>
                      <a:r>
                        <a:rPr sz="1400" spc="-70" dirty="0">
                          <a:latin typeface="Arial MT"/>
                          <a:cs typeface="Arial MT"/>
                        </a:rPr>
                        <a:t> </a:t>
                      </a:r>
                      <a:r>
                        <a:rPr sz="1400" dirty="0">
                          <a:latin typeface="Arial MT"/>
                          <a:cs typeface="Arial MT"/>
                        </a:rPr>
                        <a:t>backlog</a:t>
                      </a:r>
                      <a:endParaRPr sz="1400">
                        <a:latin typeface="Arial MT"/>
                        <a:cs typeface="Arial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68580" marR="58419" algn="just">
                        <a:lnSpc>
                          <a:spcPts val="1680"/>
                        </a:lnSpc>
                        <a:spcBef>
                          <a:spcPts val="20"/>
                        </a:spcBef>
                      </a:pPr>
                      <a:r>
                        <a:rPr sz="1400" spc="-5" dirty="0">
                          <a:latin typeface="Arial MT"/>
                          <a:cs typeface="Arial MT"/>
                        </a:rPr>
                        <a:t>This </a:t>
                      </a:r>
                      <a:r>
                        <a:rPr sz="1400" dirty="0">
                          <a:latin typeface="Arial MT"/>
                          <a:cs typeface="Arial MT"/>
                        </a:rPr>
                        <a:t>is a </a:t>
                      </a:r>
                      <a:r>
                        <a:rPr sz="1400" spc="-5" dirty="0">
                          <a:latin typeface="Arial MT"/>
                          <a:cs typeface="Arial MT"/>
                        </a:rPr>
                        <a:t>list </a:t>
                      </a:r>
                      <a:r>
                        <a:rPr sz="1400" spc="-10" dirty="0">
                          <a:latin typeface="Arial MT"/>
                          <a:cs typeface="Arial MT"/>
                        </a:rPr>
                        <a:t>of </a:t>
                      </a:r>
                      <a:r>
                        <a:rPr sz="1400" spc="-5" dirty="0">
                          <a:latin typeface="Arial MT"/>
                          <a:cs typeface="Arial MT"/>
                        </a:rPr>
                        <a:t>‘to do’ items which the </a:t>
                      </a:r>
                      <a:r>
                        <a:rPr sz="1400" dirty="0">
                          <a:latin typeface="Arial MT"/>
                          <a:cs typeface="Arial MT"/>
                        </a:rPr>
                        <a:t>Scrum </a:t>
                      </a:r>
                      <a:r>
                        <a:rPr sz="1400" spc="-5" dirty="0">
                          <a:latin typeface="Arial MT"/>
                          <a:cs typeface="Arial MT"/>
                        </a:rPr>
                        <a:t>team </a:t>
                      </a:r>
                      <a:r>
                        <a:rPr sz="1400" spc="-10" dirty="0">
                          <a:latin typeface="Arial MT"/>
                          <a:cs typeface="Arial MT"/>
                        </a:rPr>
                        <a:t>must </a:t>
                      </a:r>
                      <a:r>
                        <a:rPr sz="1400" spc="-5" dirty="0">
                          <a:latin typeface="Arial MT"/>
                          <a:cs typeface="Arial MT"/>
                        </a:rPr>
                        <a:t>tackle. They may be </a:t>
                      </a:r>
                      <a:r>
                        <a:rPr sz="1400" dirty="0">
                          <a:latin typeface="Arial MT"/>
                          <a:cs typeface="Arial MT"/>
                        </a:rPr>
                        <a:t> </a:t>
                      </a:r>
                      <a:r>
                        <a:rPr sz="1400" spc="-5" dirty="0">
                          <a:latin typeface="Arial MT"/>
                          <a:cs typeface="Arial MT"/>
                        </a:rPr>
                        <a:t>feature definitions for the software, software requirements, user stories </a:t>
                      </a:r>
                      <a:r>
                        <a:rPr sz="1400" spc="-15" dirty="0">
                          <a:latin typeface="Arial MT"/>
                          <a:cs typeface="Arial MT"/>
                        </a:rPr>
                        <a:t>or </a:t>
                      </a:r>
                      <a:r>
                        <a:rPr sz="1400" spc="-10" dirty="0">
                          <a:latin typeface="Arial MT"/>
                          <a:cs typeface="Arial MT"/>
                        </a:rPr>
                        <a:t> </a:t>
                      </a:r>
                      <a:r>
                        <a:rPr sz="1400" spc="-5" dirty="0">
                          <a:latin typeface="Arial MT"/>
                          <a:cs typeface="Arial MT"/>
                        </a:rPr>
                        <a:t>descriptions</a:t>
                      </a:r>
                      <a:r>
                        <a:rPr sz="1400" spc="300" dirty="0">
                          <a:latin typeface="Arial MT"/>
                          <a:cs typeface="Arial MT"/>
                        </a:rPr>
                        <a:t> </a:t>
                      </a:r>
                      <a:r>
                        <a:rPr sz="1400" spc="-5" dirty="0">
                          <a:latin typeface="Arial MT"/>
                          <a:cs typeface="Arial MT"/>
                        </a:rPr>
                        <a:t>of</a:t>
                      </a:r>
                      <a:r>
                        <a:rPr sz="1400" spc="300" dirty="0">
                          <a:latin typeface="Arial MT"/>
                          <a:cs typeface="Arial MT"/>
                        </a:rPr>
                        <a:t> </a:t>
                      </a:r>
                      <a:r>
                        <a:rPr sz="1400" spc="-5" dirty="0">
                          <a:latin typeface="Arial MT"/>
                          <a:cs typeface="Arial MT"/>
                        </a:rPr>
                        <a:t>supplementary</a:t>
                      </a:r>
                      <a:r>
                        <a:rPr sz="1400" spc="290" dirty="0">
                          <a:latin typeface="Arial MT"/>
                          <a:cs typeface="Arial MT"/>
                        </a:rPr>
                        <a:t> </a:t>
                      </a:r>
                      <a:r>
                        <a:rPr sz="1400" spc="-5" dirty="0">
                          <a:latin typeface="Arial MT"/>
                          <a:cs typeface="Arial MT"/>
                        </a:rPr>
                        <a:t>tasks</a:t>
                      </a:r>
                      <a:r>
                        <a:rPr sz="1400" spc="300" dirty="0">
                          <a:latin typeface="Arial MT"/>
                          <a:cs typeface="Arial MT"/>
                        </a:rPr>
                        <a:t> </a:t>
                      </a:r>
                      <a:r>
                        <a:rPr sz="1400" spc="-5" dirty="0">
                          <a:latin typeface="Arial MT"/>
                          <a:cs typeface="Arial MT"/>
                        </a:rPr>
                        <a:t>that</a:t>
                      </a:r>
                      <a:r>
                        <a:rPr sz="1400" spc="300" dirty="0">
                          <a:latin typeface="Arial MT"/>
                          <a:cs typeface="Arial MT"/>
                        </a:rPr>
                        <a:t> </a:t>
                      </a:r>
                      <a:r>
                        <a:rPr sz="1400" dirty="0">
                          <a:latin typeface="Arial MT"/>
                          <a:cs typeface="Arial MT"/>
                        </a:rPr>
                        <a:t>are</a:t>
                      </a:r>
                      <a:r>
                        <a:rPr sz="1400" spc="295" dirty="0">
                          <a:latin typeface="Arial MT"/>
                          <a:cs typeface="Arial MT"/>
                        </a:rPr>
                        <a:t> </a:t>
                      </a:r>
                      <a:r>
                        <a:rPr sz="1400" spc="-5" dirty="0">
                          <a:latin typeface="Arial MT"/>
                          <a:cs typeface="Arial MT"/>
                        </a:rPr>
                        <a:t>needed,</a:t>
                      </a:r>
                      <a:r>
                        <a:rPr sz="1400" spc="295" dirty="0">
                          <a:latin typeface="Arial MT"/>
                          <a:cs typeface="Arial MT"/>
                        </a:rPr>
                        <a:t> </a:t>
                      </a:r>
                      <a:r>
                        <a:rPr sz="1400" spc="-5" dirty="0">
                          <a:latin typeface="Arial MT"/>
                          <a:cs typeface="Arial MT"/>
                        </a:rPr>
                        <a:t>such</a:t>
                      </a:r>
                      <a:r>
                        <a:rPr sz="1400" spc="295" dirty="0">
                          <a:latin typeface="Arial MT"/>
                          <a:cs typeface="Arial MT"/>
                        </a:rPr>
                        <a:t> </a:t>
                      </a:r>
                      <a:r>
                        <a:rPr sz="1400" dirty="0">
                          <a:latin typeface="Arial MT"/>
                          <a:cs typeface="Arial MT"/>
                        </a:rPr>
                        <a:t>as</a:t>
                      </a:r>
                      <a:r>
                        <a:rPr sz="1400" spc="300" dirty="0">
                          <a:latin typeface="Arial MT"/>
                          <a:cs typeface="Arial MT"/>
                        </a:rPr>
                        <a:t> </a:t>
                      </a:r>
                      <a:r>
                        <a:rPr sz="1400" spc="-5" dirty="0">
                          <a:latin typeface="Arial MT"/>
                          <a:cs typeface="Arial MT"/>
                        </a:rPr>
                        <a:t>architecture</a:t>
                      </a:r>
                      <a:endParaRPr sz="1400" dirty="0">
                        <a:latin typeface="Arial MT"/>
                        <a:cs typeface="Arial MT"/>
                      </a:endParaRPr>
                    </a:p>
                    <a:p>
                      <a:pPr marL="68580" algn="just">
                        <a:lnSpc>
                          <a:spcPts val="1625"/>
                        </a:lnSpc>
                      </a:pPr>
                      <a:r>
                        <a:rPr sz="1400" dirty="0">
                          <a:latin typeface="Arial MT"/>
                          <a:cs typeface="Arial MT"/>
                        </a:rPr>
                        <a:t>definition</a:t>
                      </a:r>
                      <a:r>
                        <a:rPr sz="1400" spc="-45" dirty="0">
                          <a:latin typeface="Arial MT"/>
                          <a:cs typeface="Arial MT"/>
                        </a:rPr>
                        <a:t> </a:t>
                      </a:r>
                      <a:r>
                        <a:rPr sz="1400" spc="-5" dirty="0">
                          <a:latin typeface="Arial MT"/>
                          <a:cs typeface="Arial MT"/>
                        </a:rPr>
                        <a:t>or</a:t>
                      </a:r>
                      <a:r>
                        <a:rPr sz="1400" spc="-25" dirty="0">
                          <a:latin typeface="Arial MT"/>
                          <a:cs typeface="Arial MT"/>
                        </a:rPr>
                        <a:t> </a:t>
                      </a:r>
                      <a:r>
                        <a:rPr sz="1400" dirty="0">
                          <a:latin typeface="Arial MT"/>
                          <a:cs typeface="Arial MT"/>
                        </a:rPr>
                        <a:t>user</a:t>
                      </a:r>
                      <a:r>
                        <a:rPr sz="1400" spc="-20" dirty="0">
                          <a:latin typeface="Arial MT"/>
                          <a:cs typeface="Arial MT"/>
                        </a:rPr>
                        <a:t> </a:t>
                      </a:r>
                      <a:r>
                        <a:rPr sz="1400" spc="-5" dirty="0">
                          <a:latin typeface="Arial MT"/>
                          <a:cs typeface="Arial MT"/>
                        </a:rPr>
                        <a:t>documentation.</a:t>
                      </a:r>
                      <a:endParaRPr sz="1400" dirty="0">
                        <a:latin typeface="Arial MT"/>
                        <a:cs typeface="Arial MT"/>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xmlns="" val="10003"/>
                  </a:ext>
                </a:extLst>
              </a:tr>
              <a:tr h="1103464">
                <a:tc>
                  <a:txBody>
                    <a:bodyPr/>
                    <a:lstStyle/>
                    <a:p>
                      <a:pPr marL="67945">
                        <a:lnSpc>
                          <a:spcPts val="1645"/>
                        </a:lnSpc>
                      </a:pPr>
                      <a:r>
                        <a:rPr sz="1400" dirty="0">
                          <a:latin typeface="Arial MT"/>
                          <a:cs typeface="Arial MT"/>
                        </a:rPr>
                        <a:t>Product</a:t>
                      </a:r>
                      <a:r>
                        <a:rPr sz="1400" spc="-70" dirty="0">
                          <a:latin typeface="Arial MT"/>
                          <a:cs typeface="Arial MT"/>
                        </a:rPr>
                        <a:t> </a:t>
                      </a:r>
                      <a:r>
                        <a:rPr sz="1400" spc="-5" dirty="0">
                          <a:latin typeface="Arial MT"/>
                          <a:cs typeface="Arial MT"/>
                        </a:rPr>
                        <a:t>owner</a:t>
                      </a:r>
                      <a:endParaRPr sz="1400">
                        <a:latin typeface="Arial MT"/>
                        <a:cs typeface="Arial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68580" marR="60325" algn="just">
                        <a:lnSpc>
                          <a:spcPts val="1680"/>
                        </a:lnSpc>
                        <a:spcBef>
                          <a:spcPts val="20"/>
                        </a:spcBef>
                      </a:pPr>
                      <a:r>
                        <a:rPr sz="1400" spc="-5" dirty="0">
                          <a:latin typeface="Arial MT"/>
                          <a:cs typeface="Arial MT"/>
                        </a:rPr>
                        <a:t>An</a:t>
                      </a:r>
                      <a:r>
                        <a:rPr sz="1400" dirty="0">
                          <a:latin typeface="Arial MT"/>
                          <a:cs typeface="Arial MT"/>
                        </a:rPr>
                        <a:t> </a:t>
                      </a:r>
                      <a:r>
                        <a:rPr sz="1400" spc="-5" dirty="0">
                          <a:latin typeface="Arial MT"/>
                          <a:cs typeface="Arial MT"/>
                        </a:rPr>
                        <a:t>individual</a:t>
                      </a:r>
                      <a:r>
                        <a:rPr sz="1400" dirty="0">
                          <a:latin typeface="Arial MT"/>
                          <a:cs typeface="Arial MT"/>
                        </a:rPr>
                        <a:t> </a:t>
                      </a:r>
                      <a:r>
                        <a:rPr sz="1400" spc="-5" dirty="0">
                          <a:latin typeface="Arial MT"/>
                          <a:cs typeface="Arial MT"/>
                        </a:rPr>
                        <a:t>(or</a:t>
                      </a:r>
                      <a:r>
                        <a:rPr sz="1400" dirty="0">
                          <a:latin typeface="Arial MT"/>
                          <a:cs typeface="Arial MT"/>
                        </a:rPr>
                        <a:t> </a:t>
                      </a:r>
                      <a:r>
                        <a:rPr sz="1400" spc="-5" dirty="0">
                          <a:latin typeface="Arial MT"/>
                          <a:cs typeface="Arial MT"/>
                        </a:rPr>
                        <a:t>possibly </a:t>
                      </a:r>
                      <a:r>
                        <a:rPr sz="1400" dirty="0">
                          <a:latin typeface="Arial MT"/>
                          <a:cs typeface="Arial MT"/>
                        </a:rPr>
                        <a:t>a </a:t>
                      </a:r>
                      <a:r>
                        <a:rPr sz="1400" spc="-5" dirty="0">
                          <a:latin typeface="Arial MT"/>
                          <a:cs typeface="Arial MT"/>
                        </a:rPr>
                        <a:t>small </a:t>
                      </a:r>
                      <a:r>
                        <a:rPr sz="1400" spc="-10" dirty="0">
                          <a:latin typeface="Arial MT"/>
                          <a:cs typeface="Arial MT"/>
                        </a:rPr>
                        <a:t>group)</a:t>
                      </a:r>
                      <a:r>
                        <a:rPr sz="1400" spc="-5" dirty="0">
                          <a:latin typeface="Arial MT"/>
                          <a:cs typeface="Arial MT"/>
                        </a:rPr>
                        <a:t> whose</a:t>
                      </a:r>
                      <a:r>
                        <a:rPr sz="1400" dirty="0">
                          <a:latin typeface="Arial MT"/>
                          <a:cs typeface="Arial MT"/>
                        </a:rPr>
                        <a:t> </a:t>
                      </a:r>
                      <a:r>
                        <a:rPr sz="1400" spc="-5" dirty="0">
                          <a:latin typeface="Arial MT"/>
                          <a:cs typeface="Arial MT"/>
                        </a:rPr>
                        <a:t>job</a:t>
                      </a:r>
                      <a:r>
                        <a:rPr sz="1400" dirty="0">
                          <a:latin typeface="Arial MT"/>
                          <a:cs typeface="Arial MT"/>
                        </a:rPr>
                        <a:t> </a:t>
                      </a:r>
                      <a:r>
                        <a:rPr sz="1400" spc="-10" dirty="0">
                          <a:latin typeface="Arial MT"/>
                          <a:cs typeface="Arial MT"/>
                        </a:rPr>
                        <a:t>is </a:t>
                      </a:r>
                      <a:r>
                        <a:rPr sz="1400" dirty="0">
                          <a:latin typeface="Arial MT"/>
                          <a:cs typeface="Arial MT"/>
                        </a:rPr>
                        <a:t>to </a:t>
                      </a:r>
                      <a:r>
                        <a:rPr sz="1400" spc="-5" dirty="0">
                          <a:latin typeface="Arial MT"/>
                          <a:cs typeface="Arial MT"/>
                        </a:rPr>
                        <a:t>identify </a:t>
                      </a:r>
                      <a:r>
                        <a:rPr sz="1400" spc="-10" dirty="0">
                          <a:latin typeface="Arial MT"/>
                          <a:cs typeface="Arial MT"/>
                        </a:rPr>
                        <a:t>product </a:t>
                      </a:r>
                      <a:r>
                        <a:rPr sz="1400" spc="-5" dirty="0">
                          <a:latin typeface="Arial MT"/>
                          <a:cs typeface="Arial MT"/>
                        </a:rPr>
                        <a:t> features </a:t>
                      </a:r>
                      <a:r>
                        <a:rPr sz="1400" spc="-10" dirty="0">
                          <a:latin typeface="Arial MT"/>
                          <a:cs typeface="Arial MT"/>
                        </a:rPr>
                        <a:t>or </a:t>
                      </a:r>
                      <a:r>
                        <a:rPr sz="1400" spc="-5" dirty="0">
                          <a:latin typeface="Arial MT"/>
                          <a:cs typeface="Arial MT"/>
                        </a:rPr>
                        <a:t>requirements, prioritize </a:t>
                      </a:r>
                      <a:r>
                        <a:rPr sz="1400" spc="-10" dirty="0">
                          <a:latin typeface="Arial MT"/>
                          <a:cs typeface="Arial MT"/>
                        </a:rPr>
                        <a:t>these </a:t>
                      </a:r>
                      <a:r>
                        <a:rPr sz="1400" spc="-5" dirty="0">
                          <a:latin typeface="Arial MT"/>
                          <a:cs typeface="Arial MT"/>
                        </a:rPr>
                        <a:t>for development and continuously </a:t>
                      </a:r>
                      <a:r>
                        <a:rPr sz="1400" dirty="0">
                          <a:latin typeface="Arial MT"/>
                          <a:cs typeface="Arial MT"/>
                        </a:rPr>
                        <a:t> </a:t>
                      </a:r>
                      <a:r>
                        <a:rPr sz="1400" spc="-5" dirty="0">
                          <a:latin typeface="Arial MT"/>
                          <a:cs typeface="Arial MT"/>
                        </a:rPr>
                        <a:t>review </a:t>
                      </a:r>
                      <a:r>
                        <a:rPr sz="1400" dirty="0">
                          <a:latin typeface="Arial MT"/>
                          <a:cs typeface="Arial MT"/>
                        </a:rPr>
                        <a:t>the </a:t>
                      </a:r>
                      <a:r>
                        <a:rPr sz="1400" spc="-5" dirty="0">
                          <a:latin typeface="Arial MT"/>
                          <a:cs typeface="Arial MT"/>
                        </a:rPr>
                        <a:t>product backlog to ensure that the project continues to meet critical </a:t>
                      </a:r>
                      <a:r>
                        <a:rPr sz="1400" spc="-375" dirty="0">
                          <a:latin typeface="Arial MT"/>
                          <a:cs typeface="Arial MT"/>
                        </a:rPr>
                        <a:t> </a:t>
                      </a:r>
                      <a:r>
                        <a:rPr sz="1400" spc="-5" dirty="0">
                          <a:latin typeface="Arial MT"/>
                          <a:cs typeface="Arial MT"/>
                        </a:rPr>
                        <a:t>business</a:t>
                      </a:r>
                      <a:r>
                        <a:rPr sz="1400" spc="130" dirty="0">
                          <a:latin typeface="Arial MT"/>
                          <a:cs typeface="Arial MT"/>
                        </a:rPr>
                        <a:t> </a:t>
                      </a:r>
                      <a:r>
                        <a:rPr sz="1400" spc="-10" dirty="0">
                          <a:latin typeface="Arial MT"/>
                          <a:cs typeface="Arial MT"/>
                        </a:rPr>
                        <a:t>needs.</a:t>
                      </a:r>
                      <a:r>
                        <a:rPr sz="1400" spc="135" dirty="0">
                          <a:latin typeface="Arial MT"/>
                          <a:cs typeface="Arial MT"/>
                        </a:rPr>
                        <a:t> </a:t>
                      </a:r>
                      <a:r>
                        <a:rPr sz="1400" spc="-5" dirty="0">
                          <a:latin typeface="Arial MT"/>
                          <a:cs typeface="Arial MT"/>
                        </a:rPr>
                        <a:t>The</a:t>
                      </a:r>
                      <a:r>
                        <a:rPr sz="1400" spc="125" dirty="0">
                          <a:latin typeface="Arial MT"/>
                          <a:cs typeface="Arial MT"/>
                        </a:rPr>
                        <a:t> </a:t>
                      </a:r>
                      <a:r>
                        <a:rPr sz="1400" spc="-5" dirty="0">
                          <a:latin typeface="Arial MT"/>
                          <a:cs typeface="Arial MT"/>
                        </a:rPr>
                        <a:t>Product</a:t>
                      </a:r>
                      <a:r>
                        <a:rPr sz="1400" spc="135" dirty="0">
                          <a:latin typeface="Arial MT"/>
                          <a:cs typeface="Arial MT"/>
                        </a:rPr>
                        <a:t> </a:t>
                      </a:r>
                      <a:r>
                        <a:rPr sz="1400" spc="-5" dirty="0">
                          <a:latin typeface="Arial MT"/>
                          <a:cs typeface="Arial MT"/>
                        </a:rPr>
                        <a:t>Owner</a:t>
                      </a:r>
                      <a:r>
                        <a:rPr sz="1400" spc="114" dirty="0">
                          <a:latin typeface="Arial MT"/>
                          <a:cs typeface="Arial MT"/>
                        </a:rPr>
                        <a:t> </a:t>
                      </a:r>
                      <a:r>
                        <a:rPr sz="1400" spc="-5" dirty="0">
                          <a:latin typeface="Arial MT"/>
                          <a:cs typeface="Arial MT"/>
                        </a:rPr>
                        <a:t>can</a:t>
                      </a:r>
                      <a:r>
                        <a:rPr sz="1400" spc="125" dirty="0">
                          <a:latin typeface="Arial MT"/>
                          <a:cs typeface="Arial MT"/>
                        </a:rPr>
                        <a:t> </a:t>
                      </a:r>
                      <a:r>
                        <a:rPr sz="1400" dirty="0">
                          <a:latin typeface="Arial MT"/>
                          <a:cs typeface="Arial MT"/>
                        </a:rPr>
                        <a:t>be</a:t>
                      </a:r>
                      <a:r>
                        <a:rPr sz="1400" spc="130" dirty="0">
                          <a:latin typeface="Arial MT"/>
                          <a:cs typeface="Arial MT"/>
                        </a:rPr>
                        <a:t> </a:t>
                      </a:r>
                      <a:r>
                        <a:rPr sz="1400" dirty="0">
                          <a:latin typeface="Arial MT"/>
                          <a:cs typeface="Arial MT"/>
                        </a:rPr>
                        <a:t>a</a:t>
                      </a:r>
                      <a:r>
                        <a:rPr sz="1400" spc="114" dirty="0">
                          <a:latin typeface="Arial MT"/>
                          <a:cs typeface="Arial MT"/>
                        </a:rPr>
                        <a:t> </a:t>
                      </a:r>
                      <a:r>
                        <a:rPr sz="1400" spc="-5" dirty="0">
                          <a:latin typeface="Arial MT"/>
                          <a:cs typeface="Arial MT"/>
                        </a:rPr>
                        <a:t>customer</a:t>
                      </a:r>
                      <a:r>
                        <a:rPr sz="1400" spc="130" dirty="0">
                          <a:latin typeface="Arial MT"/>
                          <a:cs typeface="Arial MT"/>
                        </a:rPr>
                        <a:t> </a:t>
                      </a:r>
                      <a:r>
                        <a:rPr sz="1400" spc="-5" dirty="0">
                          <a:latin typeface="Arial MT"/>
                          <a:cs typeface="Arial MT"/>
                        </a:rPr>
                        <a:t>but</a:t>
                      </a:r>
                      <a:r>
                        <a:rPr sz="1400" spc="135" dirty="0">
                          <a:latin typeface="Arial MT"/>
                          <a:cs typeface="Arial MT"/>
                        </a:rPr>
                        <a:t> </a:t>
                      </a:r>
                      <a:r>
                        <a:rPr sz="1400" spc="-10" dirty="0">
                          <a:latin typeface="Arial MT"/>
                          <a:cs typeface="Arial MT"/>
                        </a:rPr>
                        <a:t>might</a:t>
                      </a:r>
                      <a:r>
                        <a:rPr sz="1400" spc="135" dirty="0">
                          <a:latin typeface="Arial MT"/>
                          <a:cs typeface="Arial MT"/>
                        </a:rPr>
                        <a:t> </a:t>
                      </a:r>
                      <a:r>
                        <a:rPr sz="1400" spc="-5" dirty="0">
                          <a:latin typeface="Arial MT"/>
                          <a:cs typeface="Arial MT"/>
                        </a:rPr>
                        <a:t>also</a:t>
                      </a:r>
                      <a:r>
                        <a:rPr sz="1400" spc="125" dirty="0">
                          <a:latin typeface="Arial MT"/>
                          <a:cs typeface="Arial MT"/>
                        </a:rPr>
                        <a:t> </a:t>
                      </a:r>
                      <a:r>
                        <a:rPr sz="1400" spc="-5" dirty="0">
                          <a:latin typeface="Arial MT"/>
                          <a:cs typeface="Arial MT"/>
                        </a:rPr>
                        <a:t>be</a:t>
                      </a:r>
                      <a:r>
                        <a:rPr sz="1400" spc="130" dirty="0">
                          <a:latin typeface="Arial MT"/>
                          <a:cs typeface="Arial MT"/>
                        </a:rPr>
                        <a:t> </a:t>
                      </a:r>
                      <a:r>
                        <a:rPr sz="1400" dirty="0">
                          <a:latin typeface="Arial MT"/>
                          <a:cs typeface="Arial MT"/>
                        </a:rPr>
                        <a:t>a</a:t>
                      </a:r>
                    </a:p>
                    <a:p>
                      <a:pPr marL="68580" algn="just">
                        <a:lnSpc>
                          <a:spcPts val="1625"/>
                        </a:lnSpc>
                      </a:pPr>
                      <a:r>
                        <a:rPr sz="1400" dirty="0">
                          <a:latin typeface="Arial MT"/>
                          <a:cs typeface="Arial MT"/>
                        </a:rPr>
                        <a:t>product</a:t>
                      </a:r>
                      <a:r>
                        <a:rPr sz="1400" spc="-30" dirty="0">
                          <a:latin typeface="Arial MT"/>
                          <a:cs typeface="Arial MT"/>
                        </a:rPr>
                        <a:t> </a:t>
                      </a:r>
                      <a:r>
                        <a:rPr sz="1400" dirty="0">
                          <a:latin typeface="Arial MT"/>
                          <a:cs typeface="Arial MT"/>
                        </a:rPr>
                        <a:t>manager</a:t>
                      </a:r>
                      <a:r>
                        <a:rPr sz="1400" spc="-40" dirty="0">
                          <a:latin typeface="Arial MT"/>
                          <a:cs typeface="Arial MT"/>
                        </a:rPr>
                        <a:t> </a:t>
                      </a:r>
                      <a:r>
                        <a:rPr sz="1400" dirty="0">
                          <a:latin typeface="Arial MT"/>
                          <a:cs typeface="Arial MT"/>
                        </a:rPr>
                        <a:t>in</a:t>
                      </a:r>
                      <a:r>
                        <a:rPr sz="1400" spc="-5" dirty="0">
                          <a:latin typeface="Arial MT"/>
                          <a:cs typeface="Arial MT"/>
                        </a:rPr>
                        <a:t> </a:t>
                      </a:r>
                      <a:r>
                        <a:rPr sz="1400" dirty="0">
                          <a:latin typeface="Arial MT"/>
                          <a:cs typeface="Arial MT"/>
                        </a:rPr>
                        <a:t>a </a:t>
                      </a:r>
                      <a:r>
                        <a:rPr sz="1400" spc="-5" dirty="0">
                          <a:latin typeface="Arial MT"/>
                          <a:cs typeface="Arial MT"/>
                        </a:rPr>
                        <a:t>software</a:t>
                      </a:r>
                      <a:r>
                        <a:rPr sz="1400" spc="-25" dirty="0">
                          <a:latin typeface="Arial MT"/>
                          <a:cs typeface="Arial MT"/>
                        </a:rPr>
                        <a:t> </a:t>
                      </a:r>
                      <a:r>
                        <a:rPr sz="1400" dirty="0">
                          <a:latin typeface="Arial MT"/>
                          <a:cs typeface="Arial MT"/>
                        </a:rPr>
                        <a:t>company</a:t>
                      </a:r>
                      <a:r>
                        <a:rPr sz="1400" spc="-30" dirty="0">
                          <a:latin typeface="Arial MT"/>
                          <a:cs typeface="Arial MT"/>
                        </a:rPr>
                        <a:t> </a:t>
                      </a:r>
                      <a:r>
                        <a:rPr sz="1400" spc="-5" dirty="0">
                          <a:latin typeface="Arial MT"/>
                          <a:cs typeface="Arial MT"/>
                        </a:rPr>
                        <a:t>or</a:t>
                      </a:r>
                      <a:r>
                        <a:rPr sz="1400" dirty="0">
                          <a:latin typeface="Arial MT"/>
                          <a:cs typeface="Arial MT"/>
                        </a:rPr>
                        <a:t> other</a:t>
                      </a:r>
                      <a:r>
                        <a:rPr sz="1400" spc="-20" dirty="0">
                          <a:latin typeface="Arial MT"/>
                          <a:cs typeface="Arial MT"/>
                        </a:rPr>
                        <a:t> </a:t>
                      </a:r>
                      <a:r>
                        <a:rPr sz="1400" spc="-5" dirty="0">
                          <a:latin typeface="Arial MT"/>
                          <a:cs typeface="Arial MT"/>
                        </a:rPr>
                        <a:t>stakeholder</a:t>
                      </a:r>
                      <a:r>
                        <a:rPr sz="1400" spc="-35" dirty="0">
                          <a:latin typeface="Arial MT"/>
                          <a:cs typeface="Arial MT"/>
                        </a:rPr>
                        <a:t> </a:t>
                      </a:r>
                      <a:r>
                        <a:rPr sz="1400" spc="-5" dirty="0">
                          <a:latin typeface="Arial MT"/>
                          <a:cs typeface="Arial MT"/>
                        </a:rPr>
                        <a:t>representative.</a:t>
                      </a:r>
                      <a:endParaRPr sz="1400" dirty="0">
                        <a:latin typeface="Arial MT"/>
                        <a:cs typeface="Arial MT"/>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xmlns="" val="10004"/>
                  </a:ext>
                </a:extLst>
              </a:tr>
            </a:tbl>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3275329" cy="391160"/>
          </a:xfrm>
          <a:prstGeom prst="rect">
            <a:avLst/>
          </a:prstGeom>
        </p:spPr>
        <p:txBody>
          <a:bodyPr vert="horz" wrap="square" lIns="0" tIns="12700" rIns="0" bIns="0" rtlCol="0">
            <a:spAutoFit/>
          </a:bodyPr>
          <a:lstStyle/>
          <a:p>
            <a:pPr marL="12700">
              <a:lnSpc>
                <a:spcPct val="100000"/>
              </a:lnSpc>
              <a:spcBef>
                <a:spcPts val="100"/>
              </a:spcBef>
            </a:pPr>
            <a:r>
              <a:rPr spc="-5" dirty="0"/>
              <a:t>Scrum</a:t>
            </a:r>
            <a:r>
              <a:rPr spc="-35" dirty="0"/>
              <a:t> </a:t>
            </a:r>
            <a:r>
              <a:rPr dirty="0"/>
              <a:t>terminology</a:t>
            </a:r>
            <a:r>
              <a:rPr spc="-65" dirty="0"/>
              <a:t> </a:t>
            </a:r>
            <a:r>
              <a:rPr dirty="0"/>
              <a:t>(b)</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40</a:t>
            </a:fld>
            <a:endParaRPr dirty="0"/>
          </a:p>
        </p:txBody>
      </p:sp>
      <p:graphicFrame>
        <p:nvGraphicFramePr>
          <p:cNvPr id="3" name="object 3"/>
          <p:cNvGraphicFramePr>
            <a:graphicFrameLocks noGrp="1"/>
          </p:cNvGraphicFramePr>
          <p:nvPr/>
        </p:nvGraphicFramePr>
        <p:xfrm>
          <a:off x="336550" y="1771650"/>
          <a:ext cx="8229600" cy="4444997"/>
        </p:xfrm>
        <a:graphic>
          <a:graphicData uri="http://schemas.openxmlformats.org/drawingml/2006/table">
            <a:tbl>
              <a:tblPr firstRow="1" bandRow="1">
                <a:tableStyleId>{2D5ABB26-0587-4C30-8999-92F81FD0307C}</a:tableStyleId>
              </a:tblPr>
              <a:tblGrid>
                <a:gridCol w="2324100">
                  <a:extLst>
                    <a:ext uri="{9D8B030D-6E8A-4147-A177-3AD203B41FA5}">
                      <a16:colId xmlns:a16="http://schemas.microsoft.com/office/drawing/2014/main" xmlns="" val="20000"/>
                    </a:ext>
                  </a:extLst>
                </a:gridCol>
                <a:gridCol w="5905500">
                  <a:extLst>
                    <a:ext uri="{9D8B030D-6E8A-4147-A177-3AD203B41FA5}">
                      <a16:colId xmlns:a16="http://schemas.microsoft.com/office/drawing/2014/main" xmlns="" val="20001"/>
                    </a:ext>
                  </a:extLst>
                </a:gridCol>
              </a:tblGrid>
              <a:tr h="370839">
                <a:tc>
                  <a:txBody>
                    <a:bodyPr/>
                    <a:lstStyle/>
                    <a:p>
                      <a:pPr marL="91440">
                        <a:lnSpc>
                          <a:spcPct val="100000"/>
                        </a:lnSpc>
                        <a:spcBef>
                          <a:spcPts val="244"/>
                        </a:spcBef>
                      </a:pPr>
                      <a:r>
                        <a:rPr sz="1800" b="1" dirty="0">
                          <a:solidFill>
                            <a:srgbClr val="FFFFFF"/>
                          </a:solidFill>
                          <a:latin typeface="Calibri"/>
                          <a:cs typeface="Calibri"/>
                        </a:rPr>
                        <a:t>Scrum</a:t>
                      </a:r>
                      <a:r>
                        <a:rPr sz="1800" b="1" spc="-55" dirty="0">
                          <a:solidFill>
                            <a:srgbClr val="FFFFFF"/>
                          </a:solidFill>
                          <a:latin typeface="Calibri"/>
                          <a:cs typeface="Calibri"/>
                        </a:rPr>
                        <a:t> </a:t>
                      </a:r>
                      <a:r>
                        <a:rPr sz="1800" b="1" spc="-10" dirty="0">
                          <a:solidFill>
                            <a:srgbClr val="FFFFFF"/>
                          </a:solidFill>
                          <a:latin typeface="Calibri"/>
                          <a:cs typeface="Calibri"/>
                        </a:rPr>
                        <a:t>term</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1440">
                        <a:lnSpc>
                          <a:spcPct val="100000"/>
                        </a:lnSpc>
                        <a:spcBef>
                          <a:spcPts val="244"/>
                        </a:spcBef>
                      </a:pPr>
                      <a:r>
                        <a:rPr sz="1800" b="1" spc="-5" dirty="0">
                          <a:solidFill>
                            <a:srgbClr val="FFFFFF"/>
                          </a:solidFill>
                          <a:latin typeface="Calibri"/>
                          <a:cs typeface="Calibri"/>
                        </a:rPr>
                        <a:t>Definition</a:t>
                      </a:r>
                      <a:endParaRPr sz="180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xmlns="" val="10000"/>
                  </a:ext>
                </a:extLst>
              </a:tr>
              <a:tr h="929639">
                <a:tc>
                  <a:txBody>
                    <a:bodyPr/>
                    <a:lstStyle/>
                    <a:p>
                      <a:pPr marL="415925">
                        <a:lnSpc>
                          <a:spcPts val="1639"/>
                        </a:lnSpc>
                      </a:pPr>
                      <a:r>
                        <a:rPr sz="1400" dirty="0">
                          <a:latin typeface="Arial MT"/>
                          <a:cs typeface="Arial MT"/>
                        </a:rPr>
                        <a:t>Scrum</a:t>
                      </a:r>
                      <a:endParaRPr sz="1400">
                        <a:latin typeface="Arial MT"/>
                        <a:cs typeface="Arial MT"/>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68580" marR="240665">
                        <a:lnSpc>
                          <a:spcPts val="1680"/>
                        </a:lnSpc>
                        <a:spcBef>
                          <a:spcPts val="15"/>
                        </a:spcBef>
                      </a:pPr>
                      <a:r>
                        <a:rPr sz="1400" dirty="0">
                          <a:latin typeface="Arial MT"/>
                          <a:cs typeface="Arial MT"/>
                        </a:rPr>
                        <a:t>A</a:t>
                      </a:r>
                      <a:r>
                        <a:rPr sz="1400" spc="-85" dirty="0">
                          <a:latin typeface="Arial MT"/>
                          <a:cs typeface="Arial MT"/>
                        </a:rPr>
                        <a:t> </a:t>
                      </a:r>
                      <a:r>
                        <a:rPr sz="1400" dirty="0">
                          <a:latin typeface="Arial MT"/>
                          <a:cs typeface="Arial MT"/>
                        </a:rPr>
                        <a:t>daily</a:t>
                      </a:r>
                      <a:r>
                        <a:rPr sz="1400" spc="-15" dirty="0">
                          <a:latin typeface="Arial MT"/>
                          <a:cs typeface="Arial MT"/>
                        </a:rPr>
                        <a:t> </a:t>
                      </a:r>
                      <a:r>
                        <a:rPr sz="1400" dirty="0">
                          <a:latin typeface="Arial MT"/>
                          <a:cs typeface="Arial MT"/>
                        </a:rPr>
                        <a:t>meeting</a:t>
                      </a:r>
                      <a:r>
                        <a:rPr sz="1400" spc="-35" dirty="0">
                          <a:latin typeface="Arial MT"/>
                          <a:cs typeface="Arial MT"/>
                        </a:rPr>
                        <a:t> </a:t>
                      </a:r>
                      <a:r>
                        <a:rPr sz="1400" dirty="0">
                          <a:latin typeface="Arial MT"/>
                          <a:cs typeface="Arial MT"/>
                        </a:rPr>
                        <a:t>of</a:t>
                      </a:r>
                      <a:r>
                        <a:rPr sz="1400" spc="-15" dirty="0">
                          <a:latin typeface="Arial MT"/>
                          <a:cs typeface="Arial MT"/>
                        </a:rPr>
                        <a:t> </a:t>
                      </a:r>
                      <a:r>
                        <a:rPr sz="1400" dirty="0">
                          <a:latin typeface="Arial MT"/>
                          <a:cs typeface="Arial MT"/>
                        </a:rPr>
                        <a:t>the</a:t>
                      </a:r>
                      <a:r>
                        <a:rPr sz="1400" spc="-20" dirty="0">
                          <a:latin typeface="Arial MT"/>
                          <a:cs typeface="Arial MT"/>
                        </a:rPr>
                        <a:t> </a:t>
                      </a:r>
                      <a:r>
                        <a:rPr sz="1400" dirty="0">
                          <a:latin typeface="Arial MT"/>
                          <a:cs typeface="Arial MT"/>
                        </a:rPr>
                        <a:t>Scrum</a:t>
                      </a:r>
                      <a:r>
                        <a:rPr sz="1400" spc="-45" dirty="0">
                          <a:latin typeface="Arial MT"/>
                          <a:cs typeface="Arial MT"/>
                        </a:rPr>
                        <a:t> </a:t>
                      </a:r>
                      <a:r>
                        <a:rPr sz="1400" dirty="0">
                          <a:latin typeface="Arial MT"/>
                          <a:cs typeface="Arial MT"/>
                        </a:rPr>
                        <a:t>team</a:t>
                      </a:r>
                      <a:r>
                        <a:rPr sz="1400" spc="-25" dirty="0">
                          <a:latin typeface="Arial MT"/>
                          <a:cs typeface="Arial MT"/>
                        </a:rPr>
                        <a:t> </a:t>
                      </a:r>
                      <a:r>
                        <a:rPr sz="1400" dirty="0">
                          <a:latin typeface="Arial MT"/>
                          <a:cs typeface="Arial MT"/>
                        </a:rPr>
                        <a:t>that</a:t>
                      </a:r>
                      <a:r>
                        <a:rPr sz="1400" spc="-35" dirty="0">
                          <a:latin typeface="Arial MT"/>
                          <a:cs typeface="Arial MT"/>
                        </a:rPr>
                        <a:t> </a:t>
                      </a:r>
                      <a:r>
                        <a:rPr sz="1400" spc="-5" dirty="0">
                          <a:latin typeface="Arial MT"/>
                          <a:cs typeface="Arial MT"/>
                        </a:rPr>
                        <a:t>reviews</a:t>
                      </a:r>
                      <a:r>
                        <a:rPr sz="1400" spc="5" dirty="0">
                          <a:latin typeface="Arial MT"/>
                          <a:cs typeface="Arial MT"/>
                        </a:rPr>
                        <a:t> </a:t>
                      </a:r>
                      <a:r>
                        <a:rPr sz="1400" dirty="0">
                          <a:latin typeface="Arial MT"/>
                          <a:cs typeface="Arial MT"/>
                        </a:rPr>
                        <a:t>progress</a:t>
                      </a:r>
                      <a:r>
                        <a:rPr sz="1400" spc="-40" dirty="0">
                          <a:latin typeface="Arial MT"/>
                          <a:cs typeface="Arial MT"/>
                        </a:rPr>
                        <a:t> </a:t>
                      </a:r>
                      <a:r>
                        <a:rPr sz="1400" dirty="0">
                          <a:latin typeface="Arial MT"/>
                          <a:cs typeface="Arial MT"/>
                        </a:rPr>
                        <a:t>and</a:t>
                      </a:r>
                      <a:r>
                        <a:rPr sz="1400" spc="-25" dirty="0">
                          <a:latin typeface="Arial MT"/>
                          <a:cs typeface="Arial MT"/>
                        </a:rPr>
                        <a:t> </a:t>
                      </a:r>
                      <a:r>
                        <a:rPr sz="1400" dirty="0">
                          <a:latin typeface="Arial MT"/>
                          <a:cs typeface="Arial MT"/>
                        </a:rPr>
                        <a:t>prioritizes </a:t>
                      </a:r>
                      <a:r>
                        <a:rPr sz="1400" spc="-375" dirty="0">
                          <a:latin typeface="Arial MT"/>
                          <a:cs typeface="Arial MT"/>
                        </a:rPr>
                        <a:t> </a:t>
                      </a:r>
                      <a:r>
                        <a:rPr sz="1400" spc="-5" dirty="0">
                          <a:latin typeface="Arial MT"/>
                          <a:cs typeface="Arial MT"/>
                        </a:rPr>
                        <a:t>work </a:t>
                      </a:r>
                      <a:r>
                        <a:rPr sz="1400" dirty="0">
                          <a:latin typeface="Arial MT"/>
                          <a:cs typeface="Arial MT"/>
                        </a:rPr>
                        <a:t>to be done that </a:t>
                      </a:r>
                      <a:r>
                        <a:rPr sz="1400" spc="-35" dirty="0">
                          <a:latin typeface="Arial MT"/>
                          <a:cs typeface="Arial MT"/>
                        </a:rPr>
                        <a:t>day. </a:t>
                      </a:r>
                      <a:r>
                        <a:rPr sz="1400" spc="-15" dirty="0">
                          <a:latin typeface="Arial MT"/>
                          <a:cs typeface="Arial MT"/>
                        </a:rPr>
                        <a:t>Ideally, </a:t>
                      </a:r>
                      <a:r>
                        <a:rPr sz="1400" dirty="0">
                          <a:latin typeface="Arial MT"/>
                          <a:cs typeface="Arial MT"/>
                        </a:rPr>
                        <a:t>this should be a short face-to-face </a:t>
                      </a:r>
                      <a:r>
                        <a:rPr sz="1400" spc="5" dirty="0">
                          <a:latin typeface="Arial MT"/>
                          <a:cs typeface="Arial MT"/>
                        </a:rPr>
                        <a:t> </a:t>
                      </a:r>
                      <a:r>
                        <a:rPr sz="1400" dirty="0">
                          <a:latin typeface="Arial MT"/>
                          <a:cs typeface="Arial MT"/>
                        </a:rPr>
                        <a:t>meeting</a:t>
                      </a:r>
                      <a:r>
                        <a:rPr sz="1400" spc="-35" dirty="0">
                          <a:latin typeface="Arial MT"/>
                          <a:cs typeface="Arial MT"/>
                        </a:rPr>
                        <a:t> </a:t>
                      </a:r>
                      <a:r>
                        <a:rPr sz="1400" dirty="0">
                          <a:latin typeface="Arial MT"/>
                          <a:cs typeface="Arial MT"/>
                        </a:rPr>
                        <a:t>that</a:t>
                      </a:r>
                      <a:r>
                        <a:rPr sz="1400" spc="-30" dirty="0">
                          <a:latin typeface="Arial MT"/>
                          <a:cs typeface="Arial MT"/>
                        </a:rPr>
                        <a:t> </a:t>
                      </a:r>
                      <a:r>
                        <a:rPr sz="1400" dirty="0">
                          <a:latin typeface="Arial MT"/>
                          <a:cs typeface="Arial MT"/>
                        </a:rPr>
                        <a:t>includes</a:t>
                      </a:r>
                      <a:r>
                        <a:rPr sz="1400" spc="-40" dirty="0">
                          <a:latin typeface="Arial MT"/>
                          <a:cs typeface="Arial MT"/>
                        </a:rPr>
                        <a:t> </a:t>
                      </a:r>
                      <a:r>
                        <a:rPr sz="1400" dirty="0">
                          <a:latin typeface="Arial MT"/>
                          <a:cs typeface="Arial MT"/>
                        </a:rPr>
                        <a:t>the</a:t>
                      </a:r>
                      <a:r>
                        <a:rPr sz="1400" spc="-20" dirty="0">
                          <a:latin typeface="Arial MT"/>
                          <a:cs typeface="Arial MT"/>
                        </a:rPr>
                        <a:t> </a:t>
                      </a:r>
                      <a:r>
                        <a:rPr sz="1400" spc="-5" dirty="0">
                          <a:latin typeface="Arial MT"/>
                          <a:cs typeface="Arial MT"/>
                        </a:rPr>
                        <a:t>whole</a:t>
                      </a:r>
                      <a:r>
                        <a:rPr sz="1400" spc="-10" dirty="0">
                          <a:latin typeface="Arial MT"/>
                          <a:cs typeface="Arial MT"/>
                        </a:rPr>
                        <a:t> </a:t>
                      </a:r>
                      <a:r>
                        <a:rPr sz="1400" dirty="0">
                          <a:latin typeface="Arial MT"/>
                          <a:cs typeface="Arial MT"/>
                        </a:rPr>
                        <a:t>team.</a:t>
                      </a:r>
                    </a:p>
                  </a:txBody>
                  <a:tcPr marL="0" marR="0" marT="190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xmlns="" val="10001"/>
                  </a:ext>
                </a:extLst>
              </a:tr>
              <a:tr h="1706880">
                <a:tc>
                  <a:txBody>
                    <a:bodyPr/>
                    <a:lstStyle/>
                    <a:p>
                      <a:pPr marL="415925">
                        <a:lnSpc>
                          <a:spcPts val="1645"/>
                        </a:lnSpc>
                      </a:pPr>
                      <a:r>
                        <a:rPr sz="1400" spc="-5" dirty="0">
                          <a:latin typeface="Arial MT"/>
                          <a:cs typeface="Arial MT"/>
                        </a:rPr>
                        <a:t>ScrumMaster</a:t>
                      </a:r>
                      <a:endParaRPr sz="1400">
                        <a:latin typeface="Arial MT"/>
                        <a:cs typeface="Arial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68580" marR="198755">
                        <a:lnSpc>
                          <a:spcPts val="1680"/>
                        </a:lnSpc>
                        <a:spcBef>
                          <a:spcPts val="15"/>
                        </a:spcBef>
                      </a:pPr>
                      <a:r>
                        <a:rPr sz="1400" spc="-5" dirty="0">
                          <a:latin typeface="Arial MT"/>
                          <a:cs typeface="Arial MT"/>
                        </a:rPr>
                        <a:t>The ScrumMaster </a:t>
                      </a:r>
                      <a:r>
                        <a:rPr sz="1400" dirty="0">
                          <a:latin typeface="Arial MT"/>
                          <a:cs typeface="Arial MT"/>
                        </a:rPr>
                        <a:t>is responsible for ensuring that the Scrum process is </a:t>
                      </a:r>
                      <a:r>
                        <a:rPr sz="1400" spc="-375" dirty="0">
                          <a:latin typeface="Arial MT"/>
                          <a:cs typeface="Arial MT"/>
                        </a:rPr>
                        <a:t> </a:t>
                      </a:r>
                      <a:r>
                        <a:rPr sz="1400" spc="-5" dirty="0">
                          <a:latin typeface="Arial MT"/>
                          <a:cs typeface="Arial MT"/>
                        </a:rPr>
                        <a:t>followed</a:t>
                      </a:r>
                      <a:r>
                        <a:rPr sz="1400" spc="-20" dirty="0">
                          <a:latin typeface="Arial MT"/>
                          <a:cs typeface="Arial MT"/>
                        </a:rPr>
                        <a:t> </a:t>
                      </a:r>
                      <a:r>
                        <a:rPr sz="1400" dirty="0">
                          <a:latin typeface="Arial MT"/>
                          <a:cs typeface="Arial MT"/>
                        </a:rPr>
                        <a:t>and</a:t>
                      </a:r>
                      <a:r>
                        <a:rPr sz="1400" spc="-20" dirty="0">
                          <a:latin typeface="Arial MT"/>
                          <a:cs typeface="Arial MT"/>
                        </a:rPr>
                        <a:t> </a:t>
                      </a:r>
                      <a:r>
                        <a:rPr sz="1400" dirty="0">
                          <a:latin typeface="Arial MT"/>
                          <a:cs typeface="Arial MT"/>
                        </a:rPr>
                        <a:t>guides</a:t>
                      </a:r>
                      <a:r>
                        <a:rPr sz="1400" spc="-30" dirty="0">
                          <a:latin typeface="Arial MT"/>
                          <a:cs typeface="Arial MT"/>
                        </a:rPr>
                        <a:t> </a:t>
                      </a:r>
                      <a:r>
                        <a:rPr sz="1400" dirty="0">
                          <a:latin typeface="Arial MT"/>
                          <a:cs typeface="Arial MT"/>
                        </a:rPr>
                        <a:t>the</a:t>
                      </a:r>
                      <a:r>
                        <a:rPr sz="1400" spc="-15" dirty="0">
                          <a:latin typeface="Arial MT"/>
                          <a:cs typeface="Arial MT"/>
                        </a:rPr>
                        <a:t> </a:t>
                      </a:r>
                      <a:r>
                        <a:rPr sz="1400" dirty="0">
                          <a:latin typeface="Arial MT"/>
                          <a:cs typeface="Arial MT"/>
                        </a:rPr>
                        <a:t>team</a:t>
                      </a:r>
                      <a:r>
                        <a:rPr sz="1400" spc="-25" dirty="0">
                          <a:latin typeface="Arial MT"/>
                          <a:cs typeface="Arial MT"/>
                        </a:rPr>
                        <a:t> </a:t>
                      </a:r>
                      <a:r>
                        <a:rPr sz="1400" dirty="0">
                          <a:latin typeface="Arial MT"/>
                          <a:cs typeface="Arial MT"/>
                        </a:rPr>
                        <a:t>in</a:t>
                      </a:r>
                      <a:r>
                        <a:rPr sz="1400" spc="-10" dirty="0">
                          <a:latin typeface="Arial MT"/>
                          <a:cs typeface="Arial MT"/>
                        </a:rPr>
                        <a:t> </a:t>
                      </a:r>
                      <a:r>
                        <a:rPr sz="1400" dirty="0">
                          <a:latin typeface="Arial MT"/>
                          <a:cs typeface="Arial MT"/>
                        </a:rPr>
                        <a:t>the</a:t>
                      </a:r>
                      <a:r>
                        <a:rPr sz="1400" spc="-25" dirty="0">
                          <a:latin typeface="Arial MT"/>
                          <a:cs typeface="Arial MT"/>
                        </a:rPr>
                        <a:t> </a:t>
                      </a:r>
                      <a:r>
                        <a:rPr sz="1400" spc="-5" dirty="0">
                          <a:latin typeface="Arial MT"/>
                          <a:cs typeface="Arial MT"/>
                        </a:rPr>
                        <a:t>effective</a:t>
                      </a:r>
                      <a:r>
                        <a:rPr sz="1400" spc="-30" dirty="0">
                          <a:latin typeface="Arial MT"/>
                          <a:cs typeface="Arial MT"/>
                        </a:rPr>
                        <a:t> </a:t>
                      </a:r>
                      <a:r>
                        <a:rPr sz="1400" dirty="0">
                          <a:latin typeface="Arial MT"/>
                          <a:cs typeface="Arial MT"/>
                        </a:rPr>
                        <a:t>use</a:t>
                      </a:r>
                      <a:r>
                        <a:rPr sz="1400" spc="-20" dirty="0">
                          <a:latin typeface="Arial MT"/>
                          <a:cs typeface="Arial MT"/>
                        </a:rPr>
                        <a:t> </a:t>
                      </a:r>
                      <a:r>
                        <a:rPr sz="1400" dirty="0">
                          <a:latin typeface="Arial MT"/>
                          <a:cs typeface="Arial MT"/>
                        </a:rPr>
                        <a:t>of</a:t>
                      </a:r>
                      <a:r>
                        <a:rPr sz="1400" spc="-15" dirty="0">
                          <a:latin typeface="Arial MT"/>
                          <a:cs typeface="Arial MT"/>
                        </a:rPr>
                        <a:t> </a:t>
                      </a:r>
                      <a:r>
                        <a:rPr sz="1400" dirty="0">
                          <a:latin typeface="Arial MT"/>
                          <a:cs typeface="Arial MT"/>
                        </a:rPr>
                        <a:t>Scrum.</a:t>
                      </a:r>
                      <a:r>
                        <a:rPr sz="1400" spc="-25" dirty="0">
                          <a:latin typeface="Arial MT"/>
                          <a:cs typeface="Arial MT"/>
                        </a:rPr>
                        <a:t> </a:t>
                      </a:r>
                      <a:r>
                        <a:rPr sz="1400" spc="-5" dirty="0">
                          <a:latin typeface="Arial MT"/>
                          <a:cs typeface="Arial MT"/>
                        </a:rPr>
                        <a:t>He</a:t>
                      </a:r>
                      <a:r>
                        <a:rPr sz="1400" spc="-10" dirty="0">
                          <a:latin typeface="Arial MT"/>
                          <a:cs typeface="Arial MT"/>
                        </a:rPr>
                        <a:t> </a:t>
                      </a:r>
                      <a:r>
                        <a:rPr sz="1400" dirty="0">
                          <a:latin typeface="Arial MT"/>
                          <a:cs typeface="Arial MT"/>
                        </a:rPr>
                        <a:t>or</a:t>
                      </a:r>
                      <a:r>
                        <a:rPr sz="1400" spc="-10" dirty="0">
                          <a:latin typeface="Arial MT"/>
                          <a:cs typeface="Arial MT"/>
                        </a:rPr>
                        <a:t> </a:t>
                      </a:r>
                      <a:r>
                        <a:rPr sz="1400" dirty="0">
                          <a:latin typeface="Arial MT"/>
                          <a:cs typeface="Arial MT"/>
                        </a:rPr>
                        <a:t>she</a:t>
                      </a:r>
                      <a:r>
                        <a:rPr sz="1400" spc="-25" dirty="0">
                          <a:latin typeface="Arial MT"/>
                          <a:cs typeface="Arial MT"/>
                        </a:rPr>
                        <a:t> </a:t>
                      </a:r>
                      <a:r>
                        <a:rPr sz="1400" dirty="0">
                          <a:latin typeface="Arial MT"/>
                          <a:cs typeface="Arial MT"/>
                        </a:rPr>
                        <a:t>is </a:t>
                      </a:r>
                      <a:r>
                        <a:rPr sz="1400" spc="-375" dirty="0">
                          <a:latin typeface="Arial MT"/>
                          <a:cs typeface="Arial MT"/>
                        </a:rPr>
                        <a:t> </a:t>
                      </a:r>
                      <a:r>
                        <a:rPr sz="1400" dirty="0">
                          <a:latin typeface="Arial MT"/>
                          <a:cs typeface="Arial MT"/>
                        </a:rPr>
                        <a:t>responsible</a:t>
                      </a:r>
                      <a:r>
                        <a:rPr sz="1400" spc="-50" dirty="0">
                          <a:latin typeface="Arial MT"/>
                          <a:cs typeface="Arial MT"/>
                        </a:rPr>
                        <a:t> </a:t>
                      </a:r>
                      <a:r>
                        <a:rPr sz="1400" dirty="0">
                          <a:latin typeface="Arial MT"/>
                          <a:cs typeface="Arial MT"/>
                        </a:rPr>
                        <a:t>for</a:t>
                      </a:r>
                      <a:r>
                        <a:rPr sz="1400" spc="-20" dirty="0">
                          <a:latin typeface="Arial MT"/>
                          <a:cs typeface="Arial MT"/>
                        </a:rPr>
                        <a:t> </a:t>
                      </a:r>
                      <a:r>
                        <a:rPr sz="1400" dirty="0">
                          <a:latin typeface="Arial MT"/>
                          <a:cs typeface="Arial MT"/>
                        </a:rPr>
                        <a:t>interfacing</a:t>
                      </a:r>
                      <a:r>
                        <a:rPr sz="1400" spc="-50" dirty="0">
                          <a:latin typeface="Arial MT"/>
                          <a:cs typeface="Arial MT"/>
                        </a:rPr>
                        <a:t> </a:t>
                      </a:r>
                      <a:r>
                        <a:rPr sz="1400" spc="-5" dirty="0">
                          <a:latin typeface="Arial MT"/>
                          <a:cs typeface="Arial MT"/>
                        </a:rPr>
                        <a:t>with</a:t>
                      </a:r>
                      <a:r>
                        <a:rPr sz="1400" spc="-10" dirty="0">
                          <a:latin typeface="Arial MT"/>
                          <a:cs typeface="Arial MT"/>
                        </a:rPr>
                        <a:t> </a:t>
                      </a:r>
                      <a:r>
                        <a:rPr sz="1400" dirty="0">
                          <a:latin typeface="Arial MT"/>
                          <a:cs typeface="Arial MT"/>
                        </a:rPr>
                        <a:t>the</a:t>
                      </a:r>
                      <a:r>
                        <a:rPr sz="1400" spc="-25" dirty="0">
                          <a:latin typeface="Arial MT"/>
                          <a:cs typeface="Arial MT"/>
                        </a:rPr>
                        <a:t> </a:t>
                      </a:r>
                      <a:r>
                        <a:rPr sz="1400" dirty="0">
                          <a:latin typeface="Arial MT"/>
                          <a:cs typeface="Arial MT"/>
                        </a:rPr>
                        <a:t>rest</a:t>
                      </a:r>
                      <a:r>
                        <a:rPr sz="1400" spc="-30" dirty="0">
                          <a:latin typeface="Arial MT"/>
                          <a:cs typeface="Arial MT"/>
                        </a:rPr>
                        <a:t> </a:t>
                      </a:r>
                      <a:r>
                        <a:rPr sz="1400" dirty="0">
                          <a:latin typeface="Arial MT"/>
                          <a:cs typeface="Arial MT"/>
                        </a:rPr>
                        <a:t>of</a:t>
                      </a:r>
                      <a:r>
                        <a:rPr sz="1400" spc="-20" dirty="0">
                          <a:latin typeface="Arial MT"/>
                          <a:cs typeface="Arial MT"/>
                        </a:rPr>
                        <a:t> </a:t>
                      </a:r>
                      <a:r>
                        <a:rPr sz="1400" dirty="0">
                          <a:latin typeface="Arial MT"/>
                          <a:cs typeface="Arial MT"/>
                        </a:rPr>
                        <a:t>the</a:t>
                      </a:r>
                      <a:r>
                        <a:rPr sz="1400" spc="-20" dirty="0">
                          <a:latin typeface="Arial MT"/>
                          <a:cs typeface="Arial MT"/>
                        </a:rPr>
                        <a:t> </a:t>
                      </a:r>
                      <a:r>
                        <a:rPr sz="1400" dirty="0">
                          <a:latin typeface="Arial MT"/>
                          <a:cs typeface="Arial MT"/>
                        </a:rPr>
                        <a:t>company</a:t>
                      </a:r>
                      <a:r>
                        <a:rPr sz="1400" spc="-45" dirty="0">
                          <a:latin typeface="Arial MT"/>
                          <a:cs typeface="Arial MT"/>
                        </a:rPr>
                        <a:t> </a:t>
                      </a:r>
                      <a:r>
                        <a:rPr sz="1400" dirty="0">
                          <a:latin typeface="Arial MT"/>
                          <a:cs typeface="Arial MT"/>
                        </a:rPr>
                        <a:t>and</a:t>
                      </a:r>
                      <a:r>
                        <a:rPr sz="1400" spc="-20" dirty="0">
                          <a:latin typeface="Arial MT"/>
                          <a:cs typeface="Arial MT"/>
                        </a:rPr>
                        <a:t> </a:t>
                      </a:r>
                      <a:r>
                        <a:rPr sz="1400" dirty="0">
                          <a:latin typeface="Arial MT"/>
                          <a:cs typeface="Arial MT"/>
                        </a:rPr>
                        <a:t>for</a:t>
                      </a:r>
                      <a:r>
                        <a:rPr sz="1400" spc="-25" dirty="0">
                          <a:latin typeface="Arial MT"/>
                          <a:cs typeface="Arial MT"/>
                        </a:rPr>
                        <a:t> </a:t>
                      </a:r>
                      <a:r>
                        <a:rPr sz="1400" dirty="0">
                          <a:latin typeface="Arial MT"/>
                          <a:cs typeface="Arial MT"/>
                        </a:rPr>
                        <a:t>ensuring </a:t>
                      </a:r>
                      <a:r>
                        <a:rPr sz="1400" spc="-370" dirty="0">
                          <a:latin typeface="Arial MT"/>
                          <a:cs typeface="Arial MT"/>
                        </a:rPr>
                        <a:t> </a:t>
                      </a:r>
                      <a:r>
                        <a:rPr sz="1400" dirty="0">
                          <a:latin typeface="Arial MT"/>
                          <a:cs typeface="Arial MT"/>
                        </a:rPr>
                        <a:t>that the Scrum team is not </a:t>
                      </a:r>
                      <a:r>
                        <a:rPr sz="1400" spc="-5" dirty="0">
                          <a:latin typeface="Arial MT"/>
                          <a:cs typeface="Arial MT"/>
                        </a:rPr>
                        <a:t>diverted </a:t>
                      </a:r>
                      <a:r>
                        <a:rPr sz="1400" dirty="0">
                          <a:latin typeface="Arial MT"/>
                          <a:cs typeface="Arial MT"/>
                        </a:rPr>
                        <a:t>by outside </a:t>
                      </a:r>
                      <a:r>
                        <a:rPr sz="1400" spc="-5" dirty="0">
                          <a:latin typeface="Arial MT"/>
                          <a:cs typeface="Arial MT"/>
                        </a:rPr>
                        <a:t>interference. The </a:t>
                      </a:r>
                      <a:r>
                        <a:rPr sz="1400" dirty="0">
                          <a:latin typeface="Arial MT"/>
                          <a:cs typeface="Arial MT"/>
                        </a:rPr>
                        <a:t>Scrum </a:t>
                      </a:r>
                      <a:r>
                        <a:rPr sz="1400" spc="5" dirty="0">
                          <a:latin typeface="Arial MT"/>
                          <a:cs typeface="Arial MT"/>
                        </a:rPr>
                        <a:t> </a:t>
                      </a:r>
                      <a:r>
                        <a:rPr sz="1400" spc="-5" dirty="0">
                          <a:latin typeface="Arial MT"/>
                          <a:cs typeface="Arial MT"/>
                        </a:rPr>
                        <a:t>developers</a:t>
                      </a:r>
                      <a:r>
                        <a:rPr sz="1400" spc="-30" dirty="0">
                          <a:latin typeface="Arial MT"/>
                          <a:cs typeface="Arial MT"/>
                        </a:rPr>
                        <a:t> </a:t>
                      </a:r>
                      <a:r>
                        <a:rPr sz="1400" dirty="0">
                          <a:latin typeface="Arial MT"/>
                          <a:cs typeface="Arial MT"/>
                        </a:rPr>
                        <a:t>are</a:t>
                      </a:r>
                      <a:r>
                        <a:rPr sz="1400" spc="-15" dirty="0">
                          <a:latin typeface="Arial MT"/>
                          <a:cs typeface="Arial MT"/>
                        </a:rPr>
                        <a:t> </a:t>
                      </a:r>
                      <a:r>
                        <a:rPr sz="1400" dirty="0">
                          <a:latin typeface="Arial MT"/>
                          <a:cs typeface="Arial MT"/>
                        </a:rPr>
                        <a:t>adamant</a:t>
                      </a:r>
                      <a:r>
                        <a:rPr sz="1400" spc="-35" dirty="0">
                          <a:latin typeface="Arial MT"/>
                          <a:cs typeface="Arial MT"/>
                        </a:rPr>
                        <a:t> </a:t>
                      </a:r>
                      <a:r>
                        <a:rPr sz="1400" dirty="0">
                          <a:latin typeface="Arial MT"/>
                          <a:cs typeface="Arial MT"/>
                        </a:rPr>
                        <a:t>that</a:t>
                      </a:r>
                      <a:r>
                        <a:rPr sz="1400" spc="-25" dirty="0">
                          <a:latin typeface="Arial MT"/>
                          <a:cs typeface="Arial MT"/>
                        </a:rPr>
                        <a:t> </a:t>
                      </a:r>
                      <a:r>
                        <a:rPr sz="1400" dirty="0">
                          <a:latin typeface="Arial MT"/>
                          <a:cs typeface="Arial MT"/>
                        </a:rPr>
                        <a:t>the </a:t>
                      </a:r>
                      <a:r>
                        <a:rPr sz="1400" spc="-5" dirty="0">
                          <a:latin typeface="Arial MT"/>
                          <a:cs typeface="Arial MT"/>
                        </a:rPr>
                        <a:t>ScrumMaster</a:t>
                      </a:r>
                      <a:r>
                        <a:rPr sz="1400" spc="-35" dirty="0">
                          <a:latin typeface="Arial MT"/>
                          <a:cs typeface="Arial MT"/>
                        </a:rPr>
                        <a:t> </a:t>
                      </a:r>
                      <a:r>
                        <a:rPr sz="1400" dirty="0">
                          <a:latin typeface="Arial MT"/>
                          <a:cs typeface="Arial MT"/>
                        </a:rPr>
                        <a:t>should</a:t>
                      </a:r>
                      <a:r>
                        <a:rPr sz="1400" spc="-30" dirty="0">
                          <a:latin typeface="Arial MT"/>
                          <a:cs typeface="Arial MT"/>
                        </a:rPr>
                        <a:t> </a:t>
                      </a:r>
                      <a:r>
                        <a:rPr sz="1400" dirty="0">
                          <a:latin typeface="Arial MT"/>
                          <a:cs typeface="Arial MT"/>
                        </a:rPr>
                        <a:t>not</a:t>
                      </a:r>
                      <a:r>
                        <a:rPr sz="1400" spc="-10" dirty="0">
                          <a:latin typeface="Arial MT"/>
                          <a:cs typeface="Arial MT"/>
                        </a:rPr>
                        <a:t> </a:t>
                      </a:r>
                      <a:r>
                        <a:rPr sz="1400" dirty="0">
                          <a:latin typeface="Arial MT"/>
                          <a:cs typeface="Arial MT"/>
                        </a:rPr>
                        <a:t>be</a:t>
                      </a:r>
                      <a:r>
                        <a:rPr sz="1400" spc="-15" dirty="0">
                          <a:latin typeface="Arial MT"/>
                          <a:cs typeface="Arial MT"/>
                        </a:rPr>
                        <a:t> </a:t>
                      </a:r>
                      <a:r>
                        <a:rPr sz="1400" dirty="0">
                          <a:latin typeface="Arial MT"/>
                          <a:cs typeface="Arial MT"/>
                        </a:rPr>
                        <a:t>thought</a:t>
                      </a:r>
                      <a:r>
                        <a:rPr sz="1400" spc="-35" dirty="0">
                          <a:latin typeface="Arial MT"/>
                          <a:cs typeface="Arial MT"/>
                        </a:rPr>
                        <a:t> </a:t>
                      </a:r>
                      <a:r>
                        <a:rPr sz="1400" dirty="0">
                          <a:latin typeface="Arial MT"/>
                          <a:cs typeface="Arial MT"/>
                        </a:rPr>
                        <a:t>of</a:t>
                      </a:r>
                    </a:p>
                    <a:p>
                      <a:pPr marL="68580" marR="372745">
                        <a:lnSpc>
                          <a:spcPts val="1680"/>
                        </a:lnSpc>
                        <a:spcBef>
                          <a:spcPts val="5"/>
                        </a:spcBef>
                      </a:pPr>
                      <a:r>
                        <a:rPr sz="1400" dirty="0">
                          <a:latin typeface="Arial MT"/>
                          <a:cs typeface="Arial MT"/>
                        </a:rPr>
                        <a:t>as</a:t>
                      </a:r>
                      <a:r>
                        <a:rPr sz="1400" spc="-15" dirty="0">
                          <a:latin typeface="Arial MT"/>
                          <a:cs typeface="Arial MT"/>
                        </a:rPr>
                        <a:t> </a:t>
                      </a:r>
                      <a:r>
                        <a:rPr sz="1400" dirty="0">
                          <a:latin typeface="Arial MT"/>
                          <a:cs typeface="Arial MT"/>
                        </a:rPr>
                        <a:t>a</a:t>
                      </a:r>
                      <a:r>
                        <a:rPr sz="1400" spc="-10" dirty="0">
                          <a:latin typeface="Arial MT"/>
                          <a:cs typeface="Arial MT"/>
                        </a:rPr>
                        <a:t> </a:t>
                      </a:r>
                      <a:r>
                        <a:rPr sz="1400" dirty="0">
                          <a:latin typeface="Arial MT"/>
                          <a:cs typeface="Arial MT"/>
                        </a:rPr>
                        <a:t>project</a:t>
                      </a:r>
                      <a:r>
                        <a:rPr sz="1400" spc="-40" dirty="0">
                          <a:latin typeface="Arial MT"/>
                          <a:cs typeface="Arial MT"/>
                        </a:rPr>
                        <a:t> </a:t>
                      </a:r>
                      <a:r>
                        <a:rPr sz="1400" spc="-10" dirty="0">
                          <a:latin typeface="Arial MT"/>
                          <a:cs typeface="Arial MT"/>
                        </a:rPr>
                        <a:t>manager.</a:t>
                      </a:r>
                      <a:r>
                        <a:rPr sz="1400" spc="-40" dirty="0">
                          <a:latin typeface="Arial MT"/>
                          <a:cs typeface="Arial MT"/>
                        </a:rPr>
                        <a:t> </a:t>
                      </a:r>
                      <a:r>
                        <a:rPr sz="1400" dirty="0">
                          <a:latin typeface="Arial MT"/>
                          <a:cs typeface="Arial MT"/>
                        </a:rPr>
                        <a:t>Others,</a:t>
                      </a:r>
                      <a:r>
                        <a:rPr sz="1400" spc="-50" dirty="0">
                          <a:latin typeface="Arial MT"/>
                          <a:cs typeface="Arial MT"/>
                        </a:rPr>
                        <a:t> </a:t>
                      </a:r>
                      <a:r>
                        <a:rPr sz="1400" spc="-15" dirty="0">
                          <a:latin typeface="Arial MT"/>
                          <a:cs typeface="Arial MT"/>
                        </a:rPr>
                        <a:t>however,</a:t>
                      </a:r>
                      <a:r>
                        <a:rPr sz="1400" spc="-5" dirty="0">
                          <a:latin typeface="Arial MT"/>
                          <a:cs typeface="Arial MT"/>
                        </a:rPr>
                        <a:t> may</a:t>
                      </a:r>
                      <a:r>
                        <a:rPr sz="1400" spc="-15" dirty="0">
                          <a:latin typeface="Arial MT"/>
                          <a:cs typeface="Arial MT"/>
                        </a:rPr>
                        <a:t> </a:t>
                      </a:r>
                      <a:r>
                        <a:rPr sz="1400" dirty="0">
                          <a:latin typeface="Arial MT"/>
                          <a:cs typeface="Arial MT"/>
                        </a:rPr>
                        <a:t>not</a:t>
                      </a:r>
                      <a:r>
                        <a:rPr sz="1400" spc="-15" dirty="0">
                          <a:latin typeface="Arial MT"/>
                          <a:cs typeface="Arial MT"/>
                        </a:rPr>
                        <a:t> </a:t>
                      </a:r>
                      <a:r>
                        <a:rPr sz="1400" spc="-5" dirty="0">
                          <a:latin typeface="Arial MT"/>
                          <a:cs typeface="Arial MT"/>
                        </a:rPr>
                        <a:t>always</a:t>
                      </a:r>
                      <a:r>
                        <a:rPr sz="1400" spc="20" dirty="0">
                          <a:latin typeface="Arial MT"/>
                          <a:cs typeface="Arial MT"/>
                        </a:rPr>
                        <a:t> </a:t>
                      </a:r>
                      <a:r>
                        <a:rPr sz="1400" dirty="0">
                          <a:latin typeface="Arial MT"/>
                          <a:cs typeface="Arial MT"/>
                        </a:rPr>
                        <a:t>find</a:t>
                      </a:r>
                      <a:r>
                        <a:rPr sz="1400" spc="-30" dirty="0">
                          <a:latin typeface="Arial MT"/>
                          <a:cs typeface="Arial MT"/>
                        </a:rPr>
                        <a:t> </a:t>
                      </a:r>
                      <a:r>
                        <a:rPr sz="1400" dirty="0">
                          <a:latin typeface="Arial MT"/>
                          <a:cs typeface="Arial MT"/>
                        </a:rPr>
                        <a:t>it</a:t>
                      </a:r>
                      <a:r>
                        <a:rPr sz="1400" spc="-5" dirty="0">
                          <a:latin typeface="Arial MT"/>
                          <a:cs typeface="Arial MT"/>
                        </a:rPr>
                        <a:t> </a:t>
                      </a:r>
                      <a:r>
                        <a:rPr sz="1400" dirty="0">
                          <a:latin typeface="Arial MT"/>
                          <a:cs typeface="Arial MT"/>
                        </a:rPr>
                        <a:t>easy</a:t>
                      </a:r>
                      <a:r>
                        <a:rPr sz="1400" spc="-25" dirty="0">
                          <a:latin typeface="Arial MT"/>
                          <a:cs typeface="Arial MT"/>
                        </a:rPr>
                        <a:t> </a:t>
                      </a:r>
                      <a:r>
                        <a:rPr sz="1400" dirty="0">
                          <a:latin typeface="Arial MT"/>
                          <a:cs typeface="Arial MT"/>
                        </a:rPr>
                        <a:t>to </a:t>
                      </a:r>
                      <a:r>
                        <a:rPr sz="1400" spc="-375" dirty="0">
                          <a:latin typeface="Arial MT"/>
                          <a:cs typeface="Arial MT"/>
                        </a:rPr>
                        <a:t> </a:t>
                      </a:r>
                      <a:r>
                        <a:rPr sz="1400" dirty="0">
                          <a:latin typeface="Arial MT"/>
                          <a:cs typeface="Arial MT"/>
                        </a:rPr>
                        <a:t>see</a:t>
                      </a:r>
                      <a:r>
                        <a:rPr sz="1400" spc="-25" dirty="0">
                          <a:latin typeface="Arial MT"/>
                          <a:cs typeface="Arial MT"/>
                        </a:rPr>
                        <a:t> </a:t>
                      </a:r>
                      <a:r>
                        <a:rPr sz="1400" dirty="0">
                          <a:latin typeface="Arial MT"/>
                          <a:cs typeface="Arial MT"/>
                        </a:rPr>
                        <a:t>the</a:t>
                      </a:r>
                      <a:r>
                        <a:rPr sz="1400" spc="-20" dirty="0">
                          <a:latin typeface="Arial MT"/>
                          <a:cs typeface="Arial MT"/>
                        </a:rPr>
                        <a:t> </a:t>
                      </a:r>
                      <a:r>
                        <a:rPr sz="1400" spc="-5" dirty="0">
                          <a:latin typeface="Arial MT"/>
                          <a:cs typeface="Arial MT"/>
                        </a:rPr>
                        <a:t>difference.</a:t>
                      </a:r>
                      <a:endParaRPr sz="1400" dirty="0">
                        <a:latin typeface="Arial MT"/>
                        <a:cs typeface="Arial MT"/>
                      </a:endParaRPr>
                    </a:p>
                  </a:txBody>
                  <a:tcPr marL="0" marR="0" marT="19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xmlns="" val="10002"/>
                  </a:ext>
                </a:extLst>
              </a:tr>
              <a:tr h="370839">
                <a:tc>
                  <a:txBody>
                    <a:bodyPr/>
                    <a:lstStyle/>
                    <a:p>
                      <a:pPr marL="415925">
                        <a:lnSpc>
                          <a:spcPts val="1645"/>
                        </a:lnSpc>
                      </a:pPr>
                      <a:r>
                        <a:rPr sz="1400" spc="-5" dirty="0">
                          <a:latin typeface="Arial MT"/>
                          <a:cs typeface="Arial MT"/>
                        </a:rPr>
                        <a:t>Sprint</a:t>
                      </a:r>
                      <a:endParaRPr sz="1400">
                        <a:latin typeface="Arial MT"/>
                        <a:cs typeface="Arial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68580">
                        <a:lnSpc>
                          <a:spcPts val="1645"/>
                        </a:lnSpc>
                      </a:pPr>
                      <a:r>
                        <a:rPr sz="1400" dirty="0">
                          <a:latin typeface="Arial MT"/>
                          <a:cs typeface="Arial MT"/>
                        </a:rPr>
                        <a:t>A</a:t>
                      </a:r>
                      <a:r>
                        <a:rPr sz="1400" spc="-80" dirty="0">
                          <a:latin typeface="Arial MT"/>
                          <a:cs typeface="Arial MT"/>
                        </a:rPr>
                        <a:t> </a:t>
                      </a:r>
                      <a:r>
                        <a:rPr sz="1400" spc="-5" dirty="0">
                          <a:latin typeface="Arial MT"/>
                          <a:cs typeface="Arial MT"/>
                        </a:rPr>
                        <a:t>development</a:t>
                      </a:r>
                      <a:r>
                        <a:rPr sz="1400" spc="-30" dirty="0">
                          <a:latin typeface="Arial MT"/>
                          <a:cs typeface="Arial MT"/>
                        </a:rPr>
                        <a:t> </a:t>
                      </a:r>
                      <a:r>
                        <a:rPr sz="1400" dirty="0">
                          <a:latin typeface="Arial MT"/>
                          <a:cs typeface="Arial MT"/>
                        </a:rPr>
                        <a:t>iteration.</a:t>
                      </a:r>
                      <a:r>
                        <a:rPr sz="1400" spc="-40" dirty="0">
                          <a:latin typeface="Arial MT"/>
                          <a:cs typeface="Arial MT"/>
                        </a:rPr>
                        <a:t> </a:t>
                      </a:r>
                      <a:r>
                        <a:rPr sz="1400" dirty="0">
                          <a:latin typeface="Arial MT"/>
                          <a:cs typeface="Arial MT"/>
                        </a:rPr>
                        <a:t>Sprints</a:t>
                      </a:r>
                      <a:r>
                        <a:rPr sz="1400" spc="-30" dirty="0">
                          <a:latin typeface="Arial MT"/>
                          <a:cs typeface="Arial MT"/>
                        </a:rPr>
                        <a:t> </a:t>
                      </a:r>
                      <a:r>
                        <a:rPr sz="1400" dirty="0">
                          <a:latin typeface="Arial MT"/>
                          <a:cs typeface="Arial MT"/>
                        </a:rPr>
                        <a:t>are</a:t>
                      </a:r>
                      <a:r>
                        <a:rPr sz="1400" spc="-20" dirty="0">
                          <a:latin typeface="Arial MT"/>
                          <a:cs typeface="Arial MT"/>
                        </a:rPr>
                        <a:t> </a:t>
                      </a:r>
                      <a:r>
                        <a:rPr sz="1400" dirty="0">
                          <a:latin typeface="Arial MT"/>
                          <a:cs typeface="Arial MT"/>
                        </a:rPr>
                        <a:t>usually</a:t>
                      </a:r>
                      <a:r>
                        <a:rPr sz="1400" spc="-25" dirty="0">
                          <a:latin typeface="Arial MT"/>
                          <a:cs typeface="Arial MT"/>
                        </a:rPr>
                        <a:t> </a:t>
                      </a:r>
                      <a:r>
                        <a:rPr sz="1400" spc="5" dirty="0">
                          <a:latin typeface="Arial MT"/>
                          <a:cs typeface="Arial MT"/>
                        </a:rPr>
                        <a:t>2-4</a:t>
                      </a:r>
                      <a:r>
                        <a:rPr sz="1400" spc="-15" dirty="0">
                          <a:latin typeface="Arial MT"/>
                          <a:cs typeface="Arial MT"/>
                        </a:rPr>
                        <a:t> </a:t>
                      </a:r>
                      <a:r>
                        <a:rPr sz="1400" spc="-5" dirty="0">
                          <a:latin typeface="Arial MT"/>
                          <a:cs typeface="Arial MT"/>
                        </a:rPr>
                        <a:t>weeks</a:t>
                      </a:r>
                      <a:r>
                        <a:rPr sz="1400" spc="-15" dirty="0">
                          <a:latin typeface="Arial MT"/>
                          <a:cs typeface="Arial MT"/>
                        </a:rPr>
                        <a:t> </a:t>
                      </a:r>
                      <a:r>
                        <a:rPr sz="1400" dirty="0">
                          <a:latin typeface="Arial MT"/>
                          <a:cs typeface="Arial MT"/>
                        </a:rPr>
                        <a:t>long.</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xmlns="" val="10003"/>
                  </a:ext>
                </a:extLst>
              </a:tr>
              <a:tr h="1066800">
                <a:tc>
                  <a:txBody>
                    <a:bodyPr/>
                    <a:lstStyle/>
                    <a:p>
                      <a:pPr marL="415925">
                        <a:lnSpc>
                          <a:spcPts val="1645"/>
                        </a:lnSpc>
                      </a:pPr>
                      <a:r>
                        <a:rPr sz="1400" spc="-10" dirty="0">
                          <a:latin typeface="Arial MT"/>
                          <a:cs typeface="Arial MT"/>
                        </a:rPr>
                        <a:t>Velocity</a:t>
                      </a:r>
                      <a:endParaRPr sz="1400">
                        <a:latin typeface="Arial MT"/>
                        <a:cs typeface="Arial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68580" marR="151130">
                        <a:lnSpc>
                          <a:spcPts val="1680"/>
                        </a:lnSpc>
                        <a:spcBef>
                          <a:spcPts val="20"/>
                        </a:spcBef>
                      </a:pPr>
                      <a:r>
                        <a:rPr sz="1400" dirty="0">
                          <a:latin typeface="Arial MT"/>
                          <a:cs typeface="Arial MT"/>
                        </a:rPr>
                        <a:t>An</a:t>
                      </a:r>
                      <a:r>
                        <a:rPr sz="1400" spc="-10" dirty="0">
                          <a:latin typeface="Arial MT"/>
                          <a:cs typeface="Arial MT"/>
                        </a:rPr>
                        <a:t> </a:t>
                      </a:r>
                      <a:r>
                        <a:rPr sz="1400" dirty="0">
                          <a:latin typeface="Arial MT"/>
                          <a:cs typeface="Arial MT"/>
                        </a:rPr>
                        <a:t>estimate</a:t>
                      </a:r>
                      <a:r>
                        <a:rPr sz="1400" spc="-45" dirty="0">
                          <a:latin typeface="Arial MT"/>
                          <a:cs typeface="Arial MT"/>
                        </a:rPr>
                        <a:t> </a:t>
                      </a:r>
                      <a:r>
                        <a:rPr sz="1400" dirty="0">
                          <a:latin typeface="Arial MT"/>
                          <a:cs typeface="Arial MT"/>
                        </a:rPr>
                        <a:t>of</a:t>
                      </a:r>
                      <a:r>
                        <a:rPr sz="1400" spc="-10" dirty="0">
                          <a:latin typeface="Arial MT"/>
                          <a:cs typeface="Arial MT"/>
                        </a:rPr>
                        <a:t> </a:t>
                      </a:r>
                      <a:r>
                        <a:rPr sz="1400" dirty="0">
                          <a:latin typeface="Arial MT"/>
                          <a:cs typeface="Arial MT"/>
                        </a:rPr>
                        <a:t>how</a:t>
                      </a:r>
                      <a:r>
                        <a:rPr sz="1400" spc="-15" dirty="0">
                          <a:latin typeface="Arial MT"/>
                          <a:cs typeface="Arial MT"/>
                        </a:rPr>
                        <a:t> </a:t>
                      </a:r>
                      <a:r>
                        <a:rPr sz="1400" spc="-5" dirty="0">
                          <a:latin typeface="Arial MT"/>
                          <a:cs typeface="Arial MT"/>
                        </a:rPr>
                        <a:t>much</a:t>
                      </a:r>
                      <a:r>
                        <a:rPr sz="1400" spc="-20" dirty="0">
                          <a:latin typeface="Arial MT"/>
                          <a:cs typeface="Arial MT"/>
                        </a:rPr>
                        <a:t> </a:t>
                      </a:r>
                      <a:r>
                        <a:rPr sz="1400" dirty="0">
                          <a:latin typeface="Arial MT"/>
                          <a:cs typeface="Arial MT"/>
                        </a:rPr>
                        <a:t>product</a:t>
                      </a:r>
                      <a:r>
                        <a:rPr sz="1400" spc="-40" dirty="0">
                          <a:latin typeface="Arial MT"/>
                          <a:cs typeface="Arial MT"/>
                        </a:rPr>
                        <a:t> </a:t>
                      </a:r>
                      <a:r>
                        <a:rPr sz="1400" dirty="0">
                          <a:latin typeface="Arial MT"/>
                          <a:cs typeface="Arial MT"/>
                        </a:rPr>
                        <a:t>backlog</a:t>
                      </a:r>
                      <a:r>
                        <a:rPr sz="1400" spc="-30" dirty="0">
                          <a:latin typeface="Arial MT"/>
                          <a:cs typeface="Arial MT"/>
                        </a:rPr>
                        <a:t> </a:t>
                      </a:r>
                      <a:r>
                        <a:rPr sz="1400" spc="-5" dirty="0">
                          <a:latin typeface="Arial MT"/>
                          <a:cs typeface="Arial MT"/>
                        </a:rPr>
                        <a:t>effort</a:t>
                      </a:r>
                      <a:r>
                        <a:rPr sz="1400" spc="-50" dirty="0">
                          <a:latin typeface="Arial MT"/>
                          <a:cs typeface="Arial MT"/>
                        </a:rPr>
                        <a:t> </a:t>
                      </a:r>
                      <a:r>
                        <a:rPr sz="1400" dirty="0">
                          <a:latin typeface="Arial MT"/>
                          <a:cs typeface="Arial MT"/>
                        </a:rPr>
                        <a:t>that</a:t>
                      </a:r>
                      <a:r>
                        <a:rPr sz="1400" spc="-25" dirty="0">
                          <a:latin typeface="Arial MT"/>
                          <a:cs typeface="Arial MT"/>
                        </a:rPr>
                        <a:t> </a:t>
                      </a:r>
                      <a:r>
                        <a:rPr sz="1400" dirty="0">
                          <a:latin typeface="Arial MT"/>
                          <a:cs typeface="Arial MT"/>
                        </a:rPr>
                        <a:t>a</a:t>
                      </a:r>
                      <a:r>
                        <a:rPr sz="1400" spc="-10" dirty="0">
                          <a:latin typeface="Arial MT"/>
                          <a:cs typeface="Arial MT"/>
                        </a:rPr>
                        <a:t> </a:t>
                      </a:r>
                      <a:r>
                        <a:rPr sz="1400" dirty="0">
                          <a:latin typeface="Arial MT"/>
                          <a:cs typeface="Arial MT"/>
                        </a:rPr>
                        <a:t>team</a:t>
                      </a:r>
                      <a:r>
                        <a:rPr sz="1400" spc="-25" dirty="0">
                          <a:latin typeface="Arial MT"/>
                          <a:cs typeface="Arial MT"/>
                        </a:rPr>
                        <a:t> </a:t>
                      </a:r>
                      <a:r>
                        <a:rPr sz="1400" dirty="0">
                          <a:latin typeface="Arial MT"/>
                          <a:cs typeface="Arial MT"/>
                        </a:rPr>
                        <a:t>can</a:t>
                      </a:r>
                      <a:r>
                        <a:rPr sz="1400" spc="-15" dirty="0">
                          <a:latin typeface="Arial MT"/>
                          <a:cs typeface="Arial MT"/>
                        </a:rPr>
                        <a:t> </a:t>
                      </a:r>
                      <a:r>
                        <a:rPr sz="1400" spc="-5" dirty="0">
                          <a:latin typeface="Arial MT"/>
                          <a:cs typeface="Arial MT"/>
                        </a:rPr>
                        <a:t>cover</a:t>
                      </a:r>
                      <a:r>
                        <a:rPr sz="1400" spc="-20" dirty="0">
                          <a:latin typeface="Arial MT"/>
                          <a:cs typeface="Arial MT"/>
                        </a:rPr>
                        <a:t> </a:t>
                      </a:r>
                      <a:r>
                        <a:rPr sz="1400" dirty="0">
                          <a:latin typeface="Arial MT"/>
                          <a:cs typeface="Arial MT"/>
                        </a:rPr>
                        <a:t>in </a:t>
                      </a:r>
                      <a:r>
                        <a:rPr sz="1400" spc="-375" dirty="0">
                          <a:latin typeface="Arial MT"/>
                          <a:cs typeface="Arial MT"/>
                        </a:rPr>
                        <a:t> </a:t>
                      </a:r>
                      <a:r>
                        <a:rPr sz="1400" dirty="0">
                          <a:latin typeface="Arial MT"/>
                          <a:cs typeface="Arial MT"/>
                        </a:rPr>
                        <a:t>a </a:t>
                      </a:r>
                      <a:r>
                        <a:rPr sz="1400" spc="-5" dirty="0">
                          <a:latin typeface="Arial MT"/>
                          <a:cs typeface="Arial MT"/>
                        </a:rPr>
                        <a:t>single sprint.</a:t>
                      </a:r>
                      <a:r>
                        <a:rPr sz="1400" dirty="0">
                          <a:latin typeface="Arial MT"/>
                          <a:cs typeface="Arial MT"/>
                        </a:rPr>
                        <a:t> </a:t>
                      </a:r>
                      <a:r>
                        <a:rPr sz="1400" spc="-5" dirty="0">
                          <a:latin typeface="Arial MT"/>
                          <a:cs typeface="Arial MT"/>
                        </a:rPr>
                        <a:t>Understanding </a:t>
                      </a:r>
                      <a:r>
                        <a:rPr sz="1400" dirty="0">
                          <a:latin typeface="Arial MT"/>
                          <a:cs typeface="Arial MT"/>
                        </a:rPr>
                        <a:t>a </a:t>
                      </a:r>
                      <a:r>
                        <a:rPr sz="1400" spc="-10" dirty="0">
                          <a:latin typeface="Arial MT"/>
                          <a:cs typeface="Arial MT"/>
                        </a:rPr>
                        <a:t>team’s </a:t>
                      </a:r>
                      <a:r>
                        <a:rPr sz="1400" spc="-5" dirty="0">
                          <a:latin typeface="Arial MT"/>
                          <a:cs typeface="Arial MT"/>
                        </a:rPr>
                        <a:t>velocity helps them estimate </a:t>
                      </a:r>
                      <a:r>
                        <a:rPr sz="1400" dirty="0">
                          <a:latin typeface="Arial MT"/>
                          <a:cs typeface="Arial MT"/>
                        </a:rPr>
                        <a:t> </a:t>
                      </a:r>
                      <a:r>
                        <a:rPr sz="1400" spc="-5" dirty="0">
                          <a:latin typeface="Arial MT"/>
                          <a:cs typeface="Arial MT"/>
                        </a:rPr>
                        <a:t>what </a:t>
                      </a:r>
                      <a:r>
                        <a:rPr sz="1400" dirty="0">
                          <a:latin typeface="Arial MT"/>
                          <a:cs typeface="Arial MT"/>
                        </a:rPr>
                        <a:t>can</a:t>
                      </a:r>
                      <a:r>
                        <a:rPr sz="1400" spc="-20" dirty="0">
                          <a:latin typeface="Arial MT"/>
                          <a:cs typeface="Arial MT"/>
                        </a:rPr>
                        <a:t> </a:t>
                      </a:r>
                      <a:r>
                        <a:rPr sz="1400" dirty="0">
                          <a:latin typeface="Arial MT"/>
                          <a:cs typeface="Arial MT"/>
                        </a:rPr>
                        <a:t>be</a:t>
                      </a:r>
                      <a:r>
                        <a:rPr sz="1400" spc="-20" dirty="0">
                          <a:latin typeface="Arial MT"/>
                          <a:cs typeface="Arial MT"/>
                        </a:rPr>
                        <a:t> </a:t>
                      </a:r>
                      <a:r>
                        <a:rPr sz="1400" spc="-5" dirty="0">
                          <a:latin typeface="Arial MT"/>
                          <a:cs typeface="Arial MT"/>
                        </a:rPr>
                        <a:t>covered</a:t>
                      </a:r>
                      <a:r>
                        <a:rPr sz="1400" spc="-20" dirty="0">
                          <a:latin typeface="Arial MT"/>
                          <a:cs typeface="Arial MT"/>
                        </a:rPr>
                        <a:t> </a:t>
                      </a:r>
                      <a:r>
                        <a:rPr sz="1400" dirty="0">
                          <a:latin typeface="Arial MT"/>
                          <a:cs typeface="Arial MT"/>
                        </a:rPr>
                        <a:t>in</a:t>
                      </a:r>
                      <a:r>
                        <a:rPr sz="1400" spc="-5" dirty="0">
                          <a:latin typeface="Arial MT"/>
                          <a:cs typeface="Arial MT"/>
                        </a:rPr>
                        <a:t> </a:t>
                      </a:r>
                      <a:r>
                        <a:rPr sz="1400" dirty="0">
                          <a:latin typeface="Arial MT"/>
                          <a:cs typeface="Arial MT"/>
                        </a:rPr>
                        <a:t>a</a:t>
                      </a:r>
                      <a:r>
                        <a:rPr sz="1400" spc="-10" dirty="0">
                          <a:latin typeface="Arial MT"/>
                          <a:cs typeface="Arial MT"/>
                        </a:rPr>
                        <a:t> </a:t>
                      </a:r>
                      <a:r>
                        <a:rPr sz="1400" dirty="0">
                          <a:latin typeface="Arial MT"/>
                          <a:cs typeface="Arial MT"/>
                        </a:rPr>
                        <a:t>sprint</a:t>
                      </a:r>
                      <a:r>
                        <a:rPr sz="1400" spc="-30" dirty="0">
                          <a:latin typeface="Arial MT"/>
                          <a:cs typeface="Arial MT"/>
                        </a:rPr>
                        <a:t> </a:t>
                      </a:r>
                      <a:r>
                        <a:rPr sz="1400" dirty="0">
                          <a:latin typeface="Arial MT"/>
                          <a:cs typeface="Arial MT"/>
                        </a:rPr>
                        <a:t>and</a:t>
                      </a:r>
                      <a:r>
                        <a:rPr sz="1400" spc="-20" dirty="0">
                          <a:latin typeface="Arial MT"/>
                          <a:cs typeface="Arial MT"/>
                        </a:rPr>
                        <a:t> </a:t>
                      </a:r>
                      <a:r>
                        <a:rPr sz="1400" spc="-5" dirty="0">
                          <a:latin typeface="Arial MT"/>
                          <a:cs typeface="Arial MT"/>
                        </a:rPr>
                        <a:t>provides</a:t>
                      </a:r>
                      <a:r>
                        <a:rPr sz="1400" spc="-10" dirty="0">
                          <a:latin typeface="Arial MT"/>
                          <a:cs typeface="Arial MT"/>
                        </a:rPr>
                        <a:t> </a:t>
                      </a:r>
                      <a:r>
                        <a:rPr sz="1400" dirty="0">
                          <a:latin typeface="Arial MT"/>
                          <a:cs typeface="Arial MT"/>
                        </a:rPr>
                        <a:t>a</a:t>
                      </a:r>
                      <a:r>
                        <a:rPr sz="1400" spc="-20" dirty="0">
                          <a:latin typeface="Arial MT"/>
                          <a:cs typeface="Arial MT"/>
                        </a:rPr>
                        <a:t> </a:t>
                      </a:r>
                      <a:r>
                        <a:rPr sz="1400" dirty="0">
                          <a:latin typeface="Arial MT"/>
                          <a:cs typeface="Arial MT"/>
                        </a:rPr>
                        <a:t>basis</a:t>
                      </a:r>
                      <a:r>
                        <a:rPr sz="1400" spc="-15" dirty="0">
                          <a:latin typeface="Arial MT"/>
                          <a:cs typeface="Arial MT"/>
                        </a:rPr>
                        <a:t> </a:t>
                      </a:r>
                      <a:r>
                        <a:rPr sz="1400" dirty="0">
                          <a:latin typeface="Arial MT"/>
                          <a:cs typeface="Arial MT"/>
                        </a:rPr>
                        <a:t>for</a:t>
                      </a:r>
                      <a:r>
                        <a:rPr sz="1400" spc="-30" dirty="0">
                          <a:latin typeface="Arial MT"/>
                          <a:cs typeface="Arial MT"/>
                        </a:rPr>
                        <a:t> </a:t>
                      </a:r>
                      <a:r>
                        <a:rPr sz="1400" dirty="0">
                          <a:latin typeface="Arial MT"/>
                          <a:cs typeface="Arial MT"/>
                        </a:rPr>
                        <a:t>measuring</a:t>
                      </a:r>
                    </a:p>
                    <a:p>
                      <a:pPr marL="68580">
                        <a:lnSpc>
                          <a:spcPts val="1625"/>
                        </a:lnSpc>
                      </a:pPr>
                      <a:r>
                        <a:rPr sz="1400" spc="-5" dirty="0">
                          <a:latin typeface="Arial MT"/>
                          <a:cs typeface="Arial MT"/>
                        </a:rPr>
                        <a:t>improving</a:t>
                      </a:r>
                      <a:r>
                        <a:rPr sz="1400" spc="-50" dirty="0">
                          <a:latin typeface="Arial MT"/>
                          <a:cs typeface="Arial MT"/>
                        </a:rPr>
                        <a:t> </a:t>
                      </a:r>
                      <a:r>
                        <a:rPr sz="1400" dirty="0">
                          <a:latin typeface="Arial MT"/>
                          <a:cs typeface="Arial MT"/>
                        </a:rPr>
                        <a:t>performance.</a:t>
                      </a: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xmlns="" val="10004"/>
                  </a:ext>
                </a:extLst>
              </a:tr>
            </a:tbl>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2748915" cy="391160"/>
          </a:xfrm>
          <a:prstGeom prst="rect">
            <a:avLst/>
          </a:prstGeom>
        </p:spPr>
        <p:txBody>
          <a:bodyPr vert="horz" wrap="square" lIns="0" tIns="12700" rIns="0" bIns="0" rtlCol="0">
            <a:spAutoFit/>
          </a:bodyPr>
          <a:lstStyle/>
          <a:p>
            <a:pPr marL="12700">
              <a:lnSpc>
                <a:spcPct val="100000"/>
              </a:lnSpc>
              <a:spcBef>
                <a:spcPts val="100"/>
              </a:spcBef>
            </a:pPr>
            <a:r>
              <a:rPr spc="-5" dirty="0"/>
              <a:t>Scrum</a:t>
            </a:r>
            <a:r>
              <a:rPr spc="-30" dirty="0"/>
              <a:t> </a:t>
            </a:r>
            <a:r>
              <a:rPr dirty="0"/>
              <a:t>sprint</a:t>
            </a:r>
            <a:r>
              <a:rPr spc="-35" dirty="0"/>
              <a:t> </a:t>
            </a:r>
            <a:r>
              <a:rPr spc="-10" dirty="0"/>
              <a:t>cycle</a:t>
            </a:r>
          </a:p>
        </p:txBody>
      </p:sp>
      <p:grpSp>
        <p:nvGrpSpPr>
          <p:cNvPr id="3" name="object 3"/>
          <p:cNvGrpSpPr/>
          <p:nvPr/>
        </p:nvGrpSpPr>
        <p:grpSpPr>
          <a:xfrm>
            <a:off x="456262" y="2240956"/>
            <a:ext cx="8168005" cy="3197225"/>
            <a:chOff x="456262" y="2240956"/>
            <a:chExt cx="8168005" cy="3197225"/>
          </a:xfrm>
        </p:grpSpPr>
        <p:sp>
          <p:nvSpPr>
            <p:cNvPr id="4" name="object 4"/>
            <p:cNvSpPr/>
            <p:nvPr/>
          </p:nvSpPr>
          <p:spPr>
            <a:xfrm>
              <a:off x="950978" y="4422613"/>
              <a:ext cx="13335" cy="24765"/>
            </a:xfrm>
            <a:custGeom>
              <a:avLst/>
              <a:gdLst/>
              <a:ahLst/>
              <a:cxnLst/>
              <a:rect l="l" t="t" r="r" b="b"/>
              <a:pathLst>
                <a:path w="13334" h="24764">
                  <a:moveTo>
                    <a:pt x="12991" y="18571"/>
                  </a:moveTo>
                  <a:lnTo>
                    <a:pt x="12991" y="20428"/>
                  </a:lnTo>
                  <a:lnTo>
                    <a:pt x="9279" y="24142"/>
                  </a:lnTo>
                  <a:lnTo>
                    <a:pt x="5567" y="24142"/>
                  </a:lnTo>
                  <a:lnTo>
                    <a:pt x="3711" y="24142"/>
                  </a:lnTo>
                  <a:lnTo>
                    <a:pt x="0" y="20428"/>
                  </a:lnTo>
                  <a:lnTo>
                    <a:pt x="0" y="18571"/>
                  </a:lnTo>
                  <a:lnTo>
                    <a:pt x="0" y="5571"/>
                  </a:lnTo>
                  <a:lnTo>
                    <a:pt x="0" y="1857"/>
                  </a:lnTo>
                  <a:lnTo>
                    <a:pt x="3711" y="0"/>
                  </a:lnTo>
                  <a:lnTo>
                    <a:pt x="5567" y="0"/>
                  </a:lnTo>
                  <a:lnTo>
                    <a:pt x="9279" y="0"/>
                  </a:lnTo>
                  <a:lnTo>
                    <a:pt x="12991" y="1857"/>
                  </a:lnTo>
                  <a:lnTo>
                    <a:pt x="12991" y="5571"/>
                  </a:lnTo>
                  <a:lnTo>
                    <a:pt x="12991" y="18571"/>
                  </a:lnTo>
                </a:path>
              </a:pathLst>
            </a:custGeom>
            <a:ln w="24141">
              <a:solidFill>
                <a:srgbClr val="FDFDFD"/>
              </a:solidFill>
            </a:ln>
          </p:spPr>
          <p:txBody>
            <a:bodyPr wrap="square" lIns="0" tIns="0" rIns="0" bIns="0" rtlCol="0"/>
            <a:lstStyle/>
            <a:p>
              <a:endParaRPr/>
            </a:p>
          </p:txBody>
        </p:sp>
        <p:pic>
          <p:nvPicPr>
            <p:cNvPr id="5" name="object 5"/>
            <p:cNvPicPr/>
            <p:nvPr/>
          </p:nvPicPr>
          <p:blipFill>
            <a:blip r:embed="rId2" cstate="print"/>
            <a:stretch>
              <a:fillRect/>
            </a:stretch>
          </p:blipFill>
          <p:spPr>
            <a:xfrm>
              <a:off x="456262" y="2240956"/>
              <a:ext cx="8167511" cy="3197043"/>
            </a:xfrm>
            <a:prstGeom prst="rect">
              <a:avLst/>
            </a:prstGeom>
          </p:spPr>
        </p:pic>
      </p:gr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41</a:t>
            </a:fld>
            <a:endParaRPr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643254"/>
            <a:ext cx="7935595" cy="387413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46424D"/>
                </a:solidFill>
                <a:latin typeface="Arial"/>
                <a:cs typeface="Arial"/>
              </a:rPr>
              <a:t>The</a:t>
            </a:r>
            <a:r>
              <a:rPr sz="2400" b="1" spc="-35" dirty="0">
                <a:solidFill>
                  <a:srgbClr val="46424D"/>
                </a:solidFill>
                <a:latin typeface="Arial"/>
                <a:cs typeface="Arial"/>
              </a:rPr>
              <a:t> </a:t>
            </a:r>
            <a:r>
              <a:rPr sz="2400" b="1" spc="-5" dirty="0">
                <a:solidFill>
                  <a:srgbClr val="46424D"/>
                </a:solidFill>
                <a:latin typeface="Arial"/>
                <a:cs typeface="Arial"/>
              </a:rPr>
              <a:t>Scrum</a:t>
            </a:r>
            <a:r>
              <a:rPr sz="2400" b="1" dirty="0">
                <a:solidFill>
                  <a:srgbClr val="46424D"/>
                </a:solidFill>
                <a:latin typeface="Arial"/>
                <a:cs typeface="Arial"/>
              </a:rPr>
              <a:t> sprint</a:t>
            </a:r>
            <a:r>
              <a:rPr sz="2400" b="1" spc="-30" dirty="0">
                <a:solidFill>
                  <a:srgbClr val="46424D"/>
                </a:solidFill>
                <a:latin typeface="Arial"/>
                <a:cs typeface="Arial"/>
              </a:rPr>
              <a:t> </a:t>
            </a:r>
            <a:r>
              <a:rPr sz="2400" b="1" spc="-10" dirty="0">
                <a:solidFill>
                  <a:srgbClr val="46424D"/>
                </a:solidFill>
                <a:latin typeface="Arial"/>
                <a:cs typeface="Arial"/>
              </a:rPr>
              <a:t>cycle</a:t>
            </a:r>
            <a:endParaRPr sz="2400" dirty="0">
              <a:latin typeface="Arial"/>
              <a:cs typeface="Arial"/>
            </a:endParaRPr>
          </a:p>
          <a:p>
            <a:pPr>
              <a:lnSpc>
                <a:spcPct val="100000"/>
              </a:lnSpc>
            </a:pPr>
            <a:endParaRPr sz="2700" dirty="0">
              <a:latin typeface="Arial"/>
              <a:cs typeface="Arial"/>
            </a:endParaRPr>
          </a:p>
          <a:p>
            <a:pPr marL="355600" indent="-342900">
              <a:lnSpc>
                <a:spcPct val="100000"/>
              </a:lnSpc>
              <a:spcBef>
                <a:spcPts val="1755"/>
              </a:spcBef>
              <a:buFont typeface="Wingdings"/>
              <a:buChar char=""/>
              <a:tabLst>
                <a:tab pos="355600" algn="l"/>
              </a:tabLst>
            </a:pPr>
            <a:r>
              <a:rPr sz="2400" dirty="0">
                <a:solidFill>
                  <a:srgbClr val="46424D"/>
                </a:solidFill>
                <a:latin typeface="Arial MT"/>
                <a:cs typeface="Arial MT"/>
              </a:rPr>
              <a:t>Sprints</a:t>
            </a:r>
            <a:r>
              <a:rPr sz="2400" spc="5" dirty="0">
                <a:solidFill>
                  <a:srgbClr val="46424D"/>
                </a:solidFill>
                <a:latin typeface="Arial MT"/>
                <a:cs typeface="Arial MT"/>
              </a:rPr>
              <a:t> </a:t>
            </a:r>
            <a:r>
              <a:rPr sz="2400" spc="-5" dirty="0">
                <a:solidFill>
                  <a:srgbClr val="46424D"/>
                </a:solidFill>
                <a:latin typeface="Arial MT"/>
                <a:cs typeface="Arial MT"/>
              </a:rPr>
              <a:t>are</a:t>
            </a:r>
            <a:r>
              <a:rPr sz="2400" spc="5" dirty="0">
                <a:solidFill>
                  <a:srgbClr val="46424D"/>
                </a:solidFill>
                <a:latin typeface="Arial MT"/>
                <a:cs typeface="Arial MT"/>
              </a:rPr>
              <a:t> </a:t>
            </a:r>
            <a:r>
              <a:rPr sz="2400" spc="-5" dirty="0">
                <a:solidFill>
                  <a:srgbClr val="46424D"/>
                </a:solidFill>
                <a:latin typeface="Arial MT"/>
                <a:cs typeface="Arial MT"/>
              </a:rPr>
              <a:t>fixed</a:t>
            </a:r>
            <a:r>
              <a:rPr sz="2400" spc="10" dirty="0">
                <a:solidFill>
                  <a:srgbClr val="46424D"/>
                </a:solidFill>
                <a:latin typeface="Arial MT"/>
                <a:cs typeface="Arial MT"/>
              </a:rPr>
              <a:t> </a:t>
            </a:r>
            <a:r>
              <a:rPr sz="2400" spc="-5" dirty="0">
                <a:solidFill>
                  <a:srgbClr val="46424D"/>
                </a:solidFill>
                <a:latin typeface="Arial MT"/>
                <a:cs typeface="Arial MT"/>
              </a:rPr>
              <a:t>length,</a:t>
            </a:r>
            <a:r>
              <a:rPr sz="2400" spc="10" dirty="0">
                <a:solidFill>
                  <a:srgbClr val="46424D"/>
                </a:solidFill>
                <a:latin typeface="Arial MT"/>
                <a:cs typeface="Arial MT"/>
              </a:rPr>
              <a:t> </a:t>
            </a:r>
            <a:r>
              <a:rPr sz="2400" spc="-5" dirty="0">
                <a:solidFill>
                  <a:srgbClr val="46424D"/>
                </a:solidFill>
                <a:latin typeface="Arial MT"/>
                <a:cs typeface="Arial MT"/>
              </a:rPr>
              <a:t>normally</a:t>
            </a:r>
            <a:r>
              <a:rPr sz="2400" spc="25" dirty="0">
                <a:solidFill>
                  <a:srgbClr val="46424D"/>
                </a:solidFill>
                <a:latin typeface="Arial MT"/>
                <a:cs typeface="Arial MT"/>
              </a:rPr>
              <a:t> </a:t>
            </a:r>
            <a:r>
              <a:rPr sz="2400" spc="-15" dirty="0">
                <a:solidFill>
                  <a:srgbClr val="46424D"/>
                </a:solidFill>
                <a:latin typeface="Arial MT"/>
                <a:cs typeface="Arial MT"/>
              </a:rPr>
              <a:t>2–4</a:t>
            </a:r>
            <a:r>
              <a:rPr sz="2400" dirty="0">
                <a:solidFill>
                  <a:srgbClr val="46424D"/>
                </a:solidFill>
                <a:latin typeface="Arial MT"/>
                <a:cs typeface="Arial MT"/>
              </a:rPr>
              <a:t> weeks.</a:t>
            </a:r>
            <a:endParaRPr sz="2400" dirty="0">
              <a:latin typeface="Arial MT"/>
              <a:cs typeface="Arial MT"/>
            </a:endParaRPr>
          </a:p>
          <a:p>
            <a:pPr marL="355600" marR="398145" indent="-342900">
              <a:lnSpc>
                <a:spcPct val="100000"/>
              </a:lnSpc>
              <a:spcBef>
                <a:spcPts val="1200"/>
              </a:spcBef>
              <a:buFont typeface="Wingdings"/>
              <a:buChar char=""/>
              <a:tabLst>
                <a:tab pos="355600" algn="l"/>
              </a:tabLst>
            </a:pPr>
            <a:r>
              <a:rPr sz="2400" dirty="0">
                <a:solidFill>
                  <a:srgbClr val="46424D"/>
                </a:solidFill>
                <a:latin typeface="Arial MT"/>
                <a:cs typeface="Arial MT"/>
              </a:rPr>
              <a:t>The starting</a:t>
            </a:r>
            <a:r>
              <a:rPr sz="2400" spc="-10" dirty="0">
                <a:solidFill>
                  <a:srgbClr val="46424D"/>
                </a:solidFill>
                <a:latin typeface="Arial MT"/>
                <a:cs typeface="Arial MT"/>
              </a:rPr>
              <a:t> </a:t>
            </a:r>
            <a:r>
              <a:rPr sz="2400" spc="-5" dirty="0">
                <a:solidFill>
                  <a:srgbClr val="46424D"/>
                </a:solidFill>
                <a:latin typeface="Arial MT"/>
                <a:cs typeface="Arial MT"/>
              </a:rPr>
              <a:t>point</a:t>
            </a:r>
            <a:r>
              <a:rPr sz="2400" spc="15" dirty="0">
                <a:solidFill>
                  <a:srgbClr val="46424D"/>
                </a:solidFill>
                <a:latin typeface="Arial MT"/>
                <a:cs typeface="Arial MT"/>
              </a:rPr>
              <a:t> </a:t>
            </a:r>
            <a:r>
              <a:rPr sz="2400" dirty="0">
                <a:solidFill>
                  <a:srgbClr val="46424D"/>
                </a:solidFill>
                <a:latin typeface="Arial MT"/>
                <a:cs typeface="Arial MT"/>
              </a:rPr>
              <a:t>for</a:t>
            </a:r>
            <a:r>
              <a:rPr sz="2400" spc="5" dirty="0">
                <a:solidFill>
                  <a:srgbClr val="46424D"/>
                </a:solidFill>
                <a:latin typeface="Arial MT"/>
                <a:cs typeface="Arial MT"/>
              </a:rPr>
              <a:t> </a:t>
            </a:r>
            <a:r>
              <a:rPr sz="2400" spc="-5" dirty="0">
                <a:solidFill>
                  <a:srgbClr val="46424D"/>
                </a:solidFill>
                <a:latin typeface="Arial MT"/>
                <a:cs typeface="Arial MT"/>
              </a:rPr>
              <a:t>planning</a:t>
            </a:r>
            <a:r>
              <a:rPr sz="2400" spc="40" dirty="0">
                <a:solidFill>
                  <a:srgbClr val="46424D"/>
                </a:solidFill>
                <a:latin typeface="Arial MT"/>
                <a:cs typeface="Arial MT"/>
              </a:rPr>
              <a:t> </a:t>
            </a:r>
            <a:r>
              <a:rPr sz="2400" spc="-5" dirty="0">
                <a:solidFill>
                  <a:srgbClr val="46424D"/>
                </a:solidFill>
                <a:latin typeface="Arial MT"/>
                <a:cs typeface="Arial MT"/>
              </a:rPr>
              <a:t>is</a:t>
            </a:r>
            <a:r>
              <a:rPr sz="2400" dirty="0">
                <a:solidFill>
                  <a:srgbClr val="46424D"/>
                </a:solidFill>
                <a:latin typeface="Arial MT"/>
                <a:cs typeface="Arial MT"/>
              </a:rPr>
              <a:t> the</a:t>
            </a:r>
            <a:r>
              <a:rPr sz="2400" spc="5" dirty="0">
                <a:solidFill>
                  <a:srgbClr val="46424D"/>
                </a:solidFill>
                <a:latin typeface="Arial MT"/>
                <a:cs typeface="Arial MT"/>
              </a:rPr>
              <a:t> </a:t>
            </a:r>
            <a:r>
              <a:rPr sz="2400" spc="-5" dirty="0">
                <a:solidFill>
                  <a:srgbClr val="46424D"/>
                </a:solidFill>
                <a:latin typeface="Arial MT"/>
                <a:cs typeface="Arial MT"/>
              </a:rPr>
              <a:t>product</a:t>
            </a:r>
            <a:r>
              <a:rPr sz="2400" spc="10" dirty="0">
                <a:solidFill>
                  <a:srgbClr val="46424D"/>
                </a:solidFill>
                <a:latin typeface="Arial MT"/>
                <a:cs typeface="Arial MT"/>
              </a:rPr>
              <a:t> </a:t>
            </a:r>
            <a:r>
              <a:rPr sz="2400" spc="-5" dirty="0">
                <a:solidFill>
                  <a:srgbClr val="46424D"/>
                </a:solidFill>
                <a:latin typeface="Arial MT"/>
                <a:cs typeface="Arial MT"/>
              </a:rPr>
              <a:t>backlog, </a:t>
            </a:r>
            <a:r>
              <a:rPr sz="2400" spc="-655" dirty="0">
                <a:solidFill>
                  <a:srgbClr val="46424D"/>
                </a:solidFill>
                <a:latin typeface="Arial MT"/>
                <a:cs typeface="Arial MT"/>
              </a:rPr>
              <a:t> </a:t>
            </a:r>
            <a:r>
              <a:rPr sz="2400" spc="-5" dirty="0">
                <a:solidFill>
                  <a:srgbClr val="46424D"/>
                </a:solidFill>
                <a:latin typeface="Arial MT"/>
                <a:cs typeface="Arial MT"/>
              </a:rPr>
              <a:t>which</a:t>
            </a:r>
            <a:r>
              <a:rPr sz="2400" spc="20" dirty="0">
                <a:solidFill>
                  <a:srgbClr val="46424D"/>
                </a:solidFill>
                <a:latin typeface="Arial MT"/>
                <a:cs typeface="Arial MT"/>
              </a:rPr>
              <a:t> </a:t>
            </a:r>
            <a:r>
              <a:rPr sz="2400" dirty="0">
                <a:solidFill>
                  <a:srgbClr val="46424D"/>
                </a:solidFill>
                <a:latin typeface="Arial MT"/>
                <a:cs typeface="Arial MT"/>
              </a:rPr>
              <a:t>is the</a:t>
            </a:r>
            <a:r>
              <a:rPr sz="2400" spc="-5" dirty="0">
                <a:solidFill>
                  <a:srgbClr val="46424D"/>
                </a:solidFill>
                <a:latin typeface="Arial MT"/>
                <a:cs typeface="Arial MT"/>
              </a:rPr>
              <a:t> list</a:t>
            </a:r>
            <a:r>
              <a:rPr sz="2400" dirty="0">
                <a:solidFill>
                  <a:srgbClr val="46424D"/>
                </a:solidFill>
                <a:latin typeface="Arial MT"/>
                <a:cs typeface="Arial MT"/>
              </a:rPr>
              <a:t> of work</a:t>
            </a:r>
            <a:r>
              <a:rPr sz="2400" spc="-5" dirty="0">
                <a:solidFill>
                  <a:srgbClr val="46424D"/>
                </a:solidFill>
                <a:latin typeface="Arial MT"/>
                <a:cs typeface="Arial MT"/>
              </a:rPr>
              <a:t> </a:t>
            </a:r>
            <a:r>
              <a:rPr sz="2400" dirty="0">
                <a:solidFill>
                  <a:srgbClr val="46424D"/>
                </a:solidFill>
                <a:latin typeface="Arial MT"/>
                <a:cs typeface="Arial MT"/>
              </a:rPr>
              <a:t>to be</a:t>
            </a:r>
            <a:r>
              <a:rPr sz="2400" spc="-5" dirty="0">
                <a:solidFill>
                  <a:srgbClr val="46424D"/>
                </a:solidFill>
                <a:latin typeface="Arial MT"/>
                <a:cs typeface="Arial MT"/>
              </a:rPr>
              <a:t> </a:t>
            </a:r>
            <a:r>
              <a:rPr sz="2400" dirty="0">
                <a:solidFill>
                  <a:srgbClr val="46424D"/>
                </a:solidFill>
                <a:latin typeface="Arial MT"/>
                <a:cs typeface="Arial MT"/>
              </a:rPr>
              <a:t>done</a:t>
            </a:r>
            <a:r>
              <a:rPr sz="2400" spc="5" dirty="0">
                <a:solidFill>
                  <a:srgbClr val="46424D"/>
                </a:solidFill>
                <a:latin typeface="Arial MT"/>
                <a:cs typeface="Arial MT"/>
              </a:rPr>
              <a:t> </a:t>
            </a:r>
            <a:r>
              <a:rPr sz="2400" dirty="0">
                <a:solidFill>
                  <a:srgbClr val="46424D"/>
                </a:solidFill>
                <a:latin typeface="Arial MT"/>
                <a:cs typeface="Arial MT"/>
              </a:rPr>
              <a:t>on the</a:t>
            </a:r>
            <a:r>
              <a:rPr sz="2400" spc="-5" dirty="0">
                <a:solidFill>
                  <a:srgbClr val="46424D"/>
                </a:solidFill>
                <a:latin typeface="Arial MT"/>
                <a:cs typeface="Arial MT"/>
              </a:rPr>
              <a:t> </a:t>
            </a:r>
            <a:r>
              <a:rPr sz="2400" dirty="0">
                <a:solidFill>
                  <a:srgbClr val="46424D"/>
                </a:solidFill>
                <a:latin typeface="Arial MT"/>
                <a:cs typeface="Arial MT"/>
              </a:rPr>
              <a:t>project.</a:t>
            </a:r>
            <a:endParaRPr sz="2400" dirty="0">
              <a:latin typeface="Arial MT"/>
              <a:cs typeface="Arial MT"/>
            </a:endParaRPr>
          </a:p>
          <a:p>
            <a:pPr marL="355600" marR="5080" indent="-342900">
              <a:lnSpc>
                <a:spcPct val="100000"/>
              </a:lnSpc>
              <a:spcBef>
                <a:spcPts val="1200"/>
              </a:spcBef>
              <a:buFont typeface="Wingdings"/>
              <a:buChar char=""/>
              <a:tabLst>
                <a:tab pos="355600" algn="l"/>
              </a:tabLst>
            </a:pPr>
            <a:r>
              <a:rPr sz="2400" dirty="0">
                <a:solidFill>
                  <a:srgbClr val="46424D"/>
                </a:solidFill>
                <a:latin typeface="Arial MT"/>
                <a:cs typeface="Arial MT"/>
              </a:rPr>
              <a:t>The </a:t>
            </a:r>
            <a:r>
              <a:rPr sz="2400" spc="-5" dirty="0">
                <a:solidFill>
                  <a:srgbClr val="46424D"/>
                </a:solidFill>
                <a:latin typeface="Arial MT"/>
                <a:cs typeface="Arial MT"/>
              </a:rPr>
              <a:t>selection</a:t>
            </a:r>
            <a:r>
              <a:rPr sz="2400" spc="20" dirty="0">
                <a:solidFill>
                  <a:srgbClr val="46424D"/>
                </a:solidFill>
                <a:latin typeface="Arial MT"/>
                <a:cs typeface="Arial MT"/>
              </a:rPr>
              <a:t> </a:t>
            </a:r>
            <a:r>
              <a:rPr sz="2400" spc="-5" dirty="0">
                <a:solidFill>
                  <a:srgbClr val="46424D"/>
                </a:solidFill>
                <a:latin typeface="Arial MT"/>
                <a:cs typeface="Arial MT"/>
              </a:rPr>
              <a:t>phase</a:t>
            </a:r>
            <a:r>
              <a:rPr sz="2400" spc="20" dirty="0">
                <a:solidFill>
                  <a:srgbClr val="46424D"/>
                </a:solidFill>
                <a:latin typeface="Arial MT"/>
                <a:cs typeface="Arial MT"/>
              </a:rPr>
              <a:t> </a:t>
            </a:r>
            <a:r>
              <a:rPr sz="2400" spc="-5" dirty="0">
                <a:solidFill>
                  <a:srgbClr val="46424D"/>
                </a:solidFill>
                <a:latin typeface="Arial MT"/>
                <a:cs typeface="Arial MT"/>
              </a:rPr>
              <a:t>involves</a:t>
            </a:r>
            <a:r>
              <a:rPr sz="2400" spc="30" dirty="0">
                <a:solidFill>
                  <a:srgbClr val="46424D"/>
                </a:solidFill>
                <a:latin typeface="Arial MT"/>
                <a:cs typeface="Arial MT"/>
              </a:rPr>
              <a:t> </a:t>
            </a:r>
            <a:r>
              <a:rPr sz="2400" spc="-5" dirty="0">
                <a:solidFill>
                  <a:srgbClr val="46424D"/>
                </a:solidFill>
                <a:latin typeface="Arial MT"/>
                <a:cs typeface="Arial MT"/>
              </a:rPr>
              <a:t>all</a:t>
            </a:r>
            <a:r>
              <a:rPr sz="2400" spc="5" dirty="0">
                <a:solidFill>
                  <a:srgbClr val="46424D"/>
                </a:solidFill>
                <a:latin typeface="Arial MT"/>
                <a:cs typeface="Arial MT"/>
              </a:rPr>
              <a:t> </a:t>
            </a:r>
            <a:r>
              <a:rPr sz="2400" dirty="0">
                <a:solidFill>
                  <a:srgbClr val="46424D"/>
                </a:solidFill>
                <a:latin typeface="Arial MT"/>
                <a:cs typeface="Arial MT"/>
              </a:rPr>
              <a:t>of</a:t>
            </a:r>
            <a:r>
              <a:rPr sz="2400" spc="5" dirty="0">
                <a:solidFill>
                  <a:srgbClr val="46424D"/>
                </a:solidFill>
                <a:latin typeface="Arial MT"/>
                <a:cs typeface="Arial MT"/>
              </a:rPr>
              <a:t> </a:t>
            </a:r>
            <a:r>
              <a:rPr sz="2400" dirty="0">
                <a:solidFill>
                  <a:srgbClr val="46424D"/>
                </a:solidFill>
                <a:latin typeface="Arial MT"/>
                <a:cs typeface="Arial MT"/>
              </a:rPr>
              <a:t>the</a:t>
            </a:r>
            <a:r>
              <a:rPr sz="2400" spc="5" dirty="0">
                <a:solidFill>
                  <a:srgbClr val="46424D"/>
                </a:solidFill>
                <a:latin typeface="Arial MT"/>
                <a:cs typeface="Arial MT"/>
              </a:rPr>
              <a:t> </a:t>
            </a:r>
            <a:r>
              <a:rPr sz="2400" dirty="0">
                <a:solidFill>
                  <a:srgbClr val="46424D"/>
                </a:solidFill>
                <a:latin typeface="Arial MT"/>
                <a:cs typeface="Arial MT"/>
              </a:rPr>
              <a:t>project team</a:t>
            </a:r>
            <a:r>
              <a:rPr sz="2400" spc="15" dirty="0">
                <a:solidFill>
                  <a:srgbClr val="46424D"/>
                </a:solidFill>
                <a:latin typeface="Arial MT"/>
                <a:cs typeface="Arial MT"/>
              </a:rPr>
              <a:t> </a:t>
            </a:r>
            <a:r>
              <a:rPr sz="2400" spc="-5" dirty="0">
                <a:solidFill>
                  <a:srgbClr val="46424D"/>
                </a:solidFill>
                <a:latin typeface="Arial MT"/>
                <a:cs typeface="Arial MT"/>
              </a:rPr>
              <a:t>who </a:t>
            </a:r>
            <a:r>
              <a:rPr sz="2400" spc="-655" dirty="0">
                <a:solidFill>
                  <a:srgbClr val="46424D"/>
                </a:solidFill>
                <a:latin typeface="Arial MT"/>
                <a:cs typeface="Arial MT"/>
              </a:rPr>
              <a:t> </a:t>
            </a:r>
            <a:r>
              <a:rPr sz="2400" spc="-5" dirty="0">
                <a:solidFill>
                  <a:srgbClr val="46424D"/>
                </a:solidFill>
                <a:latin typeface="Arial MT"/>
                <a:cs typeface="Arial MT"/>
              </a:rPr>
              <a:t>work</a:t>
            </a:r>
            <a:r>
              <a:rPr sz="2400" spc="5" dirty="0">
                <a:solidFill>
                  <a:srgbClr val="46424D"/>
                </a:solidFill>
                <a:latin typeface="Arial MT"/>
                <a:cs typeface="Arial MT"/>
              </a:rPr>
              <a:t> </a:t>
            </a:r>
            <a:r>
              <a:rPr sz="2400" spc="-5" dirty="0">
                <a:solidFill>
                  <a:srgbClr val="46424D"/>
                </a:solidFill>
                <a:latin typeface="Arial MT"/>
                <a:cs typeface="Arial MT"/>
              </a:rPr>
              <a:t>with</a:t>
            </a:r>
            <a:r>
              <a:rPr sz="2400" spc="15" dirty="0">
                <a:solidFill>
                  <a:srgbClr val="46424D"/>
                </a:solidFill>
                <a:latin typeface="Arial MT"/>
                <a:cs typeface="Arial MT"/>
              </a:rPr>
              <a:t> </a:t>
            </a:r>
            <a:r>
              <a:rPr sz="2400" spc="-5" dirty="0">
                <a:solidFill>
                  <a:srgbClr val="46424D"/>
                </a:solidFill>
                <a:latin typeface="Arial MT"/>
                <a:cs typeface="Arial MT"/>
              </a:rPr>
              <a:t>the</a:t>
            </a:r>
            <a:r>
              <a:rPr sz="2400" dirty="0">
                <a:solidFill>
                  <a:srgbClr val="46424D"/>
                </a:solidFill>
                <a:latin typeface="Arial MT"/>
                <a:cs typeface="Arial MT"/>
              </a:rPr>
              <a:t> </a:t>
            </a:r>
            <a:r>
              <a:rPr sz="2400" spc="-5" dirty="0">
                <a:solidFill>
                  <a:srgbClr val="46424D"/>
                </a:solidFill>
                <a:latin typeface="Arial MT"/>
                <a:cs typeface="Arial MT"/>
              </a:rPr>
              <a:t>customer</a:t>
            </a:r>
            <a:r>
              <a:rPr sz="2400" spc="5" dirty="0">
                <a:solidFill>
                  <a:srgbClr val="46424D"/>
                </a:solidFill>
                <a:latin typeface="Arial MT"/>
                <a:cs typeface="Arial MT"/>
              </a:rPr>
              <a:t> </a:t>
            </a:r>
            <a:r>
              <a:rPr sz="2400" dirty="0">
                <a:solidFill>
                  <a:srgbClr val="46424D"/>
                </a:solidFill>
                <a:latin typeface="Arial MT"/>
                <a:cs typeface="Arial MT"/>
              </a:rPr>
              <a:t>to </a:t>
            </a:r>
            <a:r>
              <a:rPr sz="2400" spc="-5" dirty="0">
                <a:solidFill>
                  <a:srgbClr val="46424D"/>
                </a:solidFill>
                <a:latin typeface="Arial MT"/>
                <a:cs typeface="Arial MT"/>
              </a:rPr>
              <a:t>select</a:t>
            </a:r>
            <a:r>
              <a:rPr sz="2400" spc="5" dirty="0">
                <a:solidFill>
                  <a:srgbClr val="46424D"/>
                </a:solidFill>
                <a:latin typeface="Arial MT"/>
                <a:cs typeface="Arial MT"/>
              </a:rPr>
              <a:t> </a:t>
            </a:r>
            <a:r>
              <a:rPr sz="2400" dirty="0">
                <a:solidFill>
                  <a:srgbClr val="46424D"/>
                </a:solidFill>
                <a:latin typeface="Arial MT"/>
                <a:cs typeface="Arial MT"/>
              </a:rPr>
              <a:t>the</a:t>
            </a:r>
            <a:r>
              <a:rPr sz="2400" spc="-10" dirty="0">
                <a:solidFill>
                  <a:srgbClr val="46424D"/>
                </a:solidFill>
                <a:latin typeface="Arial MT"/>
                <a:cs typeface="Arial MT"/>
              </a:rPr>
              <a:t> </a:t>
            </a:r>
            <a:r>
              <a:rPr sz="2400" dirty="0">
                <a:solidFill>
                  <a:srgbClr val="46424D"/>
                </a:solidFill>
                <a:latin typeface="Arial MT"/>
                <a:cs typeface="Arial MT"/>
              </a:rPr>
              <a:t>features</a:t>
            </a:r>
            <a:r>
              <a:rPr sz="2400" spc="10" dirty="0">
                <a:solidFill>
                  <a:srgbClr val="46424D"/>
                </a:solidFill>
                <a:latin typeface="Arial MT"/>
                <a:cs typeface="Arial MT"/>
              </a:rPr>
              <a:t> </a:t>
            </a:r>
            <a:r>
              <a:rPr sz="2400" spc="-5" dirty="0">
                <a:solidFill>
                  <a:srgbClr val="46424D"/>
                </a:solidFill>
                <a:latin typeface="Arial MT"/>
                <a:cs typeface="Arial MT"/>
              </a:rPr>
              <a:t>and </a:t>
            </a:r>
            <a:r>
              <a:rPr sz="2400" dirty="0">
                <a:solidFill>
                  <a:srgbClr val="46424D"/>
                </a:solidFill>
                <a:latin typeface="Arial MT"/>
                <a:cs typeface="Arial MT"/>
              </a:rPr>
              <a:t> functionality</a:t>
            </a:r>
            <a:r>
              <a:rPr sz="2400" spc="20" dirty="0">
                <a:solidFill>
                  <a:srgbClr val="46424D"/>
                </a:solidFill>
                <a:latin typeface="Arial MT"/>
                <a:cs typeface="Arial MT"/>
              </a:rPr>
              <a:t> </a:t>
            </a:r>
            <a:r>
              <a:rPr sz="2400" dirty="0">
                <a:solidFill>
                  <a:srgbClr val="46424D"/>
                </a:solidFill>
                <a:latin typeface="Arial MT"/>
                <a:cs typeface="Arial MT"/>
              </a:rPr>
              <a:t>from</a:t>
            </a:r>
            <a:r>
              <a:rPr sz="2400" spc="-20" dirty="0">
                <a:solidFill>
                  <a:srgbClr val="46424D"/>
                </a:solidFill>
                <a:latin typeface="Arial MT"/>
                <a:cs typeface="Arial MT"/>
              </a:rPr>
              <a:t> </a:t>
            </a:r>
            <a:r>
              <a:rPr sz="2400" dirty="0">
                <a:solidFill>
                  <a:srgbClr val="46424D"/>
                </a:solidFill>
                <a:latin typeface="Arial MT"/>
                <a:cs typeface="Arial MT"/>
              </a:rPr>
              <a:t>the </a:t>
            </a:r>
            <a:r>
              <a:rPr sz="2400" spc="-5" dirty="0">
                <a:solidFill>
                  <a:srgbClr val="46424D"/>
                </a:solidFill>
                <a:latin typeface="Arial MT"/>
                <a:cs typeface="Arial MT"/>
              </a:rPr>
              <a:t>product</a:t>
            </a:r>
            <a:r>
              <a:rPr sz="2400" spc="5" dirty="0">
                <a:solidFill>
                  <a:srgbClr val="46424D"/>
                </a:solidFill>
                <a:latin typeface="Arial MT"/>
                <a:cs typeface="Arial MT"/>
              </a:rPr>
              <a:t> </a:t>
            </a:r>
            <a:r>
              <a:rPr sz="2400" dirty="0">
                <a:solidFill>
                  <a:srgbClr val="46424D"/>
                </a:solidFill>
                <a:latin typeface="Arial MT"/>
                <a:cs typeface="Arial MT"/>
              </a:rPr>
              <a:t>backlog</a:t>
            </a:r>
            <a:r>
              <a:rPr sz="2400" spc="20" dirty="0">
                <a:solidFill>
                  <a:srgbClr val="46424D"/>
                </a:solidFill>
                <a:latin typeface="Arial MT"/>
                <a:cs typeface="Arial MT"/>
              </a:rPr>
              <a:t> </a:t>
            </a:r>
            <a:r>
              <a:rPr sz="2400" dirty="0">
                <a:solidFill>
                  <a:srgbClr val="46424D"/>
                </a:solidFill>
                <a:latin typeface="Arial MT"/>
                <a:cs typeface="Arial MT"/>
              </a:rPr>
              <a:t>to be</a:t>
            </a:r>
            <a:r>
              <a:rPr sz="2400" spc="-10" dirty="0">
                <a:solidFill>
                  <a:srgbClr val="46424D"/>
                </a:solidFill>
                <a:latin typeface="Arial MT"/>
                <a:cs typeface="Arial MT"/>
              </a:rPr>
              <a:t> </a:t>
            </a:r>
            <a:r>
              <a:rPr sz="2400" spc="-5" dirty="0">
                <a:solidFill>
                  <a:srgbClr val="46424D"/>
                </a:solidFill>
                <a:latin typeface="Arial MT"/>
                <a:cs typeface="Arial MT"/>
              </a:rPr>
              <a:t>developed </a:t>
            </a:r>
            <a:r>
              <a:rPr sz="2400" dirty="0">
                <a:solidFill>
                  <a:srgbClr val="46424D"/>
                </a:solidFill>
                <a:latin typeface="Arial MT"/>
                <a:cs typeface="Arial MT"/>
              </a:rPr>
              <a:t> </a:t>
            </a:r>
            <a:r>
              <a:rPr sz="2400" spc="-5" dirty="0">
                <a:solidFill>
                  <a:srgbClr val="46424D"/>
                </a:solidFill>
                <a:latin typeface="Arial MT"/>
                <a:cs typeface="Arial MT"/>
              </a:rPr>
              <a:t>during</a:t>
            </a:r>
            <a:r>
              <a:rPr sz="2400" spc="5" dirty="0">
                <a:solidFill>
                  <a:srgbClr val="46424D"/>
                </a:solidFill>
                <a:latin typeface="Arial MT"/>
                <a:cs typeface="Arial MT"/>
              </a:rPr>
              <a:t> </a:t>
            </a:r>
            <a:r>
              <a:rPr sz="2400" dirty="0">
                <a:solidFill>
                  <a:srgbClr val="46424D"/>
                </a:solidFill>
                <a:latin typeface="Arial MT"/>
                <a:cs typeface="Arial MT"/>
              </a:rPr>
              <a:t>the</a:t>
            </a:r>
            <a:r>
              <a:rPr sz="2400" spc="5" dirty="0">
                <a:solidFill>
                  <a:srgbClr val="46424D"/>
                </a:solidFill>
                <a:latin typeface="Arial MT"/>
                <a:cs typeface="Arial MT"/>
              </a:rPr>
              <a:t> </a:t>
            </a:r>
            <a:r>
              <a:rPr sz="2400" spc="-5" dirty="0">
                <a:solidFill>
                  <a:srgbClr val="46424D"/>
                </a:solidFill>
                <a:latin typeface="Arial MT"/>
                <a:cs typeface="Arial MT"/>
              </a:rPr>
              <a:t>sprint.</a:t>
            </a:r>
            <a:endParaRPr sz="2400" dirty="0">
              <a:latin typeface="Arial MT"/>
              <a:cs typeface="Arial MT"/>
            </a:endParaRPr>
          </a:p>
        </p:txBody>
      </p:sp>
      <p:sp>
        <p:nvSpPr>
          <p:cNvPr id="3" name="object 3"/>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42</a:t>
            </a:fld>
            <a:endParaRPr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2374265" cy="391160"/>
          </a:xfrm>
          <a:prstGeom prst="rect">
            <a:avLst/>
          </a:prstGeom>
        </p:spPr>
        <p:txBody>
          <a:bodyPr vert="horz" wrap="square" lIns="0" tIns="12700" rIns="0" bIns="0" rtlCol="0">
            <a:spAutoFit/>
          </a:bodyPr>
          <a:lstStyle/>
          <a:p>
            <a:pPr marL="12700">
              <a:lnSpc>
                <a:spcPct val="100000"/>
              </a:lnSpc>
              <a:spcBef>
                <a:spcPts val="100"/>
              </a:spcBef>
            </a:pPr>
            <a:r>
              <a:rPr dirty="0"/>
              <a:t>The</a:t>
            </a:r>
            <a:r>
              <a:rPr spc="-55" dirty="0"/>
              <a:t> </a:t>
            </a:r>
            <a:r>
              <a:rPr dirty="0"/>
              <a:t>Sprint</a:t>
            </a:r>
            <a:r>
              <a:rPr spc="-40" dirty="0"/>
              <a:t> </a:t>
            </a:r>
            <a:r>
              <a:rPr spc="-10" dirty="0"/>
              <a:t>cycle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43</a:t>
            </a:fld>
            <a:endParaRPr dirty="0"/>
          </a:p>
        </p:txBody>
      </p:sp>
      <p:sp>
        <p:nvSpPr>
          <p:cNvPr id="3" name="object 3"/>
          <p:cNvSpPr txBox="1"/>
          <p:nvPr/>
        </p:nvSpPr>
        <p:spPr>
          <a:xfrm>
            <a:off x="535940" y="1626234"/>
            <a:ext cx="8070850" cy="4141470"/>
          </a:xfrm>
          <a:prstGeom prst="rect">
            <a:avLst/>
          </a:prstGeom>
        </p:spPr>
        <p:txBody>
          <a:bodyPr vert="horz" wrap="square" lIns="0" tIns="12700" rIns="0" bIns="0" rtlCol="0">
            <a:spAutoFit/>
          </a:bodyPr>
          <a:lstStyle/>
          <a:p>
            <a:pPr marL="355600" marR="5080" indent="-342900">
              <a:lnSpc>
                <a:spcPct val="100000"/>
              </a:lnSpc>
              <a:spcBef>
                <a:spcPts val="100"/>
              </a:spcBef>
              <a:buFont typeface="Wingdings"/>
              <a:buChar char=""/>
              <a:tabLst>
                <a:tab pos="355600" algn="l"/>
              </a:tabLst>
            </a:pPr>
            <a:r>
              <a:rPr sz="2400" dirty="0">
                <a:solidFill>
                  <a:srgbClr val="46424D"/>
                </a:solidFill>
                <a:latin typeface="Arial MT"/>
                <a:cs typeface="Arial MT"/>
              </a:rPr>
              <a:t>Once</a:t>
            </a:r>
            <a:r>
              <a:rPr sz="2400" spc="-10" dirty="0">
                <a:solidFill>
                  <a:srgbClr val="46424D"/>
                </a:solidFill>
                <a:latin typeface="Arial MT"/>
                <a:cs typeface="Arial MT"/>
              </a:rPr>
              <a:t> </a:t>
            </a:r>
            <a:r>
              <a:rPr sz="2400" spc="-5" dirty="0">
                <a:solidFill>
                  <a:srgbClr val="46424D"/>
                </a:solidFill>
                <a:latin typeface="Arial MT"/>
                <a:cs typeface="Arial MT"/>
              </a:rPr>
              <a:t>these</a:t>
            </a:r>
            <a:r>
              <a:rPr sz="2400" spc="15" dirty="0">
                <a:solidFill>
                  <a:srgbClr val="46424D"/>
                </a:solidFill>
                <a:latin typeface="Arial MT"/>
                <a:cs typeface="Arial MT"/>
              </a:rPr>
              <a:t> </a:t>
            </a:r>
            <a:r>
              <a:rPr sz="2400" spc="-5" dirty="0">
                <a:solidFill>
                  <a:srgbClr val="46424D"/>
                </a:solidFill>
                <a:latin typeface="Arial MT"/>
                <a:cs typeface="Arial MT"/>
              </a:rPr>
              <a:t>are</a:t>
            </a:r>
            <a:r>
              <a:rPr sz="2400" spc="5" dirty="0">
                <a:solidFill>
                  <a:srgbClr val="46424D"/>
                </a:solidFill>
                <a:latin typeface="Arial MT"/>
                <a:cs typeface="Arial MT"/>
              </a:rPr>
              <a:t> </a:t>
            </a:r>
            <a:r>
              <a:rPr sz="2400" spc="-5" dirty="0">
                <a:solidFill>
                  <a:srgbClr val="46424D"/>
                </a:solidFill>
                <a:latin typeface="Arial MT"/>
                <a:cs typeface="Arial MT"/>
              </a:rPr>
              <a:t>agreed,</a:t>
            </a:r>
            <a:r>
              <a:rPr sz="2400" spc="10" dirty="0">
                <a:solidFill>
                  <a:srgbClr val="46424D"/>
                </a:solidFill>
                <a:latin typeface="Arial MT"/>
                <a:cs typeface="Arial MT"/>
              </a:rPr>
              <a:t> </a:t>
            </a:r>
            <a:r>
              <a:rPr sz="2400" dirty="0">
                <a:solidFill>
                  <a:srgbClr val="46424D"/>
                </a:solidFill>
                <a:latin typeface="Arial MT"/>
                <a:cs typeface="Arial MT"/>
              </a:rPr>
              <a:t>the team</a:t>
            </a:r>
            <a:r>
              <a:rPr sz="2400" spc="10" dirty="0">
                <a:solidFill>
                  <a:srgbClr val="46424D"/>
                </a:solidFill>
                <a:latin typeface="Arial MT"/>
                <a:cs typeface="Arial MT"/>
              </a:rPr>
              <a:t> </a:t>
            </a:r>
            <a:r>
              <a:rPr sz="2400" spc="-5" dirty="0">
                <a:solidFill>
                  <a:srgbClr val="46424D"/>
                </a:solidFill>
                <a:latin typeface="Arial MT"/>
                <a:cs typeface="Arial MT"/>
              </a:rPr>
              <a:t>organize</a:t>
            </a:r>
            <a:r>
              <a:rPr sz="2400" spc="25" dirty="0">
                <a:solidFill>
                  <a:srgbClr val="46424D"/>
                </a:solidFill>
                <a:latin typeface="Arial MT"/>
                <a:cs typeface="Arial MT"/>
              </a:rPr>
              <a:t> </a:t>
            </a:r>
            <a:r>
              <a:rPr sz="2400" dirty="0">
                <a:solidFill>
                  <a:srgbClr val="46424D"/>
                </a:solidFill>
                <a:latin typeface="Arial MT"/>
                <a:cs typeface="Arial MT"/>
              </a:rPr>
              <a:t>themselves</a:t>
            </a:r>
            <a:r>
              <a:rPr sz="2400" spc="5" dirty="0">
                <a:solidFill>
                  <a:srgbClr val="46424D"/>
                </a:solidFill>
                <a:latin typeface="Arial MT"/>
                <a:cs typeface="Arial MT"/>
              </a:rPr>
              <a:t> </a:t>
            </a:r>
            <a:r>
              <a:rPr sz="2400" dirty="0">
                <a:solidFill>
                  <a:srgbClr val="46424D"/>
                </a:solidFill>
                <a:latin typeface="Arial MT"/>
                <a:cs typeface="Arial MT"/>
              </a:rPr>
              <a:t>to </a:t>
            </a:r>
            <a:r>
              <a:rPr sz="2400" spc="-650" dirty="0">
                <a:solidFill>
                  <a:srgbClr val="46424D"/>
                </a:solidFill>
                <a:latin typeface="Arial MT"/>
                <a:cs typeface="Arial MT"/>
              </a:rPr>
              <a:t> </a:t>
            </a:r>
            <a:r>
              <a:rPr sz="2400" spc="-5" dirty="0">
                <a:solidFill>
                  <a:srgbClr val="46424D"/>
                </a:solidFill>
                <a:latin typeface="Arial MT"/>
                <a:cs typeface="Arial MT"/>
              </a:rPr>
              <a:t>develop</a:t>
            </a:r>
            <a:r>
              <a:rPr sz="2400" spc="15" dirty="0">
                <a:solidFill>
                  <a:srgbClr val="46424D"/>
                </a:solidFill>
                <a:latin typeface="Arial MT"/>
                <a:cs typeface="Arial MT"/>
              </a:rPr>
              <a:t> </a:t>
            </a:r>
            <a:r>
              <a:rPr sz="2400" dirty="0">
                <a:solidFill>
                  <a:srgbClr val="46424D"/>
                </a:solidFill>
                <a:latin typeface="Arial MT"/>
                <a:cs typeface="Arial MT"/>
              </a:rPr>
              <a:t>the</a:t>
            </a:r>
            <a:r>
              <a:rPr sz="2400" spc="5" dirty="0">
                <a:solidFill>
                  <a:srgbClr val="46424D"/>
                </a:solidFill>
                <a:latin typeface="Arial MT"/>
                <a:cs typeface="Arial MT"/>
              </a:rPr>
              <a:t> </a:t>
            </a:r>
            <a:r>
              <a:rPr sz="2400" dirty="0">
                <a:solidFill>
                  <a:srgbClr val="46424D"/>
                </a:solidFill>
                <a:latin typeface="Arial MT"/>
                <a:cs typeface="Arial MT"/>
              </a:rPr>
              <a:t>software.</a:t>
            </a:r>
            <a:endParaRPr sz="2400" dirty="0">
              <a:latin typeface="Arial MT"/>
              <a:cs typeface="Arial MT"/>
            </a:endParaRPr>
          </a:p>
          <a:p>
            <a:pPr marL="355600" marR="158750" indent="-342900">
              <a:lnSpc>
                <a:spcPct val="100000"/>
              </a:lnSpc>
              <a:spcBef>
                <a:spcPts val="1200"/>
              </a:spcBef>
              <a:buFont typeface="Wingdings"/>
              <a:buChar char=""/>
              <a:tabLst>
                <a:tab pos="355600" algn="l"/>
              </a:tabLst>
            </a:pPr>
            <a:r>
              <a:rPr sz="2400" spc="-5" dirty="0">
                <a:solidFill>
                  <a:srgbClr val="46424D"/>
                </a:solidFill>
                <a:latin typeface="Arial MT"/>
                <a:cs typeface="Arial MT"/>
              </a:rPr>
              <a:t>During</a:t>
            </a:r>
            <a:r>
              <a:rPr sz="2400" spc="25" dirty="0">
                <a:solidFill>
                  <a:srgbClr val="46424D"/>
                </a:solidFill>
                <a:latin typeface="Arial MT"/>
                <a:cs typeface="Arial MT"/>
              </a:rPr>
              <a:t> </a:t>
            </a:r>
            <a:r>
              <a:rPr sz="2400" dirty="0">
                <a:solidFill>
                  <a:srgbClr val="46424D"/>
                </a:solidFill>
                <a:latin typeface="Arial MT"/>
                <a:cs typeface="Arial MT"/>
              </a:rPr>
              <a:t>this</a:t>
            </a:r>
            <a:r>
              <a:rPr sz="2400" spc="-10" dirty="0">
                <a:solidFill>
                  <a:srgbClr val="46424D"/>
                </a:solidFill>
                <a:latin typeface="Arial MT"/>
                <a:cs typeface="Arial MT"/>
              </a:rPr>
              <a:t> </a:t>
            </a:r>
            <a:r>
              <a:rPr sz="2400" dirty="0">
                <a:solidFill>
                  <a:srgbClr val="46424D"/>
                </a:solidFill>
                <a:latin typeface="Arial MT"/>
                <a:cs typeface="Arial MT"/>
              </a:rPr>
              <a:t>stage the team</a:t>
            </a:r>
            <a:r>
              <a:rPr sz="2400" spc="-5" dirty="0">
                <a:solidFill>
                  <a:srgbClr val="46424D"/>
                </a:solidFill>
                <a:latin typeface="Arial MT"/>
                <a:cs typeface="Arial MT"/>
              </a:rPr>
              <a:t> </a:t>
            </a:r>
            <a:r>
              <a:rPr sz="2400" dirty="0">
                <a:solidFill>
                  <a:srgbClr val="46424D"/>
                </a:solidFill>
                <a:latin typeface="Arial MT"/>
                <a:cs typeface="Arial MT"/>
              </a:rPr>
              <a:t>is </a:t>
            </a:r>
            <a:r>
              <a:rPr sz="2400" spc="-5" dirty="0">
                <a:solidFill>
                  <a:srgbClr val="46424D"/>
                </a:solidFill>
                <a:latin typeface="Arial MT"/>
                <a:cs typeface="Arial MT"/>
              </a:rPr>
              <a:t>isolated</a:t>
            </a:r>
            <a:r>
              <a:rPr sz="2400" spc="20" dirty="0">
                <a:solidFill>
                  <a:srgbClr val="46424D"/>
                </a:solidFill>
                <a:latin typeface="Arial MT"/>
                <a:cs typeface="Arial MT"/>
              </a:rPr>
              <a:t> </a:t>
            </a:r>
            <a:r>
              <a:rPr sz="2400" dirty="0">
                <a:solidFill>
                  <a:srgbClr val="46424D"/>
                </a:solidFill>
                <a:latin typeface="Arial MT"/>
                <a:cs typeface="Arial MT"/>
              </a:rPr>
              <a:t>from the</a:t>
            </a:r>
            <a:r>
              <a:rPr sz="2400" spc="-10" dirty="0">
                <a:solidFill>
                  <a:srgbClr val="46424D"/>
                </a:solidFill>
                <a:latin typeface="Arial MT"/>
                <a:cs typeface="Arial MT"/>
              </a:rPr>
              <a:t> </a:t>
            </a:r>
            <a:r>
              <a:rPr sz="2400" dirty="0">
                <a:solidFill>
                  <a:srgbClr val="46424D"/>
                </a:solidFill>
                <a:latin typeface="Arial MT"/>
                <a:cs typeface="Arial MT"/>
              </a:rPr>
              <a:t>customer </a:t>
            </a:r>
            <a:r>
              <a:rPr sz="2400" spc="-655" dirty="0">
                <a:solidFill>
                  <a:srgbClr val="46424D"/>
                </a:solidFill>
                <a:latin typeface="Arial MT"/>
                <a:cs typeface="Arial MT"/>
              </a:rPr>
              <a:t> </a:t>
            </a:r>
            <a:r>
              <a:rPr sz="2400" spc="-5" dirty="0">
                <a:solidFill>
                  <a:srgbClr val="46424D"/>
                </a:solidFill>
                <a:latin typeface="Arial MT"/>
                <a:cs typeface="Arial MT"/>
              </a:rPr>
              <a:t>and</a:t>
            </a:r>
            <a:r>
              <a:rPr sz="2400" spc="10" dirty="0">
                <a:solidFill>
                  <a:srgbClr val="46424D"/>
                </a:solidFill>
                <a:latin typeface="Arial MT"/>
                <a:cs typeface="Arial MT"/>
              </a:rPr>
              <a:t> </a:t>
            </a:r>
            <a:r>
              <a:rPr sz="2400" dirty="0">
                <a:solidFill>
                  <a:srgbClr val="46424D"/>
                </a:solidFill>
                <a:latin typeface="Arial MT"/>
                <a:cs typeface="Arial MT"/>
              </a:rPr>
              <a:t>the </a:t>
            </a:r>
            <a:r>
              <a:rPr sz="2400" spc="-5" dirty="0">
                <a:solidFill>
                  <a:srgbClr val="46424D"/>
                </a:solidFill>
                <a:latin typeface="Arial MT"/>
                <a:cs typeface="Arial MT"/>
              </a:rPr>
              <a:t>organization,</a:t>
            </a:r>
            <a:r>
              <a:rPr sz="2400" spc="30" dirty="0">
                <a:solidFill>
                  <a:srgbClr val="46424D"/>
                </a:solidFill>
                <a:latin typeface="Arial MT"/>
                <a:cs typeface="Arial MT"/>
              </a:rPr>
              <a:t> </a:t>
            </a:r>
            <a:r>
              <a:rPr sz="2400" spc="-5" dirty="0">
                <a:solidFill>
                  <a:srgbClr val="46424D"/>
                </a:solidFill>
                <a:latin typeface="Arial MT"/>
                <a:cs typeface="Arial MT"/>
              </a:rPr>
              <a:t>with</a:t>
            </a:r>
            <a:r>
              <a:rPr sz="2400" spc="5" dirty="0">
                <a:solidFill>
                  <a:srgbClr val="46424D"/>
                </a:solidFill>
                <a:latin typeface="Arial MT"/>
                <a:cs typeface="Arial MT"/>
              </a:rPr>
              <a:t> </a:t>
            </a:r>
            <a:r>
              <a:rPr sz="2400" spc="-5" dirty="0">
                <a:solidFill>
                  <a:srgbClr val="46424D"/>
                </a:solidFill>
                <a:latin typeface="Arial MT"/>
                <a:cs typeface="Arial MT"/>
              </a:rPr>
              <a:t>all</a:t>
            </a:r>
            <a:r>
              <a:rPr sz="2400" spc="15" dirty="0">
                <a:solidFill>
                  <a:srgbClr val="46424D"/>
                </a:solidFill>
                <a:latin typeface="Arial MT"/>
                <a:cs typeface="Arial MT"/>
              </a:rPr>
              <a:t> </a:t>
            </a:r>
            <a:r>
              <a:rPr sz="2400" dirty="0">
                <a:solidFill>
                  <a:srgbClr val="46424D"/>
                </a:solidFill>
                <a:latin typeface="Arial MT"/>
                <a:cs typeface="Arial MT"/>
              </a:rPr>
              <a:t>communications </a:t>
            </a:r>
            <a:r>
              <a:rPr sz="2400" spc="5" dirty="0">
                <a:solidFill>
                  <a:srgbClr val="46424D"/>
                </a:solidFill>
                <a:latin typeface="Arial MT"/>
                <a:cs typeface="Arial MT"/>
              </a:rPr>
              <a:t> </a:t>
            </a:r>
            <a:r>
              <a:rPr sz="2400" spc="-5" dirty="0">
                <a:solidFill>
                  <a:srgbClr val="46424D"/>
                </a:solidFill>
                <a:latin typeface="Arial MT"/>
                <a:cs typeface="Arial MT"/>
              </a:rPr>
              <a:t>channelled</a:t>
            </a:r>
            <a:r>
              <a:rPr sz="2400" spc="50" dirty="0">
                <a:solidFill>
                  <a:srgbClr val="46424D"/>
                </a:solidFill>
                <a:latin typeface="Arial MT"/>
                <a:cs typeface="Arial MT"/>
              </a:rPr>
              <a:t> </a:t>
            </a:r>
            <a:r>
              <a:rPr sz="2400" dirty="0">
                <a:solidFill>
                  <a:srgbClr val="46424D"/>
                </a:solidFill>
                <a:latin typeface="Arial MT"/>
                <a:cs typeface="Arial MT"/>
              </a:rPr>
              <a:t>through the </a:t>
            </a:r>
            <a:r>
              <a:rPr sz="2400" spc="-10" dirty="0">
                <a:solidFill>
                  <a:srgbClr val="46424D"/>
                </a:solidFill>
                <a:latin typeface="Arial MT"/>
                <a:cs typeface="Arial MT"/>
              </a:rPr>
              <a:t>so-called</a:t>
            </a:r>
            <a:r>
              <a:rPr sz="2400" spc="25" dirty="0">
                <a:solidFill>
                  <a:srgbClr val="46424D"/>
                </a:solidFill>
                <a:latin typeface="Arial MT"/>
                <a:cs typeface="Arial MT"/>
              </a:rPr>
              <a:t> </a:t>
            </a:r>
            <a:r>
              <a:rPr sz="2400" spc="-5" dirty="0">
                <a:solidFill>
                  <a:srgbClr val="46424D"/>
                </a:solidFill>
                <a:latin typeface="Arial MT"/>
                <a:cs typeface="Arial MT"/>
              </a:rPr>
              <a:t>‘Scrum</a:t>
            </a:r>
            <a:r>
              <a:rPr sz="2400" spc="5" dirty="0">
                <a:solidFill>
                  <a:srgbClr val="46424D"/>
                </a:solidFill>
                <a:latin typeface="Arial MT"/>
                <a:cs typeface="Arial MT"/>
              </a:rPr>
              <a:t> master’.</a:t>
            </a:r>
            <a:endParaRPr sz="2400" dirty="0">
              <a:latin typeface="Arial MT"/>
              <a:cs typeface="Arial MT"/>
            </a:endParaRPr>
          </a:p>
          <a:p>
            <a:pPr marL="355600" indent="-342900">
              <a:lnSpc>
                <a:spcPct val="100000"/>
              </a:lnSpc>
              <a:spcBef>
                <a:spcPts val="1200"/>
              </a:spcBef>
              <a:buFont typeface="Wingdings"/>
              <a:buChar char=""/>
              <a:tabLst>
                <a:tab pos="355600" algn="l"/>
              </a:tabLst>
            </a:pPr>
            <a:r>
              <a:rPr sz="2400" dirty="0">
                <a:solidFill>
                  <a:srgbClr val="46424D"/>
                </a:solidFill>
                <a:latin typeface="Arial MT"/>
                <a:cs typeface="Arial MT"/>
              </a:rPr>
              <a:t>The</a:t>
            </a:r>
            <a:r>
              <a:rPr sz="2400" spc="-10" dirty="0">
                <a:solidFill>
                  <a:srgbClr val="46424D"/>
                </a:solidFill>
                <a:latin typeface="Arial MT"/>
                <a:cs typeface="Arial MT"/>
              </a:rPr>
              <a:t> </a:t>
            </a:r>
            <a:r>
              <a:rPr sz="2400" dirty="0">
                <a:solidFill>
                  <a:srgbClr val="46424D"/>
                </a:solidFill>
                <a:latin typeface="Arial MT"/>
                <a:cs typeface="Arial MT"/>
              </a:rPr>
              <a:t>role</a:t>
            </a:r>
            <a:r>
              <a:rPr sz="2400" spc="5" dirty="0">
                <a:solidFill>
                  <a:srgbClr val="46424D"/>
                </a:solidFill>
                <a:latin typeface="Arial MT"/>
                <a:cs typeface="Arial MT"/>
              </a:rPr>
              <a:t> </a:t>
            </a:r>
            <a:r>
              <a:rPr sz="2400" dirty="0">
                <a:solidFill>
                  <a:srgbClr val="46424D"/>
                </a:solidFill>
                <a:latin typeface="Arial MT"/>
                <a:cs typeface="Arial MT"/>
              </a:rPr>
              <a:t>of</a:t>
            </a:r>
            <a:r>
              <a:rPr sz="2400" spc="-25" dirty="0">
                <a:solidFill>
                  <a:srgbClr val="46424D"/>
                </a:solidFill>
                <a:latin typeface="Arial MT"/>
                <a:cs typeface="Arial MT"/>
              </a:rPr>
              <a:t> </a:t>
            </a:r>
            <a:r>
              <a:rPr sz="2400" dirty="0">
                <a:solidFill>
                  <a:srgbClr val="46424D"/>
                </a:solidFill>
                <a:latin typeface="Arial MT"/>
                <a:cs typeface="Arial MT"/>
              </a:rPr>
              <a:t>the</a:t>
            </a:r>
            <a:r>
              <a:rPr sz="2400" spc="-5" dirty="0">
                <a:solidFill>
                  <a:srgbClr val="46424D"/>
                </a:solidFill>
                <a:latin typeface="Arial MT"/>
                <a:cs typeface="Arial MT"/>
              </a:rPr>
              <a:t> </a:t>
            </a:r>
            <a:r>
              <a:rPr sz="2400" dirty="0">
                <a:solidFill>
                  <a:srgbClr val="46424D"/>
                </a:solidFill>
                <a:latin typeface="Arial MT"/>
                <a:cs typeface="Arial MT"/>
              </a:rPr>
              <a:t>Scrum</a:t>
            </a:r>
            <a:r>
              <a:rPr sz="2400" spc="-5" dirty="0">
                <a:solidFill>
                  <a:srgbClr val="46424D"/>
                </a:solidFill>
                <a:latin typeface="Arial MT"/>
                <a:cs typeface="Arial MT"/>
              </a:rPr>
              <a:t> </a:t>
            </a:r>
            <a:r>
              <a:rPr sz="2400" dirty="0">
                <a:solidFill>
                  <a:srgbClr val="46424D"/>
                </a:solidFill>
                <a:latin typeface="Arial MT"/>
                <a:cs typeface="Arial MT"/>
              </a:rPr>
              <a:t>master</a:t>
            </a:r>
            <a:r>
              <a:rPr sz="2400" spc="-5" dirty="0">
                <a:solidFill>
                  <a:srgbClr val="46424D"/>
                </a:solidFill>
                <a:latin typeface="Arial MT"/>
                <a:cs typeface="Arial MT"/>
              </a:rPr>
              <a:t> is </a:t>
            </a:r>
            <a:r>
              <a:rPr sz="2400" dirty="0">
                <a:solidFill>
                  <a:srgbClr val="46424D"/>
                </a:solidFill>
                <a:latin typeface="Arial MT"/>
                <a:cs typeface="Arial MT"/>
              </a:rPr>
              <a:t>to</a:t>
            </a:r>
            <a:r>
              <a:rPr sz="2400" spc="-15" dirty="0">
                <a:solidFill>
                  <a:srgbClr val="46424D"/>
                </a:solidFill>
                <a:latin typeface="Arial MT"/>
                <a:cs typeface="Arial MT"/>
              </a:rPr>
              <a:t> </a:t>
            </a:r>
            <a:r>
              <a:rPr sz="2400" dirty="0">
                <a:solidFill>
                  <a:srgbClr val="46424D"/>
                </a:solidFill>
                <a:latin typeface="Arial MT"/>
                <a:cs typeface="Arial MT"/>
              </a:rPr>
              <a:t>protect</a:t>
            </a:r>
            <a:r>
              <a:rPr sz="2400" spc="-20" dirty="0">
                <a:solidFill>
                  <a:srgbClr val="46424D"/>
                </a:solidFill>
                <a:latin typeface="Arial MT"/>
                <a:cs typeface="Arial MT"/>
              </a:rPr>
              <a:t> </a:t>
            </a:r>
            <a:r>
              <a:rPr sz="2400" dirty="0">
                <a:solidFill>
                  <a:srgbClr val="46424D"/>
                </a:solidFill>
                <a:latin typeface="Arial MT"/>
                <a:cs typeface="Arial MT"/>
              </a:rPr>
              <a:t>the</a:t>
            </a:r>
            <a:endParaRPr sz="2400" dirty="0">
              <a:latin typeface="Arial MT"/>
              <a:cs typeface="Arial MT"/>
            </a:endParaRPr>
          </a:p>
          <a:p>
            <a:pPr marL="355600">
              <a:lnSpc>
                <a:spcPct val="100000"/>
              </a:lnSpc>
              <a:spcBef>
                <a:spcPts val="5"/>
              </a:spcBef>
            </a:pPr>
            <a:r>
              <a:rPr sz="2400" spc="-5" dirty="0">
                <a:solidFill>
                  <a:srgbClr val="46424D"/>
                </a:solidFill>
                <a:latin typeface="Arial MT"/>
                <a:cs typeface="Arial MT"/>
              </a:rPr>
              <a:t>development</a:t>
            </a:r>
            <a:r>
              <a:rPr sz="2400" spc="25" dirty="0">
                <a:solidFill>
                  <a:srgbClr val="46424D"/>
                </a:solidFill>
                <a:latin typeface="Arial MT"/>
                <a:cs typeface="Arial MT"/>
              </a:rPr>
              <a:t> </a:t>
            </a:r>
            <a:r>
              <a:rPr sz="2400" dirty="0">
                <a:solidFill>
                  <a:srgbClr val="46424D"/>
                </a:solidFill>
                <a:latin typeface="Arial MT"/>
                <a:cs typeface="Arial MT"/>
              </a:rPr>
              <a:t>team</a:t>
            </a:r>
            <a:r>
              <a:rPr sz="2400" spc="5" dirty="0">
                <a:solidFill>
                  <a:srgbClr val="46424D"/>
                </a:solidFill>
                <a:latin typeface="Arial MT"/>
                <a:cs typeface="Arial MT"/>
              </a:rPr>
              <a:t> </a:t>
            </a:r>
            <a:r>
              <a:rPr sz="2400" dirty="0">
                <a:solidFill>
                  <a:srgbClr val="46424D"/>
                </a:solidFill>
                <a:latin typeface="Arial MT"/>
                <a:cs typeface="Arial MT"/>
              </a:rPr>
              <a:t>from</a:t>
            </a:r>
            <a:r>
              <a:rPr sz="2400" spc="-15" dirty="0">
                <a:solidFill>
                  <a:srgbClr val="46424D"/>
                </a:solidFill>
                <a:latin typeface="Arial MT"/>
                <a:cs typeface="Arial MT"/>
              </a:rPr>
              <a:t> </a:t>
            </a:r>
            <a:r>
              <a:rPr sz="2400" spc="-5" dirty="0">
                <a:solidFill>
                  <a:srgbClr val="46424D"/>
                </a:solidFill>
                <a:latin typeface="Arial MT"/>
                <a:cs typeface="Arial MT"/>
              </a:rPr>
              <a:t>external</a:t>
            </a:r>
            <a:r>
              <a:rPr sz="2400" spc="15" dirty="0">
                <a:solidFill>
                  <a:srgbClr val="46424D"/>
                </a:solidFill>
                <a:latin typeface="Arial MT"/>
                <a:cs typeface="Arial MT"/>
              </a:rPr>
              <a:t> </a:t>
            </a:r>
            <a:r>
              <a:rPr sz="2400" dirty="0">
                <a:solidFill>
                  <a:srgbClr val="46424D"/>
                </a:solidFill>
                <a:latin typeface="Arial MT"/>
                <a:cs typeface="Arial MT"/>
              </a:rPr>
              <a:t>distractions.</a:t>
            </a:r>
            <a:endParaRPr sz="2400" dirty="0">
              <a:latin typeface="Arial MT"/>
              <a:cs typeface="Arial MT"/>
            </a:endParaRPr>
          </a:p>
          <a:p>
            <a:pPr marL="355600" marR="287020" indent="-342900">
              <a:lnSpc>
                <a:spcPct val="100000"/>
              </a:lnSpc>
              <a:spcBef>
                <a:spcPts val="1200"/>
              </a:spcBef>
              <a:buClr>
                <a:srgbClr val="46424D"/>
              </a:buClr>
              <a:buFont typeface="Wingdings"/>
              <a:buChar char=""/>
              <a:tabLst>
                <a:tab pos="422275" algn="l"/>
                <a:tab pos="423545" algn="l"/>
              </a:tabLst>
            </a:pPr>
            <a:r>
              <a:rPr dirty="0"/>
              <a:t>	</a:t>
            </a:r>
            <a:r>
              <a:rPr sz="2400" dirty="0">
                <a:solidFill>
                  <a:srgbClr val="46424D"/>
                </a:solidFill>
                <a:latin typeface="Arial MT"/>
                <a:cs typeface="Arial MT"/>
              </a:rPr>
              <a:t>At</a:t>
            </a:r>
            <a:r>
              <a:rPr sz="2400" spc="-15" dirty="0">
                <a:solidFill>
                  <a:srgbClr val="46424D"/>
                </a:solidFill>
                <a:latin typeface="Arial MT"/>
                <a:cs typeface="Arial MT"/>
              </a:rPr>
              <a:t> </a:t>
            </a:r>
            <a:r>
              <a:rPr sz="2400" dirty="0">
                <a:solidFill>
                  <a:srgbClr val="46424D"/>
                </a:solidFill>
                <a:latin typeface="Arial MT"/>
                <a:cs typeface="Arial MT"/>
              </a:rPr>
              <a:t>the </a:t>
            </a:r>
            <a:r>
              <a:rPr sz="2400" spc="-5" dirty="0">
                <a:solidFill>
                  <a:srgbClr val="46424D"/>
                </a:solidFill>
                <a:latin typeface="Arial MT"/>
                <a:cs typeface="Arial MT"/>
              </a:rPr>
              <a:t>end</a:t>
            </a:r>
            <a:r>
              <a:rPr sz="2400" spc="5" dirty="0">
                <a:solidFill>
                  <a:srgbClr val="46424D"/>
                </a:solidFill>
                <a:latin typeface="Arial MT"/>
                <a:cs typeface="Arial MT"/>
              </a:rPr>
              <a:t> </a:t>
            </a:r>
            <a:r>
              <a:rPr sz="2400" dirty="0">
                <a:solidFill>
                  <a:srgbClr val="46424D"/>
                </a:solidFill>
                <a:latin typeface="Arial MT"/>
                <a:cs typeface="Arial MT"/>
              </a:rPr>
              <a:t>of the</a:t>
            </a:r>
            <a:r>
              <a:rPr sz="2400" spc="-20" dirty="0">
                <a:solidFill>
                  <a:srgbClr val="46424D"/>
                </a:solidFill>
                <a:latin typeface="Arial MT"/>
                <a:cs typeface="Arial MT"/>
              </a:rPr>
              <a:t> </a:t>
            </a:r>
            <a:r>
              <a:rPr sz="2400" dirty="0">
                <a:solidFill>
                  <a:srgbClr val="46424D"/>
                </a:solidFill>
                <a:latin typeface="Arial MT"/>
                <a:cs typeface="Arial MT"/>
              </a:rPr>
              <a:t>sprint, the</a:t>
            </a:r>
            <a:r>
              <a:rPr sz="2400" spc="-15" dirty="0">
                <a:solidFill>
                  <a:srgbClr val="46424D"/>
                </a:solidFill>
                <a:latin typeface="Arial MT"/>
                <a:cs typeface="Arial MT"/>
              </a:rPr>
              <a:t> </a:t>
            </a:r>
            <a:r>
              <a:rPr sz="2400" spc="-5" dirty="0">
                <a:solidFill>
                  <a:srgbClr val="46424D"/>
                </a:solidFill>
                <a:latin typeface="Arial MT"/>
                <a:cs typeface="Arial MT"/>
              </a:rPr>
              <a:t>work</a:t>
            </a:r>
            <a:r>
              <a:rPr sz="2400" spc="15" dirty="0">
                <a:solidFill>
                  <a:srgbClr val="46424D"/>
                </a:solidFill>
                <a:latin typeface="Arial MT"/>
                <a:cs typeface="Arial MT"/>
              </a:rPr>
              <a:t> </a:t>
            </a:r>
            <a:r>
              <a:rPr sz="2400" spc="-5" dirty="0">
                <a:solidFill>
                  <a:srgbClr val="46424D"/>
                </a:solidFill>
                <a:latin typeface="Arial MT"/>
                <a:cs typeface="Arial MT"/>
              </a:rPr>
              <a:t>done</a:t>
            </a:r>
            <a:r>
              <a:rPr sz="2400" spc="5" dirty="0">
                <a:solidFill>
                  <a:srgbClr val="46424D"/>
                </a:solidFill>
                <a:latin typeface="Arial MT"/>
                <a:cs typeface="Arial MT"/>
              </a:rPr>
              <a:t> </a:t>
            </a:r>
            <a:r>
              <a:rPr sz="2400" spc="-5" dirty="0">
                <a:solidFill>
                  <a:srgbClr val="46424D"/>
                </a:solidFill>
                <a:latin typeface="Arial MT"/>
                <a:cs typeface="Arial MT"/>
              </a:rPr>
              <a:t>is</a:t>
            </a:r>
            <a:r>
              <a:rPr sz="2400" dirty="0">
                <a:solidFill>
                  <a:srgbClr val="46424D"/>
                </a:solidFill>
                <a:latin typeface="Arial MT"/>
                <a:cs typeface="Arial MT"/>
              </a:rPr>
              <a:t> </a:t>
            </a:r>
            <a:r>
              <a:rPr sz="2400" spc="-5" dirty="0">
                <a:solidFill>
                  <a:srgbClr val="46424D"/>
                </a:solidFill>
                <a:latin typeface="Arial MT"/>
                <a:cs typeface="Arial MT"/>
              </a:rPr>
              <a:t>reviewed</a:t>
            </a:r>
            <a:r>
              <a:rPr sz="2400" spc="15" dirty="0">
                <a:solidFill>
                  <a:srgbClr val="46424D"/>
                </a:solidFill>
                <a:latin typeface="Arial MT"/>
                <a:cs typeface="Arial MT"/>
              </a:rPr>
              <a:t> </a:t>
            </a:r>
            <a:r>
              <a:rPr sz="2400" spc="-5" dirty="0">
                <a:solidFill>
                  <a:srgbClr val="46424D"/>
                </a:solidFill>
                <a:latin typeface="Arial MT"/>
                <a:cs typeface="Arial MT"/>
              </a:rPr>
              <a:t>and </a:t>
            </a:r>
            <a:r>
              <a:rPr sz="2400" spc="-650" dirty="0">
                <a:solidFill>
                  <a:srgbClr val="46424D"/>
                </a:solidFill>
                <a:latin typeface="Arial MT"/>
                <a:cs typeface="Arial MT"/>
              </a:rPr>
              <a:t> </a:t>
            </a:r>
            <a:r>
              <a:rPr sz="2400" dirty="0">
                <a:solidFill>
                  <a:srgbClr val="46424D"/>
                </a:solidFill>
                <a:latin typeface="Arial MT"/>
                <a:cs typeface="Arial MT"/>
              </a:rPr>
              <a:t>presented to stakeholders. The </a:t>
            </a:r>
            <a:r>
              <a:rPr sz="2400" spc="-5" dirty="0">
                <a:solidFill>
                  <a:srgbClr val="46424D"/>
                </a:solidFill>
                <a:latin typeface="Arial MT"/>
                <a:cs typeface="Arial MT"/>
              </a:rPr>
              <a:t>next </a:t>
            </a:r>
            <a:r>
              <a:rPr sz="2400" dirty="0">
                <a:solidFill>
                  <a:srgbClr val="46424D"/>
                </a:solidFill>
                <a:latin typeface="Arial MT"/>
                <a:cs typeface="Arial MT"/>
              </a:rPr>
              <a:t>sprint cycle then </a:t>
            </a:r>
            <a:r>
              <a:rPr sz="2400" spc="5" dirty="0">
                <a:solidFill>
                  <a:srgbClr val="46424D"/>
                </a:solidFill>
                <a:latin typeface="Arial MT"/>
                <a:cs typeface="Arial MT"/>
              </a:rPr>
              <a:t> </a:t>
            </a:r>
            <a:r>
              <a:rPr sz="2400" spc="-5" dirty="0">
                <a:solidFill>
                  <a:srgbClr val="46424D"/>
                </a:solidFill>
                <a:latin typeface="Arial MT"/>
                <a:cs typeface="Arial MT"/>
              </a:rPr>
              <a:t>begins.</a:t>
            </a:r>
            <a:endParaRPr sz="2400" dirty="0">
              <a:latin typeface="Arial MT"/>
              <a:cs typeface="Arial MT"/>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2896235" cy="391160"/>
          </a:xfrm>
          <a:prstGeom prst="rect">
            <a:avLst/>
          </a:prstGeom>
        </p:spPr>
        <p:txBody>
          <a:bodyPr vert="horz" wrap="square" lIns="0" tIns="12700" rIns="0" bIns="0" rtlCol="0">
            <a:spAutoFit/>
          </a:bodyPr>
          <a:lstStyle/>
          <a:p>
            <a:pPr marL="12700">
              <a:lnSpc>
                <a:spcPct val="100000"/>
              </a:lnSpc>
              <a:spcBef>
                <a:spcPts val="100"/>
              </a:spcBef>
            </a:pPr>
            <a:r>
              <a:rPr spc="-25" dirty="0"/>
              <a:t>Teamwork</a:t>
            </a:r>
            <a:r>
              <a:rPr spc="-50" dirty="0"/>
              <a:t> </a:t>
            </a:r>
            <a:r>
              <a:rPr dirty="0"/>
              <a:t>in</a:t>
            </a:r>
            <a:r>
              <a:rPr spc="-45" dirty="0"/>
              <a:t> </a:t>
            </a:r>
            <a:r>
              <a:rPr spc="-5" dirty="0"/>
              <a:t>Scrum</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44</a:t>
            </a:fld>
            <a:endParaRPr dirty="0"/>
          </a:p>
        </p:txBody>
      </p:sp>
      <p:sp>
        <p:nvSpPr>
          <p:cNvPr id="3" name="object 3"/>
          <p:cNvSpPr txBox="1"/>
          <p:nvPr/>
        </p:nvSpPr>
        <p:spPr>
          <a:xfrm>
            <a:off x="535940" y="1626234"/>
            <a:ext cx="8034655" cy="4500245"/>
          </a:xfrm>
          <a:prstGeom prst="rect">
            <a:avLst/>
          </a:prstGeom>
        </p:spPr>
        <p:txBody>
          <a:bodyPr vert="horz" wrap="square" lIns="0" tIns="12700" rIns="0" bIns="0" rtlCol="0">
            <a:spAutoFit/>
          </a:bodyPr>
          <a:lstStyle/>
          <a:p>
            <a:pPr marL="355600" marR="22860" indent="-342900">
              <a:lnSpc>
                <a:spcPct val="100000"/>
              </a:lnSpc>
              <a:spcBef>
                <a:spcPts val="100"/>
              </a:spcBef>
              <a:buFont typeface="Wingdings"/>
              <a:buChar char=""/>
              <a:tabLst>
                <a:tab pos="355600" algn="l"/>
              </a:tabLst>
            </a:pPr>
            <a:r>
              <a:rPr sz="2400" dirty="0">
                <a:solidFill>
                  <a:srgbClr val="46424D"/>
                </a:solidFill>
                <a:latin typeface="Arial MT"/>
                <a:cs typeface="Arial MT"/>
              </a:rPr>
              <a:t>The </a:t>
            </a:r>
            <a:r>
              <a:rPr sz="2400" spc="-5" dirty="0">
                <a:solidFill>
                  <a:srgbClr val="46424D"/>
                </a:solidFill>
                <a:latin typeface="Arial MT"/>
                <a:cs typeface="Arial MT"/>
              </a:rPr>
              <a:t>‘Scrum </a:t>
            </a:r>
            <a:r>
              <a:rPr sz="2400" spc="10" dirty="0">
                <a:solidFill>
                  <a:srgbClr val="46424D"/>
                </a:solidFill>
                <a:latin typeface="Arial MT"/>
                <a:cs typeface="Arial MT"/>
              </a:rPr>
              <a:t>master’ </a:t>
            </a:r>
            <a:r>
              <a:rPr sz="2400" spc="-5" dirty="0">
                <a:solidFill>
                  <a:srgbClr val="46424D"/>
                </a:solidFill>
                <a:latin typeface="Arial MT"/>
                <a:cs typeface="Arial MT"/>
              </a:rPr>
              <a:t>is </a:t>
            </a:r>
            <a:r>
              <a:rPr sz="2400" dirty="0">
                <a:solidFill>
                  <a:srgbClr val="46424D"/>
                </a:solidFill>
                <a:latin typeface="Arial MT"/>
                <a:cs typeface="Arial MT"/>
              </a:rPr>
              <a:t>a </a:t>
            </a:r>
            <a:r>
              <a:rPr sz="2400" spc="-5" dirty="0">
                <a:solidFill>
                  <a:srgbClr val="46424D"/>
                </a:solidFill>
                <a:latin typeface="Arial MT"/>
                <a:cs typeface="Arial MT"/>
              </a:rPr>
              <a:t>facilitator who arranges daily </a:t>
            </a:r>
            <a:r>
              <a:rPr sz="2400" dirty="0">
                <a:solidFill>
                  <a:srgbClr val="46424D"/>
                </a:solidFill>
                <a:latin typeface="Arial MT"/>
                <a:cs typeface="Arial MT"/>
              </a:rPr>
              <a:t> </a:t>
            </a:r>
            <a:r>
              <a:rPr sz="2400" spc="-5" dirty="0">
                <a:solidFill>
                  <a:srgbClr val="46424D"/>
                </a:solidFill>
                <a:latin typeface="Arial MT"/>
                <a:cs typeface="Arial MT"/>
              </a:rPr>
              <a:t>meetings,</a:t>
            </a:r>
            <a:r>
              <a:rPr sz="2400" spc="5" dirty="0">
                <a:solidFill>
                  <a:srgbClr val="46424D"/>
                </a:solidFill>
                <a:latin typeface="Arial MT"/>
                <a:cs typeface="Arial MT"/>
              </a:rPr>
              <a:t> </a:t>
            </a:r>
            <a:r>
              <a:rPr sz="2400" dirty="0">
                <a:solidFill>
                  <a:srgbClr val="46424D"/>
                </a:solidFill>
                <a:latin typeface="Arial MT"/>
                <a:cs typeface="Arial MT"/>
              </a:rPr>
              <a:t>tracks</a:t>
            </a:r>
            <a:r>
              <a:rPr sz="2400" spc="-10" dirty="0">
                <a:solidFill>
                  <a:srgbClr val="46424D"/>
                </a:solidFill>
                <a:latin typeface="Arial MT"/>
                <a:cs typeface="Arial MT"/>
              </a:rPr>
              <a:t> </a:t>
            </a:r>
            <a:r>
              <a:rPr sz="2400" dirty="0">
                <a:solidFill>
                  <a:srgbClr val="46424D"/>
                </a:solidFill>
                <a:latin typeface="Arial MT"/>
                <a:cs typeface="Arial MT"/>
              </a:rPr>
              <a:t>the</a:t>
            </a:r>
            <a:r>
              <a:rPr sz="2400" spc="10" dirty="0">
                <a:solidFill>
                  <a:srgbClr val="46424D"/>
                </a:solidFill>
                <a:latin typeface="Arial MT"/>
                <a:cs typeface="Arial MT"/>
              </a:rPr>
              <a:t> </a:t>
            </a:r>
            <a:r>
              <a:rPr sz="2400" spc="-5" dirty="0">
                <a:solidFill>
                  <a:srgbClr val="46424D"/>
                </a:solidFill>
                <a:latin typeface="Arial MT"/>
                <a:cs typeface="Arial MT"/>
              </a:rPr>
              <a:t>backlog</a:t>
            </a:r>
            <a:r>
              <a:rPr sz="2400" spc="30" dirty="0">
                <a:solidFill>
                  <a:srgbClr val="46424D"/>
                </a:solidFill>
                <a:latin typeface="Arial MT"/>
                <a:cs typeface="Arial MT"/>
              </a:rPr>
              <a:t> </a:t>
            </a:r>
            <a:r>
              <a:rPr sz="2400" dirty="0">
                <a:solidFill>
                  <a:srgbClr val="46424D"/>
                </a:solidFill>
                <a:latin typeface="Arial MT"/>
                <a:cs typeface="Arial MT"/>
              </a:rPr>
              <a:t>of</a:t>
            </a:r>
            <a:r>
              <a:rPr sz="2400" spc="5" dirty="0">
                <a:solidFill>
                  <a:srgbClr val="46424D"/>
                </a:solidFill>
                <a:latin typeface="Arial MT"/>
                <a:cs typeface="Arial MT"/>
              </a:rPr>
              <a:t> </a:t>
            </a:r>
            <a:r>
              <a:rPr sz="2400" spc="-5" dirty="0">
                <a:solidFill>
                  <a:srgbClr val="46424D"/>
                </a:solidFill>
                <a:latin typeface="Arial MT"/>
                <a:cs typeface="Arial MT"/>
              </a:rPr>
              <a:t>work</a:t>
            </a:r>
            <a:r>
              <a:rPr sz="2400" spc="10" dirty="0">
                <a:solidFill>
                  <a:srgbClr val="46424D"/>
                </a:solidFill>
                <a:latin typeface="Arial MT"/>
                <a:cs typeface="Arial MT"/>
              </a:rPr>
              <a:t> </a:t>
            </a:r>
            <a:r>
              <a:rPr sz="2400" dirty="0">
                <a:solidFill>
                  <a:srgbClr val="46424D"/>
                </a:solidFill>
                <a:latin typeface="Arial MT"/>
                <a:cs typeface="Arial MT"/>
              </a:rPr>
              <a:t>to </a:t>
            </a:r>
            <a:r>
              <a:rPr sz="2400" spc="-5" dirty="0">
                <a:solidFill>
                  <a:srgbClr val="46424D"/>
                </a:solidFill>
                <a:latin typeface="Arial MT"/>
                <a:cs typeface="Arial MT"/>
              </a:rPr>
              <a:t>be</a:t>
            </a:r>
            <a:r>
              <a:rPr sz="2400" spc="5" dirty="0">
                <a:solidFill>
                  <a:srgbClr val="46424D"/>
                </a:solidFill>
                <a:latin typeface="Arial MT"/>
                <a:cs typeface="Arial MT"/>
              </a:rPr>
              <a:t> </a:t>
            </a:r>
            <a:r>
              <a:rPr sz="2400" spc="-5" dirty="0">
                <a:solidFill>
                  <a:srgbClr val="46424D"/>
                </a:solidFill>
                <a:latin typeface="Arial MT"/>
                <a:cs typeface="Arial MT"/>
              </a:rPr>
              <a:t>done,</a:t>
            </a:r>
            <a:r>
              <a:rPr sz="2400" spc="10" dirty="0">
                <a:solidFill>
                  <a:srgbClr val="46424D"/>
                </a:solidFill>
                <a:latin typeface="Arial MT"/>
                <a:cs typeface="Arial MT"/>
              </a:rPr>
              <a:t> </a:t>
            </a:r>
            <a:r>
              <a:rPr sz="2400" dirty="0">
                <a:solidFill>
                  <a:srgbClr val="46424D"/>
                </a:solidFill>
                <a:latin typeface="Arial MT"/>
                <a:cs typeface="Arial MT"/>
              </a:rPr>
              <a:t>records </a:t>
            </a:r>
            <a:r>
              <a:rPr sz="2400" spc="-650" dirty="0">
                <a:solidFill>
                  <a:srgbClr val="46424D"/>
                </a:solidFill>
                <a:latin typeface="Arial MT"/>
                <a:cs typeface="Arial MT"/>
              </a:rPr>
              <a:t> </a:t>
            </a:r>
            <a:r>
              <a:rPr sz="2400" spc="-5" dirty="0">
                <a:solidFill>
                  <a:srgbClr val="46424D"/>
                </a:solidFill>
                <a:latin typeface="Arial MT"/>
                <a:cs typeface="Arial MT"/>
              </a:rPr>
              <a:t>decisions,</a:t>
            </a:r>
            <a:r>
              <a:rPr sz="2400" spc="30" dirty="0">
                <a:solidFill>
                  <a:srgbClr val="46424D"/>
                </a:solidFill>
                <a:latin typeface="Arial MT"/>
                <a:cs typeface="Arial MT"/>
              </a:rPr>
              <a:t> </a:t>
            </a:r>
            <a:r>
              <a:rPr sz="2400" spc="-5" dirty="0">
                <a:solidFill>
                  <a:srgbClr val="46424D"/>
                </a:solidFill>
                <a:latin typeface="Arial MT"/>
                <a:cs typeface="Arial MT"/>
              </a:rPr>
              <a:t>measures</a:t>
            </a:r>
            <a:r>
              <a:rPr sz="2400" spc="10" dirty="0">
                <a:solidFill>
                  <a:srgbClr val="46424D"/>
                </a:solidFill>
                <a:latin typeface="Arial MT"/>
                <a:cs typeface="Arial MT"/>
              </a:rPr>
              <a:t> </a:t>
            </a:r>
            <a:r>
              <a:rPr sz="2400" dirty="0">
                <a:solidFill>
                  <a:srgbClr val="46424D"/>
                </a:solidFill>
                <a:latin typeface="Arial MT"/>
                <a:cs typeface="Arial MT"/>
              </a:rPr>
              <a:t>progress</a:t>
            </a:r>
            <a:r>
              <a:rPr sz="2400" spc="20" dirty="0">
                <a:solidFill>
                  <a:srgbClr val="46424D"/>
                </a:solidFill>
                <a:latin typeface="Arial MT"/>
                <a:cs typeface="Arial MT"/>
              </a:rPr>
              <a:t> </a:t>
            </a:r>
            <a:r>
              <a:rPr sz="2400" spc="-5" dirty="0">
                <a:solidFill>
                  <a:srgbClr val="46424D"/>
                </a:solidFill>
                <a:latin typeface="Arial MT"/>
                <a:cs typeface="Arial MT"/>
              </a:rPr>
              <a:t>against</a:t>
            </a:r>
            <a:r>
              <a:rPr sz="2400" spc="25" dirty="0">
                <a:solidFill>
                  <a:srgbClr val="46424D"/>
                </a:solidFill>
                <a:latin typeface="Arial MT"/>
                <a:cs typeface="Arial MT"/>
              </a:rPr>
              <a:t> </a:t>
            </a:r>
            <a:r>
              <a:rPr sz="2400" dirty="0">
                <a:solidFill>
                  <a:srgbClr val="46424D"/>
                </a:solidFill>
                <a:latin typeface="Arial MT"/>
                <a:cs typeface="Arial MT"/>
              </a:rPr>
              <a:t>the</a:t>
            </a:r>
            <a:r>
              <a:rPr sz="2400" spc="5" dirty="0">
                <a:solidFill>
                  <a:srgbClr val="46424D"/>
                </a:solidFill>
                <a:latin typeface="Arial MT"/>
                <a:cs typeface="Arial MT"/>
              </a:rPr>
              <a:t> </a:t>
            </a:r>
            <a:r>
              <a:rPr sz="2400" spc="-5" dirty="0">
                <a:solidFill>
                  <a:srgbClr val="46424D"/>
                </a:solidFill>
                <a:latin typeface="Arial MT"/>
                <a:cs typeface="Arial MT"/>
              </a:rPr>
              <a:t>backlog</a:t>
            </a:r>
            <a:r>
              <a:rPr sz="2400" spc="30" dirty="0">
                <a:solidFill>
                  <a:srgbClr val="46424D"/>
                </a:solidFill>
                <a:latin typeface="Arial MT"/>
                <a:cs typeface="Arial MT"/>
              </a:rPr>
              <a:t> </a:t>
            </a:r>
            <a:r>
              <a:rPr sz="2400" spc="-5" dirty="0">
                <a:solidFill>
                  <a:srgbClr val="46424D"/>
                </a:solidFill>
                <a:latin typeface="Arial MT"/>
                <a:cs typeface="Arial MT"/>
              </a:rPr>
              <a:t>and </a:t>
            </a:r>
            <a:r>
              <a:rPr sz="2400" dirty="0">
                <a:solidFill>
                  <a:srgbClr val="46424D"/>
                </a:solidFill>
                <a:latin typeface="Arial MT"/>
                <a:cs typeface="Arial MT"/>
              </a:rPr>
              <a:t> communicates</a:t>
            </a:r>
            <a:r>
              <a:rPr sz="2400" spc="5" dirty="0">
                <a:solidFill>
                  <a:srgbClr val="46424D"/>
                </a:solidFill>
                <a:latin typeface="Arial MT"/>
                <a:cs typeface="Arial MT"/>
              </a:rPr>
              <a:t> </a:t>
            </a:r>
            <a:r>
              <a:rPr sz="2400" spc="-5" dirty="0">
                <a:solidFill>
                  <a:srgbClr val="46424D"/>
                </a:solidFill>
                <a:latin typeface="Arial MT"/>
                <a:cs typeface="Arial MT"/>
              </a:rPr>
              <a:t>with</a:t>
            </a:r>
            <a:r>
              <a:rPr sz="2400" spc="-10" dirty="0">
                <a:solidFill>
                  <a:srgbClr val="46424D"/>
                </a:solidFill>
                <a:latin typeface="Arial MT"/>
                <a:cs typeface="Arial MT"/>
              </a:rPr>
              <a:t> </a:t>
            </a:r>
            <a:r>
              <a:rPr sz="2400" dirty="0">
                <a:solidFill>
                  <a:srgbClr val="46424D"/>
                </a:solidFill>
                <a:latin typeface="Arial MT"/>
                <a:cs typeface="Arial MT"/>
              </a:rPr>
              <a:t>customers</a:t>
            </a:r>
            <a:r>
              <a:rPr sz="2400" spc="-10" dirty="0">
                <a:solidFill>
                  <a:srgbClr val="46424D"/>
                </a:solidFill>
                <a:latin typeface="Arial MT"/>
                <a:cs typeface="Arial MT"/>
              </a:rPr>
              <a:t> </a:t>
            </a:r>
            <a:r>
              <a:rPr sz="2400" dirty="0">
                <a:solidFill>
                  <a:srgbClr val="46424D"/>
                </a:solidFill>
                <a:latin typeface="Arial MT"/>
                <a:cs typeface="Arial MT"/>
              </a:rPr>
              <a:t>and management</a:t>
            </a:r>
            <a:r>
              <a:rPr sz="2400" spc="10" dirty="0">
                <a:solidFill>
                  <a:srgbClr val="46424D"/>
                </a:solidFill>
                <a:latin typeface="Arial MT"/>
                <a:cs typeface="Arial MT"/>
              </a:rPr>
              <a:t> </a:t>
            </a:r>
            <a:r>
              <a:rPr sz="2400" dirty="0">
                <a:solidFill>
                  <a:srgbClr val="46424D"/>
                </a:solidFill>
                <a:latin typeface="Arial MT"/>
                <a:cs typeface="Arial MT"/>
              </a:rPr>
              <a:t>outside </a:t>
            </a:r>
            <a:r>
              <a:rPr sz="2400" spc="-650" dirty="0">
                <a:solidFill>
                  <a:srgbClr val="46424D"/>
                </a:solidFill>
                <a:latin typeface="Arial MT"/>
                <a:cs typeface="Arial MT"/>
              </a:rPr>
              <a:t> </a:t>
            </a:r>
            <a:r>
              <a:rPr sz="2400" dirty="0">
                <a:solidFill>
                  <a:srgbClr val="46424D"/>
                </a:solidFill>
                <a:latin typeface="Arial MT"/>
                <a:cs typeface="Arial MT"/>
              </a:rPr>
              <a:t>of</a:t>
            </a:r>
            <a:r>
              <a:rPr sz="2400" spc="-5" dirty="0">
                <a:solidFill>
                  <a:srgbClr val="46424D"/>
                </a:solidFill>
                <a:latin typeface="Arial MT"/>
                <a:cs typeface="Arial MT"/>
              </a:rPr>
              <a:t> the</a:t>
            </a:r>
            <a:r>
              <a:rPr sz="2400" dirty="0">
                <a:solidFill>
                  <a:srgbClr val="46424D"/>
                </a:solidFill>
                <a:latin typeface="Arial MT"/>
                <a:cs typeface="Arial MT"/>
              </a:rPr>
              <a:t> team.</a:t>
            </a:r>
            <a:endParaRPr sz="2400" dirty="0">
              <a:latin typeface="Arial MT"/>
              <a:cs typeface="Arial MT"/>
            </a:endParaRPr>
          </a:p>
          <a:p>
            <a:pPr marL="355600" marR="5080" indent="-342900">
              <a:lnSpc>
                <a:spcPct val="100000"/>
              </a:lnSpc>
              <a:spcBef>
                <a:spcPts val="1200"/>
              </a:spcBef>
              <a:buFont typeface="Wingdings"/>
              <a:buChar char=""/>
              <a:tabLst>
                <a:tab pos="355600" algn="l"/>
              </a:tabLst>
            </a:pPr>
            <a:r>
              <a:rPr sz="2400" dirty="0">
                <a:solidFill>
                  <a:srgbClr val="46424D"/>
                </a:solidFill>
                <a:latin typeface="Arial MT"/>
                <a:cs typeface="Arial MT"/>
              </a:rPr>
              <a:t>The </a:t>
            </a:r>
            <a:r>
              <a:rPr sz="2400" spc="-5" dirty="0">
                <a:solidFill>
                  <a:srgbClr val="46424D"/>
                </a:solidFill>
                <a:latin typeface="Arial MT"/>
                <a:cs typeface="Arial MT"/>
              </a:rPr>
              <a:t>whole</a:t>
            </a:r>
            <a:r>
              <a:rPr sz="2400" spc="20" dirty="0">
                <a:solidFill>
                  <a:srgbClr val="46424D"/>
                </a:solidFill>
                <a:latin typeface="Arial MT"/>
                <a:cs typeface="Arial MT"/>
              </a:rPr>
              <a:t> </a:t>
            </a:r>
            <a:r>
              <a:rPr sz="2400" dirty="0">
                <a:solidFill>
                  <a:srgbClr val="46424D"/>
                </a:solidFill>
                <a:latin typeface="Arial MT"/>
                <a:cs typeface="Arial MT"/>
              </a:rPr>
              <a:t>team</a:t>
            </a:r>
            <a:r>
              <a:rPr sz="2400" spc="10" dirty="0">
                <a:solidFill>
                  <a:srgbClr val="46424D"/>
                </a:solidFill>
                <a:latin typeface="Arial MT"/>
                <a:cs typeface="Arial MT"/>
              </a:rPr>
              <a:t> </a:t>
            </a:r>
            <a:r>
              <a:rPr sz="2400" spc="-5" dirty="0">
                <a:solidFill>
                  <a:srgbClr val="46424D"/>
                </a:solidFill>
                <a:latin typeface="Arial MT"/>
                <a:cs typeface="Arial MT"/>
              </a:rPr>
              <a:t>attends</a:t>
            </a:r>
            <a:r>
              <a:rPr sz="2400" dirty="0">
                <a:solidFill>
                  <a:srgbClr val="46424D"/>
                </a:solidFill>
                <a:latin typeface="Arial MT"/>
                <a:cs typeface="Arial MT"/>
              </a:rPr>
              <a:t> short</a:t>
            </a:r>
            <a:r>
              <a:rPr sz="2400" spc="5" dirty="0">
                <a:solidFill>
                  <a:srgbClr val="46424D"/>
                </a:solidFill>
                <a:latin typeface="Arial MT"/>
                <a:cs typeface="Arial MT"/>
              </a:rPr>
              <a:t> </a:t>
            </a:r>
            <a:r>
              <a:rPr sz="2400" spc="-5" dirty="0">
                <a:solidFill>
                  <a:srgbClr val="46424D"/>
                </a:solidFill>
                <a:latin typeface="Arial MT"/>
                <a:cs typeface="Arial MT"/>
              </a:rPr>
              <a:t>daily</a:t>
            </a:r>
            <a:r>
              <a:rPr sz="2400" spc="15" dirty="0">
                <a:solidFill>
                  <a:srgbClr val="46424D"/>
                </a:solidFill>
                <a:latin typeface="Arial MT"/>
                <a:cs typeface="Arial MT"/>
              </a:rPr>
              <a:t> </a:t>
            </a:r>
            <a:r>
              <a:rPr sz="2400" spc="-5" dirty="0">
                <a:solidFill>
                  <a:srgbClr val="46424D"/>
                </a:solidFill>
                <a:latin typeface="Arial MT"/>
                <a:cs typeface="Arial MT"/>
              </a:rPr>
              <a:t>meetings</a:t>
            </a:r>
            <a:r>
              <a:rPr sz="2400" spc="15" dirty="0">
                <a:solidFill>
                  <a:srgbClr val="46424D"/>
                </a:solidFill>
                <a:latin typeface="Arial MT"/>
                <a:cs typeface="Arial MT"/>
              </a:rPr>
              <a:t> </a:t>
            </a:r>
            <a:r>
              <a:rPr sz="2400" dirty="0">
                <a:solidFill>
                  <a:srgbClr val="46424D"/>
                </a:solidFill>
                <a:latin typeface="Arial MT"/>
                <a:cs typeface="Arial MT"/>
              </a:rPr>
              <a:t>(Scrums) </a:t>
            </a:r>
            <a:r>
              <a:rPr sz="2400" spc="5" dirty="0">
                <a:solidFill>
                  <a:srgbClr val="46424D"/>
                </a:solidFill>
                <a:latin typeface="Arial MT"/>
                <a:cs typeface="Arial MT"/>
              </a:rPr>
              <a:t> </a:t>
            </a:r>
            <a:r>
              <a:rPr sz="2400" dirty="0">
                <a:solidFill>
                  <a:srgbClr val="46424D"/>
                </a:solidFill>
                <a:latin typeface="Arial MT"/>
                <a:cs typeface="Arial MT"/>
              </a:rPr>
              <a:t>where all team members share information, describe </a:t>
            </a:r>
            <a:r>
              <a:rPr sz="2400" spc="5" dirty="0">
                <a:solidFill>
                  <a:srgbClr val="46424D"/>
                </a:solidFill>
                <a:latin typeface="Arial MT"/>
                <a:cs typeface="Arial MT"/>
              </a:rPr>
              <a:t> </a:t>
            </a:r>
            <a:r>
              <a:rPr sz="2400" spc="-5" dirty="0">
                <a:solidFill>
                  <a:srgbClr val="46424D"/>
                </a:solidFill>
                <a:latin typeface="Arial MT"/>
                <a:cs typeface="Arial MT"/>
              </a:rPr>
              <a:t>their</a:t>
            </a:r>
            <a:r>
              <a:rPr sz="2400" spc="10" dirty="0">
                <a:solidFill>
                  <a:srgbClr val="46424D"/>
                </a:solidFill>
                <a:latin typeface="Arial MT"/>
                <a:cs typeface="Arial MT"/>
              </a:rPr>
              <a:t> </a:t>
            </a:r>
            <a:r>
              <a:rPr sz="2400" dirty="0">
                <a:solidFill>
                  <a:srgbClr val="46424D"/>
                </a:solidFill>
                <a:latin typeface="Arial MT"/>
                <a:cs typeface="Arial MT"/>
              </a:rPr>
              <a:t>progress</a:t>
            </a:r>
            <a:r>
              <a:rPr sz="2400" spc="10" dirty="0">
                <a:solidFill>
                  <a:srgbClr val="46424D"/>
                </a:solidFill>
                <a:latin typeface="Arial MT"/>
                <a:cs typeface="Arial MT"/>
              </a:rPr>
              <a:t> </a:t>
            </a:r>
            <a:r>
              <a:rPr sz="2400" spc="-5" dirty="0">
                <a:solidFill>
                  <a:srgbClr val="46424D"/>
                </a:solidFill>
                <a:latin typeface="Arial MT"/>
                <a:cs typeface="Arial MT"/>
              </a:rPr>
              <a:t>since</a:t>
            </a:r>
            <a:r>
              <a:rPr sz="2400" spc="15" dirty="0">
                <a:solidFill>
                  <a:srgbClr val="46424D"/>
                </a:solidFill>
                <a:latin typeface="Arial MT"/>
                <a:cs typeface="Arial MT"/>
              </a:rPr>
              <a:t> </a:t>
            </a:r>
            <a:r>
              <a:rPr sz="2400" dirty="0">
                <a:solidFill>
                  <a:srgbClr val="46424D"/>
                </a:solidFill>
                <a:latin typeface="Arial MT"/>
                <a:cs typeface="Arial MT"/>
              </a:rPr>
              <a:t>the</a:t>
            </a:r>
            <a:r>
              <a:rPr sz="2400" spc="5" dirty="0">
                <a:solidFill>
                  <a:srgbClr val="46424D"/>
                </a:solidFill>
                <a:latin typeface="Arial MT"/>
                <a:cs typeface="Arial MT"/>
              </a:rPr>
              <a:t> </a:t>
            </a:r>
            <a:r>
              <a:rPr sz="2400" spc="-5" dirty="0">
                <a:solidFill>
                  <a:srgbClr val="46424D"/>
                </a:solidFill>
                <a:latin typeface="Arial MT"/>
                <a:cs typeface="Arial MT"/>
              </a:rPr>
              <a:t>last</a:t>
            </a:r>
            <a:r>
              <a:rPr sz="2400" spc="15" dirty="0">
                <a:solidFill>
                  <a:srgbClr val="46424D"/>
                </a:solidFill>
                <a:latin typeface="Arial MT"/>
                <a:cs typeface="Arial MT"/>
              </a:rPr>
              <a:t> </a:t>
            </a:r>
            <a:r>
              <a:rPr sz="2400" spc="-5" dirty="0">
                <a:solidFill>
                  <a:srgbClr val="46424D"/>
                </a:solidFill>
                <a:latin typeface="Arial MT"/>
                <a:cs typeface="Arial MT"/>
              </a:rPr>
              <a:t>meeting,</a:t>
            </a:r>
            <a:r>
              <a:rPr sz="2400" spc="10" dirty="0">
                <a:solidFill>
                  <a:srgbClr val="46424D"/>
                </a:solidFill>
                <a:latin typeface="Arial MT"/>
                <a:cs typeface="Arial MT"/>
              </a:rPr>
              <a:t> </a:t>
            </a:r>
            <a:r>
              <a:rPr sz="2400" spc="-5" dirty="0">
                <a:solidFill>
                  <a:srgbClr val="46424D"/>
                </a:solidFill>
                <a:latin typeface="Arial MT"/>
                <a:cs typeface="Arial MT"/>
              </a:rPr>
              <a:t>problems</a:t>
            </a:r>
            <a:r>
              <a:rPr sz="2400" spc="25" dirty="0">
                <a:solidFill>
                  <a:srgbClr val="46424D"/>
                </a:solidFill>
                <a:latin typeface="Arial MT"/>
                <a:cs typeface="Arial MT"/>
              </a:rPr>
              <a:t> </a:t>
            </a:r>
            <a:r>
              <a:rPr sz="2400" dirty="0">
                <a:solidFill>
                  <a:srgbClr val="46424D"/>
                </a:solidFill>
                <a:latin typeface="Arial MT"/>
                <a:cs typeface="Arial MT"/>
              </a:rPr>
              <a:t>that</a:t>
            </a:r>
            <a:r>
              <a:rPr sz="2400" spc="10" dirty="0">
                <a:solidFill>
                  <a:srgbClr val="46424D"/>
                </a:solidFill>
                <a:latin typeface="Arial MT"/>
                <a:cs typeface="Arial MT"/>
              </a:rPr>
              <a:t> </a:t>
            </a:r>
            <a:r>
              <a:rPr sz="2400" spc="-5" dirty="0">
                <a:solidFill>
                  <a:srgbClr val="46424D"/>
                </a:solidFill>
                <a:latin typeface="Arial MT"/>
                <a:cs typeface="Arial MT"/>
              </a:rPr>
              <a:t>have </a:t>
            </a:r>
            <a:r>
              <a:rPr sz="2400" spc="-655" dirty="0">
                <a:solidFill>
                  <a:srgbClr val="46424D"/>
                </a:solidFill>
                <a:latin typeface="Arial MT"/>
                <a:cs typeface="Arial MT"/>
              </a:rPr>
              <a:t> </a:t>
            </a:r>
            <a:r>
              <a:rPr sz="2400" spc="-5" dirty="0">
                <a:solidFill>
                  <a:srgbClr val="46424D"/>
                </a:solidFill>
                <a:latin typeface="Arial MT"/>
                <a:cs typeface="Arial MT"/>
              </a:rPr>
              <a:t>arisen</a:t>
            </a:r>
            <a:r>
              <a:rPr sz="2400" spc="15" dirty="0">
                <a:solidFill>
                  <a:srgbClr val="46424D"/>
                </a:solidFill>
                <a:latin typeface="Arial MT"/>
                <a:cs typeface="Arial MT"/>
              </a:rPr>
              <a:t> </a:t>
            </a:r>
            <a:r>
              <a:rPr sz="2400" spc="-5" dirty="0">
                <a:solidFill>
                  <a:srgbClr val="46424D"/>
                </a:solidFill>
                <a:latin typeface="Arial MT"/>
                <a:cs typeface="Arial MT"/>
              </a:rPr>
              <a:t>and</a:t>
            </a:r>
            <a:r>
              <a:rPr sz="2400" spc="10" dirty="0">
                <a:solidFill>
                  <a:srgbClr val="46424D"/>
                </a:solidFill>
                <a:latin typeface="Arial MT"/>
                <a:cs typeface="Arial MT"/>
              </a:rPr>
              <a:t> </a:t>
            </a:r>
            <a:r>
              <a:rPr sz="2400" spc="-5" dirty="0">
                <a:solidFill>
                  <a:srgbClr val="46424D"/>
                </a:solidFill>
                <a:latin typeface="Arial MT"/>
                <a:cs typeface="Arial MT"/>
              </a:rPr>
              <a:t>what</a:t>
            </a:r>
            <a:r>
              <a:rPr sz="2400" spc="10" dirty="0">
                <a:solidFill>
                  <a:srgbClr val="46424D"/>
                </a:solidFill>
                <a:latin typeface="Arial MT"/>
                <a:cs typeface="Arial MT"/>
              </a:rPr>
              <a:t> </a:t>
            </a:r>
            <a:r>
              <a:rPr sz="2400" spc="-5" dirty="0">
                <a:solidFill>
                  <a:srgbClr val="46424D"/>
                </a:solidFill>
                <a:latin typeface="Arial MT"/>
                <a:cs typeface="Arial MT"/>
              </a:rPr>
              <a:t>is</a:t>
            </a:r>
            <a:r>
              <a:rPr sz="2400" dirty="0">
                <a:solidFill>
                  <a:srgbClr val="46424D"/>
                </a:solidFill>
                <a:latin typeface="Arial MT"/>
                <a:cs typeface="Arial MT"/>
              </a:rPr>
              <a:t> </a:t>
            </a:r>
            <a:r>
              <a:rPr sz="2400" spc="-5" dirty="0">
                <a:solidFill>
                  <a:srgbClr val="46424D"/>
                </a:solidFill>
                <a:latin typeface="Arial MT"/>
                <a:cs typeface="Arial MT"/>
              </a:rPr>
              <a:t>planned</a:t>
            </a:r>
            <a:r>
              <a:rPr sz="2400" spc="40" dirty="0">
                <a:solidFill>
                  <a:srgbClr val="46424D"/>
                </a:solidFill>
                <a:latin typeface="Arial MT"/>
                <a:cs typeface="Arial MT"/>
              </a:rPr>
              <a:t> </a:t>
            </a:r>
            <a:r>
              <a:rPr sz="2400" dirty="0">
                <a:solidFill>
                  <a:srgbClr val="46424D"/>
                </a:solidFill>
                <a:latin typeface="Arial MT"/>
                <a:cs typeface="Arial MT"/>
              </a:rPr>
              <a:t>for</a:t>
            </a:r>
            <a:r>
              <a:rPr sz="2400" spc="-15" dirty="0">
                <a:solidFill>
                  <a:srgbClr val="46424D"/>
                </a:solidFill>
                <a:latin typeface="Arial MT"/>
                <a:cs typeface="Arial MT"/>
              </a:rPr>
              <a:t> </a:t>
            </a:r>
            <a:r>
              <a:rPr sz="2400" dirty="0">
                <a:solidFill>
                  <a:srgbClr val="46424D"/>
                </a:solidFill>
                <a:latin typeface="Arial MT"/>
                <a:cs typeface="Arial MT"/>
              </a:rPr>
              <a:t>the </a:t>
            </a:r>
            <a:r>
              <a:rPr sz="2400" spc="-5" dirty="0">
                <a:solidFill>
                  <a:srgbClr val="46424D"/>
                </a:solidFill>
                <a:latin typeface="Arial MT"/>
                <a:cs typeface="Arial MT"/>
              </a:rPr>
              <a:t>following</a:t>
            </a:r>
            <a:r>
              <a:rPr sz="2400" spc="55" dirty="0">
                <a:solidFill>
                  <a:srgbClr val="46424D"/>
                </a:solidFill>
                <a:latin typeface="Arial MT"/>
                <a:cs typeface="Arial MT"/>
              </a:rPr>
              <a:t> </a:t>
            </a:r>
            <a:r>
              <a:rPr sz="2400" spc="-50" dirty="0">
                <a:solidFill>
                  <a:srgbClr val="46424D"/>
                </a:solidFill>
                <a:latin typeface="Arial MT"/>
                <a:cs typeface="Arial MT"/>
              </a:rPr>
              <a:t>day.</a:t>
            </a:r>
            <a:endParaRPr sz="2400" dirty="0">
              <a:latin typeface="Arial MT"/>
              <a:cs typeface="Arial MT"/>
            </a:endParaRPr>
          </a:p>
          <a:p>
            <a:pPr marL="756285" marR="180975" lvl="1" indent="-287020" algn="just">
              <a:lnSpc>
                <a:spcPct val="100000"/>
              </a:lnSpc>
              <a:spcBef>
                <a:spcPts val="910"/>
              </a:spcBef>
              <a:buFont typeface="Wingdings"/>
              <a:buChar char=""/>
              <a:tabLst>
                <a:tab pos="756920" algn="l"/>
              </a:tabLst>
            </a:pPr>
            <a:r>
              <a:rPr sz="2000" dirty="0">
                <a:solidFill>
                  <a:srgbClr val="46424D"/>
                </a:solidFill>
                <a:latin typeface="Arial MT"/>
                <a:cs typeface="Arial MT"/>
              </a:rPr>
              <a:t>This means that everyone on </a:t>
            </a:r>
            <a:r>
              <a:rPr sz="2000" spc="-5" dirty="0">
                <a:solidFill>
                  <a:srgbClr val="46424D"/>
                </a:solidFill>
                <a:latin typeface="Arial MT"/>
                <a:cs typeface="Arial MT"/>
              </a:rPr>
              <a:t>the </a:t>
            </a:r>
            <a:r>
              <a:rPr sz="2000" dirty="0">
                <a:solidFill>
                  <a:srgbClr val="46424D"/>
                </a:solidFill>
                <a:latin typeface="Arial MT"/>
                <a:cs typeface="Arial MT"/>
              </a:rPr>
              <a:t>team knows what is going on </a:t>
            </a:r>
            <a:r>
              <a:rPr sz="2000" spc="-545" dirty="0">
                <a:solidFill>
                  <a:srgbClr val="46424D"/>
                </a:solidFill>
                <a:latin typeface="Arial MT"/>
                <a:cs typeface="Arial MT"/>
              </a:rPr>
              <a:t> </a:t>
            </a:r>
            <a:r>
              <a:rPr sz="2000" dirty="0">
                <a:solidFill>
                  <a:srgbClr val="46424D"/>
                </a:solidFill>
                <a:latin typeface="Arial MT"/>
                <a:cs typeface="Arial MT"/>
              </a:rPr>
              <a:t>and,</a:t>
            </a:r>
            <a:r>
              <a:rPr sz="2000" spc="-15" dirty="0">
                <a:solidFill>
                  <a:srgbClr val="46424D"/>
                </a:solidFill>
                <a:latin typeface="Arial MT"/>
                <a:cs typeface="Arial MT"/>
              </a:rPr>
              <a:t> </a:t>
            </a:r>
            <a:r>
              <a:rPr sz="2000" dirty="0">
                <a:solidFill>
                  <a:srgbClr val="46424D"/>
                </a:solidFill>
                <a:latin typeface="Arial MT"/>
                <a:cs typeface="Arial MT"/>
              </a:rPr>
              <a:t>if</a:t>
            </a:r>
            <a:r>
              <a:rPr sz="2000" spc="-15" dirty="0">
                <a:solidFill>
                  <a:srgbClr val="46424D"/>
                </a:solidFill>
                <a:latin typeface="Arial MT"/>
                <a:cs typeface="Arial MT"/>
              </a:rPr>
              <a:t> </a:t>
            </a:r>
            <a:r>
              <a:rPr sz="2000" dirty="0">
                <a:solidFill>
                  <a:srgbClr val="46424D"/>
                </a:solidFill>
                <a:latin typeface="Arial MT"/>
                <a:cs typeface="Arial MT"/>
              </a:rPr>
              <a:t>problems</a:t>
            </a:r>
            <a:r>
              <a:rPr sz="2000" spc="-35" dirty="0">
                <a:solidFill>
                  <a:srgbClr val="46424D"/>
                </a:solidFill>
                <a:latin typeface="Arial MT"/>
                <a:cs typeface="Arial MT"/>
              </a:rPr>
              <a:t> </a:t>
            </a:r>
            <a:r>
              <a:rPr sz="2000" dirty="0">
                <a:solidFill>
                  <a:srgbClr val="46424D"/>
                </a:solidFill>
                <a:latin typeface="Arial MT"/>
                <a:cs typeface="Arial MT"/>
              </a:rPr>
              <a:t>arise,</a:t>
            </a:r>
            <a:r>
              <a:rPr sz="2000" spc="-35" dirty="0">
                <a:solidFill>
                  <a:srgbClr val="46424D"/>
                </a:solidFill>
                <a:latin typeface="Arial MT"/>
                <a:cs typeface="Arial MT"/>
              </a:rPr>
              <a:t> </a:t>
            </a:r>
            <a:r>
              <a:rPr sz="2000" dirty="0">
                <a:solidFill>
                  <a:srgbClr val="46424D"/>
                </a:solidFill>
                <a:latin typeface="Arial MT"/>
                <a:cs typeface="Arial MT"/>
              </a:rPr>
              <a:t>can</a:t>
            </a:r>
            <a:r>
              <a:rPr sz="2000" spc="-15" dirty="0">
                <a:solidFill>
                  <a:srgbClr val="46424D"/>
                </a:solidFill>
                <a:latin typeface="Arial MT"/>
                <a:cs typeface="Arial MT"/>
              </a:rPr>
              <a:t> </a:t>
            </a:r>
            <a:r>
              <a:rPr sz="2000" dirty="0">
                <a:solidFill>
                  <a:srgbClr val="46424D"/>
                </a:solidFill>
                <a:latin typeface="Arial MT"/>
                <a:cs typeface="Arial MT"/>
              </a:rPr>
              <a:t>re-plan</a:t>
            </a:r>
            <a:r>
              <a:rPr sz="2000" spc="-20" dirty="0">
                <a:solidFill>
                  <a:srgbClr val="46424D"/>
                </a:solidFill>
                <a:latin typeface="Arial MT"/>
                <a:cs typeface="Arial MT"/>
              </a:rPr>
              <a:t> </a:t>
            </a:r>
            <a:r>
              <a:rPr sz="2000" dirty="0">
                <a:solidFill>
                  <a:srgbClr val="46424D"/>
                </a:solidFill>
                <a:latin typeface="Arial MT"/>
                <a:cs typeface="Arial MT"/>
              </a:rPr>
              <a:t>short-term</a:t>
            </a:r>
            <a:r>
              <a:rPr sz="2000" spc="-50" dirty="0">
                <a:solidFill>
                  <a:srgbClr val="46424D"/>
                </a:solidFill>
                <a:latin typeface="Arial MT"/>
                <a:cs typeface="Arial MT"/>
              </a:rPr>
              <a:t> </a:t>
            </a:r>
            <a:r>
              <a:rPr sz="2000" dirty="0">
                <a:solidFill>
                  <a:srgbClr val="46424D"/>
                </a:solidFill>
                <a:latin typeface="Arial MT"/>
                <a:cs typeface="Arial MT"/>
              </a:rPr>
              <a:t>work</a:t>
            </a:r>
            <a:r>
              <a:rPr sz="2000" spc="-25" dirty="0">
                <a:solidFill>
                  <a:srgbClr val="46424D"/>
                </a:solidFill>
                <a:latin typeface="Arial MT"/>
                <a:cs typeface="Arial MT"/>
              </a:rPr>
              <a:t> </a:t>
            </a:r>
            <a:r>
              <a:rPr sz="2000" dirty="0">
                <a:solidFill>
                  <a:srgbClr val="46424D"/>
                </a:solidFill>
                <a:latin typeface="Arial MT"/>
                <a:cs typeface="Arial MT"/>
              </a:rPr>
              <a:t>to</a:t>
            </a:r>
            <a:r>
              <a:rPr sz="2000" spc="-20" dirty="0">
                <a:solidFill>
                  <a:srgbClr val="46424D"/>
                </a:solidFill>
                <a:latin typeface="Arial MT"/>
                <a:cs typeface="Arial MT"/>
              </a:rPr>
              <a:t> </a:t>
            </a:r>
            <a:r>
              <a:rPr sz="2000" dirty="0">
                <a:solidFill>
                  <a:srgbClr val="46424D"/>
                </a:solidFill>
                <a:latin typeface="Arial MT"/>
                <a:cs typeface="Arial MT"/>
              </a:rPr>
              <a:t>cope</a:t>
            </a:r>
            <a:r>
              <a:rPr sz="2000" spc="-25" dirty="0">
                <a:solidFill>
                  <a:srgbClr val="46424D"/>
                </a:solidFill>
                <a:latin typeface="Arial MT"/>
                <a:cs typeface="Arial MT"/>
              </a:rPr>
              <a:t> </a:t>
            </a:r>
            <a:r>
              <a:rPr sz="2000" dirty="0">
                <a:solidFill>
                  <a:srgbClr val="46424D"/>
                </a:solidFill>
                <a:latin typeface="Arial MT"/>
                <a:cs typeface="Arial MT"/>
              </a:rPr>
              <a:t>with </a:t>
            </a:r>
            <a:r>
              <a:rPr sz="2000" spc="-545" dirty="0">
                <a:solidFill>
                  <a:srgbClr val="46424D"/>
                </a:solidFill>
                <a:latin typeface="Arial MT"/>
                <a:cs typeface="Arial MT"/>
              </a:rPr>
              <a:t> </a:t>
            </a:r>
            <a:r>
              <a:rPr sz="2000" dirty="0">
                <a:solidFill>
                  <a:srgbClr val="46424D"/>
                </a:solidFill>
                <a:latin typeface="Arial MT"/>
                <a:cs typeface="Arial MT"/>
              </a:rPr>
              <a:t>them.</a:t>
            </a:r>
            <a:endParaRPr sz="2000" dirty="0">
              <a:latin typeface="Arial MT"/>
              <a:cs typeface="Arial MT"/>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914400" y="1600200"/>
            <a:ext cx="7051144" cy="3376786"/>
          </a:xfrm>
          <a:prstGeom prst="rect">
            <a:avLst/>
          </a:prstGeom>
        </p:spPr>
      </p:pic>
      <p:sp>
        <p:nvSpPr>
          <p:cNvPr id="7" name="Title 1"/>
          <p:cNvSpPr>
            <a:spLocks noGrp="1"/>
          </p:cNvSpPr>
          <p:nvPr>
            <p:ph type="ctrTitle"/>
          </p:nvPr>
        </p:nvSpPr>
        <p:spPr>
          <a:xfrm>
            <a:off x="457200" y="685800"/>
            <a:ext cx="7772400" cy="369332"/>
          </a:xfrm>
        </p:spPr>
        <p:txBody>
          <a:bodyPr/>
          <a:lstStyle/>
          <a:p>
            <a:pPr algn="ctr"/>
            <a:r>
              <a:rPr lang="en-US" dirty="0" smtClean="0"/>
              <a:t>Sample Product Backlog</a:t>
            </a:r>
            <a:endParaRPr lang="en-US" dirty="0"/>
          </a:p>
        </p:txBody>
      </p:sp>
    </p:spTree>
    <p:extLst>
      <p:ext uri="{BB962C8B-B14F-4D97-AF65-F5344CB8AC3E}">
        <p14:creationId xmlns:p14="http://schemas.microsoft.com/office/powerpoint/2010/main" val="377003322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28390" y="1747603"/>
            <a:ext cx="5687219" cy="3362794"/>
          </a:xfrm>
          <a:prstGeom prst="rect">
            <a:avLst/>
          </a:prstGeom>
        </p:spPr>
      </p:pic>
    </p:spTree>
    <p:extLst>
      <p:ext uri="{BB962C8B-B14F-4D97-AF65-F5344CB8AC3E}">
        <p14:creationId xmlns:p14="http://schemas.microsoft.com/office/powerpoint/2010/main" val="179014601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descr="Scrum (software development) - Wiki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371600"/>
            <a:ext cx="7384079" cy="51054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a:spLocks noGrp="1"/>
          </p:cNvSpPr>
          <p:nvPr>
            <p:ph type="ctrTitle"/>
          </p:nvPr>
        </p:nvSpPr>
        <p:spPr>
          <a:xfrm>
            <a:off x="491639" y="609600"/>
            <a:ext cx="7772400" cy="369332"/>
          </a:xfrm>
        </p:spPr>
        <p:txBody>
          <a:bodyPr/>
          <a:lstStyle/>
          <a:p>
            <a:pPr algn="ctr"/>
            <a:r>
              <a:rPr lang="en-US" dirty="0" smtClean="0"/>
              <a:t>Scrum Framework</a:t>
            </a:r>
            <a:endParaRPr lang="en-US" dirty="0"/>
          </a:p>
        </p:txBody>
      </p:sp>
    </p:spTree>
    <p:extLst>
      <p:ext uri="{BB962C8B-B14F-4D97-AF65-F5344CB8AC3E}">
        <p14:creationId xmlns:p14="http://schemas.microsoft.com/office/powerpoint/2010/main" val="264532847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ctrTitle"/>
          </p:nvPr>
        </p:nvSpPr>
        <p:spPr>
          <a:xfrm>
            <a:off x="491639" y="609600"/>
            <a:ext cx="7772400" cy="369332"/>
          </a:xfrm>
        </p:spPr>
        <p:txBody>
          <a:bodyPr/>
          <a:lstStyle/>
          <a:p>
            <a:pPr algn="ctr"/>
            <a:r>
              <a:rPr lang="en-US" dirty="0" smtClean="0"/>
              <a:t>No Changes During Sprint</a:t>
            </a:r>
            <a:endParaRPr lang="en-US" dirty="0"/>
          </a:p>
        </p:txBody>
      </p:sp>
      <p:pic>
        <p:nvPicPr>
          <p:cNvPr id="2" name="Picture 1"/>
          <p:cNvPicPr>
            <a:picLocks noChangeAspect="1"/>
          </p:cNvPicPr>
          <p:nvPr/>
        </p:nvPicPr>
        <p:blipFill>
          <a:blip r:embed="rId2"/>
          <a:stretch>
            <a:fillRect/>
          </a:stretch>
        </p:blipFill>
        <p:spPr>
          <a:xfrm>
            <a:off x="2052286" y="1933366"/>
            <a:ext cx="5039428" cy="2991267"/>
          </a:xfrm>
          <a:prstGeom prst="rect">
            <a:avLst/>
          </a:prstGeom>
        </p:spPr>
      </p:pic>
    </p:spTree>
    <p:extLst>
      <p:ext uri="{BB962C8B-B14F-4D97-AF65-F5344CB8AC3E}">
        <p14:creationId xmlns:p14="http://schemas.microsoft.com/office/powerpoint/2010/main" val="398642952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ctrTitle"/>
          </p:nvPr>
        </p:nvSpPr>
        <p:spPr>
          <a:xfrm>
            <a:off x="491639" y="609600"/>
            <a:ext cx="7772400" cy="369332"/>
          </a:xfrm>
        </p:spPr>
        <p:txBody>
          <a:bodyPr/>
          <a:lstStyle/>
          <a:p>
            <a:pPr algn="ctr"/>
            <a:r>
              <a:rPr lang="en-US" dirty="0" smtClean="0"/>
              <a:t>Scrum Framework</a:t>
            </a:r>
            <a:endParaRPr lang="en-US" dirty="0"/>
          </a:p>
        </p:txBody>
      </p:sp>
      <p:pic>
        <p:nvPicPr>
          <p:cNvPr id="2" name="Picture 1"/>
          <p:cNvPicPr>
            <a:picLocks noChangeAspect="1"/>
          </p:cNvPicPr>
          <p:nvPr/>
        </p:nvPicPr>
        <p:blipFill>
          <a:blip r:embed="rId2"/>
          <a:stretch>
            <a:fillRect/>
          </a:stretch>
        </p:blipFill>
        <p:spPr>
          <a:xfrm>
            <a:off x="1027029" y="1219200"/>
            <a:ext cx="7237010" cy="5151998"/>
          </a:xfrm>
          <a:prstGeom prst="rect">
            <a:avLst/>
          </a:prstGeom>
        </p:spPr>
      </p:pic>
    </p:spTree>
    <p:extLst>
      <p:ext uri="{BB962C8B-B14F-4D97-AF65-F5344CB8AC3E}">
        <p14:creationId xmlns:p14="http://schemas.microsoft.com/office/powerpoint/2010/main" val="185313113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descr="What is Scrum? | Scrum.or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2000"/>
            <a:ext cx="9067800" cy="51054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a:spLocks noGrp="1"/>
          </p:cNvSpPr>
          <p:nvPr>
            <p:ph type="ctrTitle"/>
          </p:nvPr>
        </p:nvSpPr>
        <p:spPr>
          <a:xfrm>
            <a:off x="491639" y="609600"/>
            <a:ext cx="7772400" cy="369332"/>
          </a:xfrm>
        </p:spPr>
        <p:txBody>
          <a:bodyPr/>
          <a:lstStyle/>
          <a:p>
            <a:pPr algn="ctr"/>
            <a:r>
              <a:rPr lang="en-US" dirty="0" smtClean="0"/>
              <a:t>Putting it all together</a:t>
            </a:r>
            <a:endParaRPr lang="en-US" dirty="0"/>
          </a:p>
        </p:txBody>
      </p:sp>
    </p:spTree>
    <p:extLst>
      <p:ext uri="{BB962C8B-B14F-4D97-AF65-F5344CB8AC3E}">
        <p14:creationId xmlns:p14="http://schemas.microsoft.com/office/powerpoint/2010/main" val="68489777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25980"/>
            <a:ext cx="7772400" cy="369332"/>
          </a:xfrm>
        </p:spPr>
        <p:txBody>
          <a:bodyPr/>
          <a:lstStyle/>
          <a:p>
            <a:pPr algn="ctr"/>
            <a:r>
              <a:rPr lang="en-US" dirty="0" smtClean="0"/>
              <a:t>Sprint Planning</a:t>
            </a:r>
            <a:endParaRPr lang="en-US" dirty="0"/>
          </a:p>
        </p:txBody>
      </p:sp>
    </p:spTree>
    <p:extLst>
      <p:ext uri="{BB962C8B-B14F-4D97-AF65-F5344CB8AC3E}">
        <p14:creationId xmlns:p14="http://schemas.microsoft.com/office/powerpoint/2010/main" val="393289310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762000"/>
            <a:ext cx="3242309" cy="369332"/>
          </a:xfrm>
        </p:spPr>
        <p:txBody>
          <a:bodyPr/>
          <a:lstStyle/>
          <a:p>
            <a:r>
              <a:rPr lang="en-US" dirty="0" smtClean="0"/>
              <a:t>Sprint Velocity</a:t>
            </a:r>
            <a:endParaRPr lang="en-US" dirty="0"/>
          </a:p>
        </p:txBody>
      </p:sp>
      <p:sp>
        <p:nvSpPr>
          <p:cNvPr id="3" name="Content Placeholder 2"/>
          <p:cNvSpPr>
            <a:spLocks noGrp="1"/>
          </p:cNvSpPr>
          <p:nvPr>
            <p:ph idx="1"/>
          </p:nvPr>
        </p:nvSpPr>
        <p:spPr>
          <a:xfrm>
            <a:off x="533400" y="1828800"/>
            <a:ext cx="8248650" cy="830997"/>
          </a:xfrm>
        </p:spPr>
        <p:txBody>
          <a:bodyPr/>
          <a:lstStyle/>
          <a:p>
            <a:r>
              <a:rPr lang="en-US" dirty="0"/>
              <a:t>By looking at the amount of work your team completed in previous sprints, you should be able to estimate how much work they can do in future sprints. In Agile development, this estimate is known as sprint velocity</a:t>
            </a:r>
          </a:p>
        </p:txBody>
      </p:sp>
    </p:spTree>
    <p:extLst>
      <p:ext uri="{BB962C8B-B14F-4D97-AF65-F5344CB8AC3E}">
        <p14:creationId xmlns:p14="http://schemas.microsoft.com/office/powerpoint/2010/main" val="408543463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315200" cy="430887"/>
          </a:xfrm>
        </p:spPr>
        <p:txBody>
          <a:bodyPr/>
          <a:lstStyle/>
          <a:p>
            <a:r>
              <a:rPr lang="en-US" sz="2800" b="1" dirty="0"/>
              <a:t>How to estimate sprint velocity</a:t>
            </a:r>
          </a:p>
        </p:txBody>
      </p:sp>
      <p:sp>
        <p:nvSpPr>
          <p:cNvPr id="3" name="Content Placeholder 2"/>
          <p:cNvSpPr>
            <a:spLocks noGrp="1"/>
          </p:cNvSpPr>
          <p:nvPr>
            <p:ph idx="1"/>
          </p:nvPr>
        </p:nvSpPr>
        <p:spPr>
          <a:xfrm>
            <a:off x="571500" y="1524000"/>
            <a:ext cx="7886700" cy="3774281"/>
          </a:xfrm>
        </p:spPr>
        <p:txBody>
          <a:bodyPr>
            <a:noAutofit/>
          </a:bodyPr>
          <a:lstStyle/>
          <a:p>
            <a:pPr algn="just"/>
            <a:r>
              <a:rPr lang="en-US" sz="2000" b="1" dirty="0"/>
              <a:t>Step 1: Count how many user story points are completed in each sprint</a:t>
            </a:r>
          </a:p>
          <a:p>
            <a:pPr algn="just"/>
            <a:r>
              <a:rPr lang="en-US" sz="2000" dirty="0"/>
              <a:t>At the end of a sprint, add up how many story points the team completed</a:t>
            </a:r>
            <a:r>
              <a:rPr lang="en-US" sz="2000" dirty="0" smtClean="0"/>
              <a:t>. For example, if:</a:t>
            </a:r>
            <a:endParaRPr lang="en-US" sz="2000" dirty="0"/>
          </a:p>
          <a:p>
            <a:pPr algn="just"/>
            <a:r>
              <a:rPr lang="en-US" sz="2000" dirty="0"/>
              <a:t>I</a:t>
            </a:r>
            <a:r>
              <a:rPr lang="en-US" sz="2000" dirty="0" smtClean="0"/>
              <a:t>n </a:t>
            </a:r>
            <a:r>
              <a:rPr lang="en-US" sz="2000" dirty="0"/>
              <a:t>sprint one:</a:t>
            </a:r>
          </a:p>
          <a:p>
            <a:pPr algn="just"/>
            <a:r>
              <a:rPr lang="en-US" sz="2000" dirty="0"/>
              <a:t>The team committed to completing five user </a:t>
            </a:r>
            <a:r>
              <a:rPr lang="en-US" sz="2000" dirty="0" smtClean="0"/>
              <a:t>stories. Each </a:t>
            </a:r>
            <a:r>
              <a:rPr lang="en-US" sz="2000" dirty="0"/>
              <a:t>user story had eight story points for a total of 40 story </a:t>
            </a:r>
            <a:r>
              <a:rPr lang="en-US" sz="2000" dirty="0" smtClean="0"/>
              <a:t>points. The </a:t>
            </a:r>
            <a:r>
              <a:rPr lang="en-US" sz="2000" dirty="0"/>
              <a:t>team completed three of the five user stories.</a:t>
            </a:r>
          </a:p>
          <a:p>
            <a:pPr algn="just"/>
            <a:r>
              <a:rPr lang="en-US" sz="2000" dirty="0"/>
              <a:t>In sprint two:</a:t>
            </a:r>
          </a:p>
          <a:p>
            <a:pPr algn="just"/>
            <a:r>
              <a:rPr lang="en-US" sz="2000" dirty="0"/>
              <a:t>The team committed to seven user stories (including the two that were not completed in sprint 1</a:t>
            </a:r>
            <a:r>
              <a:rPr lang="en-US" sz="2000" dirty="0" smtClean="0"/>
              <a:t>). Each </a:t>
            </a:r>
            <a:r>
              <a:rPr lang="en-US" sz="2000" dirty="0"/>
              <a:t>user story had eight story points for a total of 56 story </a:t>
            </a:r>
            <a:r>
              <a:rPr lang="en-US" sz="2000" dirty="0" smtClean="0"/>
              <a:t>points. The </a:t>
            </a:r>
            <a:r>
              <a:rPr lang="en-US" sz="2000" dirty="0"/>
              <a:t>team completed four of the seven user stories.</a:t>
            </a:r>
          </a:p>
          <a:p>
            <a:pPr algn="just"/>
            <a:r>
              <a:rPr lang="en-US" sz="2000" dirty="0"/>
              <a:t>In sprint three:</a:t>
            </a:r>
          </a:p>
          <a:p>
            <a:pPr algn="just"/>
            <a:r>
              <a:rPr lang="en-US" sz="2000" dirty="0"/>
              <a:t>The team committed to nine user </a:t>
            </a:r>
            <a:r>
              <a:rPr lang="en-US" sz="2000" dirty="0" smtClean="0"/>
              <a:t>stories. Each </a:t>
            </a:r>
            <a:r>
              <a:rPr lang="en-US" sz="2000" dirty="0"/>
              <a:t>user story had eight story points for a total of 72 story </a:t>
            </a:r>
            <a:r>
              <a:rPr lang="en-US" sz="2000" dirty="0" err="1" smtClean="0"/>
              <a:t>points.The</a:t>
            </a:r>
            <a:r>
              <a:rPr lang="en-US" sz="2000" dirty="0" smtClean="0"/>
              <a:t> </a:t>
            </a:r>
            <a:r>
              <a:rPr lang="en-US" sz="2000" dirty="0"/>
              <a:t>team completed five of the nine user stories.</a:t>
            </a:r>
          </a:p>
        </p:txBody>
      </p:sp>
    </p:spTree>
    <p:extLst>
      <p:ext uri="{BB962C8B-B14F-4D97-AF65-F5344CB8AC3E}">
        <p14:creationId xmlns:p14="http://schemas.microsoft.com/office/powerpoint/2010/main" val="349698224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0"/>
            <a:ext cx="7086600" cy="984885"/>
          </a:xfrm>
        </p:spPr>
        <p:txBody>
          <a:bodyPr/>
          <a:lstStyle/>
          <a:p>
            <a:r>
              <a:rPr lang="en-US" sz="3200" b="1" dirty="0" smtClean="0"/>
              <a:t>How to estimate sprint velocity</a:t>
            </a:r>
            <a:endParaRPr lang="en-US" sz="3200" dirty="0"/>
          </a:p>
        </p:txBody>
      </p:sp>
      <p:sp>
        <p:nvSpPr>
          <p:cNvPr id="3" name="Content Placeholder 2"/>
          <p:cNvSpPr>
            <a:spLocks noGrp="1"/>
          </p:cNvSpPr>
          <p:nvPr>
            <p:ph idx="1"/>
          </p:nvPr>
        </p:nvSpPr>
        <p:spPr>
          <a:xfrm>
            <a:off x="447674" y="1676400"/>
            <a:ext cx="8248650" cy="4308872"/>
          </a:xfrm>
        </p:spPr>
        <p:txBody>
          <a:bodyPr/>
          <a:lstStyle/>
          <a:p>
            <a:r>
              <a:rPr lang="en-US" sz="2800" b="1" dirty="0"/>
              <a:t>Step 2: Calculate the average of completed story points</a:t>
            </a:r>
          </a:p>
          <a:p>
            <a:r>
              <a:rPr lang="en-US" sz="2800" dirty="0"/>
              <a:t>Simply add up the total of story points completed from each sprint, then divide by the number of sprints</a:t>
            </a:r>
            <a:r>
              <a:rPr lang="en-US" sz="2800" dirty="0" smtClean="0"/>
              <a:t>.</a:t>
            </a:r>
          </a:p>
          <a:p>
            <a:endParaRPr lang="en-US" sz="2800" dirty="0"/>
          </a:p>
          <a:p>
            <a:r>
              <a:rPr lang="en-US" sz="2800" dirty="0"/>
              <a:t>Sprint one: 3 user stories x 8 story points = 24</a:t>
            </a:r>
            <a:br>
              <a:rPr lang="en-US" sz="2800" dirty="0"/>
            </a:br>
            <a:r>
              <a:rPr lang="en-US" sz="2800" dirty="0"/>
              <a:t>Sprint two: 4 user stories x 8 story points = 32</a:t>
            </a:r>
            <a:br>
              <a:rPr lang="en-US" sz="2800" dirty="0"/>
            </a:br>
            <a:r>
              <a:rPr lang="en-US" sz="2800" dirty="0"/>
              <a:t>Sprint three: 5 user stories x 8 story points = 40</a:t>
            </a:r>
            <a:br>
              <a:rPr lang="en-US" sz="2800" dirty="0"/>
            </a:br>
            <a:r>
              <a:rPr lang="en-US" sz="2800" dirty="0"/>
              <a:t>Total = </a:t>
            </a:r>
            <a:r>
              <a:rPr lang="en-US" sz="2800" dirty="0" smtClean="0"/>
              <a:t>96</a:t>
            </a:r>
          </a:p>
          <a:p>
            <a:endParaRPr lang="en-US" sz="2800" dirty="0"/>
          </a:p>
          <a:p>
            <a:r>
              <a:rPr lang="en-US" sz="2800" dirty="0"/>
              <a:t>So, your average sprint velocity is 96 ÷ 3 = 32</a:t>
            </a:r>
            <a:r>
              <a:rPr lang="en-US" sz="2800" dirty="0" smtClean="0"/>
              <a:t>.</a:t>
            </a:r>
            <a:endParaRPr lang="en-US" sz="2800" dirty="0"/>
          </a:p>
        </p:txBody>
      </p:sp>
    </p:spTree>
    <p:extLst>
      <p:ext uri="{BB962C8B-B14F-4D97-AF65-F5344CB8AC3E}">
        <p14:creationId xmlns:p14="http://schemas.microsoft.com/office/powerpoint/2010/main" val="366098682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5354955" cy="738664"/>
          </a:xfrm>
        </p:spPr>
        <p:txBody>
          <a:bodyPr/>
          <a:lstStyle/>
          <a:p>
            <a:r>
              <a:rPr lang="en-US" b="1" dirty="0" smtClean="0"/>
              <a:t>How to estimate sprint velocity</a:t>
            </a:r>
            <a:endParaRPr lang="en-US" dirty="0"/>
          </a:p>
        </p:txBody>
      </p:sp>
      <p:sp>
        <p:nvSpPr>
          <p:cNvPr id="3" name="Content Placeholder 2"/>
          <p:cNvSpPr>
            <a:spLocks noGrp="1"/>
          </p:cNvSpPr>
          <p:nvPr>
            <p:ph idx="1"/>
          </p:nvPr>
        </p:nvSpPr>
        <p:spPr>
          <a:xfrm>
            <a:off x="533400" y="1524000"/>
            <a:ext cx="8248650" cy="5170646"/>
          </a:xfrm>
        </p:spPr>
        <p:txBody>
          <a:bodyPr/>
          <a:lstStyle/>
          <a:p>
            <a:pPr marL="457200" indent="-457200" algn="just">
              <a:buFont typeface="Arial" panose="020B0604020202020204" pitchFamily="34" charset="0"/>
              <a:buChar char="•"/>
            </a:pPr>
            <a:r>
              <a:rPr lang="en-US" sz="2800" dirty="0"/>
              <a:t>You can now base the amount of work to be done in future sprints on an average of 32 story points. If you have 160 story points remaining to be completed in the project, you can assume that your team will need another five sprints to complete the project</a:t>
            </a:r>
            <a:r>
              <a:rPr lang="en-US" sz="2800" dirty="0" smtClean="0"/>
              <a:t>.</a:t>
            </a:r>
            <a:endParaRPr lang="en-US" sz="2800" dirty="0"/>
          </a:p>
          <a:p>
            <a:pPr marL="457200" indent="-457200" algn="just">
              <a:buFont typeface="Arial" panose="020B0604020202020204" pitchFamily="34" charset="0"/>
              <a:buChar char="•"/>
            </a:pPr>
            <a:r>
              <a:rPr lang="en-US" sz="2800" dirty="0"/>
              <a:t>If your team is new to Agile development, you won’t have any previous sprints to look at. As part of your sprint velocity estimation to-do list, you’ll have to complete a couple of sprints while tracking how many story points are completed in each. Then you will have some useful data that will help calculate an average.</a:t>
            </a:r>
          </a:p>
        </p:txBody>
      </p:sp>
    </p:spTree>
    <p:extLst>
      <p:ext uri="{BB962C8B-B14F-4D97-AF65-F5344CB8AC3E}">
        <p14:creationId xmlns:p14="http://schemas.microsoft.com/office/powerpoint/2010/main" val="407996659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533400" y="990600"/>
            <a:ext cx="8052740" cy="4876800"/>
          </a:xfrm>
          <a:prstGeom prst="rect">
            <a:avLst/>
          </a:prstGeom>
        </p:spPr>
      </p:pic>
    </p:spTree>
    <p:extLst>
      <p:ext uri="{BB962C8B-B14F-4D97-AF65-F5344CB8AC3E}">
        <p14:creationId xmlns:p14="http://schemas.microsoft.com/office/powerpoint/2010/main" val="66418571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074" name="Picture 2" descr="Pin p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685800"/>
            <a:ext cx="7010400" cy="5419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904957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4173854" cy="391160"/>
          </a:xfrm>
          <a:prstGeom prst="rect">
            <a:avLst/>
          </a:prstGeom>
        </p:spPr>
        <p:txBody>
          <a:bodyPr vert="horz" wrap="square" lIns="0" tIns="12700" rIns="0" bIns="0" rtlCol="0">
            <a:spAutoFit/>
          </a:bodyPr>
          <a:lstStyle/>
          <a:p>
            <a:pPr marL="12700">
              <a:lnSpc>
                <a:spcPct val="100000"/>
              </a:lnSpc>
              <a:spcBef>
                <a:spcPts val="100"/>
              </a:spcBef>
            </a:pPr>
            <a:r>
              <a:rPr lang="en-US" spc="-5" dirty="0" smtClean="0"/>
              <a:t>Kanban Board</a:t>
            </a:r>
            <a:endParaRPr spc="-5" dirty="0"/>
          </a:p>
        </p:txBody>
      </p:sp>
      <p:pic>
        <p:nvPicPr>
          <p:cNvPr id="1026" name="Picture 2" descr="Kanban: Learn How You Can Apply the Right Type to Your Business | Blog SYD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999778"/>
            <a:ext cx="4700906" cy="522322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94376" y="1905000"/>
            <a:ext cx="4572000" cy="646331"/>
          </a:xfrm>
          <a:prstGeom prst="rect">
            <a:avLst/>
          </a:prstGeom>
        </p:spPr>
        <p:txBody>
          <a:bodyPr>
            <a:spAutoFit/>
          </a:bodyPr>
          <a:lstStyle/>
          <a:p>
            <a:r>
              <a:rPr lang="en-US" dirty="0"/>
              <a:t>Visual signal</a:t>
            </a:r>
          </a:p>
          <a:p>
            <a:r>
              <a:rPr lang="en-US" dirty="0"/>
              <a:t>Increase visibility</a:t>
            </a:r>
          </a:p>
        </p:txBody>
      </p:sp>
    </p:spTree>
    <p:extLst>
      <p:ext uri="{BB962C8B-B14F-4D97-AF65-F5344CB8AC3E}">
        <p14:creationId xmlns:p14="http://schemas.microsoft.com/office/powerpoint/2010/main" val="149037247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2227580" cy="391160"/>
          </a:xfrm>
          <a:prstGeom prst="rect">
            <a:avLst/>
          </a:prstGeom>
        </p:spPr>
        <p:txBody>
          <a:bodyPr vert="horz" wrap="square" lIns="0" tIns="12700" rIns="0" bIns="0" rtlCol="0">
            <a:spAutoFit/>
          </a:bodyPr>
          <a:lstStyle/>
          <a:p>
            <a:pPr marL="12700">
              <a:lnSpc>
                <a:spcPct val="100000"/>
              </a:lnSpc>
              <a:spcBef>
                <a:spcPts val="100"/>
              </a:spcBef>
            </a:pPr>
            <a:r>
              <a:rPr spc="-5" dirty="0"/>
              <a:t>Scrum</a:t>
            </a:r>
            <a:r>
              <a:rPr spc="-40" dirty="0"/>
              <a:t> </a:t>
            </a:r>
            <a:r>
              <a:rPr spc="-5" dirty="0"/>
              <a:t>benefits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59</a:t>
            </a:fld>
            <a:endParaRPr dirty="0"/>
          </a:p>
        </p:txBody>
      </p:sp>
      <p:sp>
        <p:nvSpPr>
          <p:cNvPr id="3" name="object 3"/>
          <p:cNvSpPr txBox="1"/>
          <p:nvPr/>
        </p:nvSpPr>
        <p:spPr>
          <a:xfrm>
            <a:off x="535940" y="1626234"/>
            <a:ext cx="7888605" cy="4293870"/>
          </a:xfrm>
          <a:prstGeom prst="rect">
            <a:avLst/>
          </a:prstGeom>
        </p:spPr>
        <p:txBody>
          <a:bodyPr vert="horz" wrap="square" lIns="0" tIns="12700" rIns="0" bIns="0" rtlCol="0">
            <a:spAutoFit/>
          </a:bodyPr>
          <a:lstStyle/>
          <a:p>
            <a:pPr marL="355600" marR="334010" indent="-342900">
              <a:lnSpc>
                <a:spcPct val="100000"/>
              </a:lnSpc>
              <a:spcBef>
                <a:spcPts val="100"/>
              </a:spcBef>
              <a:buFont typeface="Wingdings"/>
              <a:buChar char=""/>
              <a:tabLst>
                <a:tab pos="355600" algn="l"/>
              </a:tabLst>
            </a:pPr>
            <a:r>
              <a:rPr sz="2400" dirty="0">
                <a:solidFill>
                  <a:srgbClr val="46424D"/>
                </a:solidFill>
                <a:latin typeface="Arial MT"/>
                <a:cs typeface="Arial MT"/>
              </a:rPr>
              <a:t>The product</a:t>
            </a:r>
            <a:r>
              <a:rPr sz="2400" spc="15" dirty="0">
                <a:solidFill>
                  <a:srgbClr val="46424D"/>
                </a:solidFill>
                <a:latin typeface="Arial MT"/>
                <a:cs typeface="Arial MT"/>
              </a:rPr>
              <a:t> </a:t>
            </a:r>
            <a:r>
              <a:rPr sz="2400" spc="-5" dirty="0">
                <a:solidFill>
                  <a:srgbClr val="46424D"/>
                </a:solidFill>
                <a:latin typeface="Arial MT"/>
                <a:cs typeface="Arial MT"/>
              </a:rPr>
              <a:t>is</a:t>
            </a:r>
            <a:r>
              <a:rPr sz="2400" spc="5" dirty="0">
                <a:solidFill>
                  <a:srgbClr val="46424D"/>
                </a:solidFill>
                <a:latin typeface="Arial MT"/>
                <a:cs typeface="Arial MT"/>
              </a:rPr>
              <a:t> </a:t>
            </a:r>
            <a:r>
              <a:rPr sz="2400" spc="-5" dirty="0">
                <a:solidFill>
                  <a:srgbClr val="46424D"/>
                </a:solidFill>
                <a:latin typeface="Arial MT"/>
                <a:cs typeface="Arial MT"/>
              </a:rPr>
              <a:t>broken</a:t>
            </a:r>
            <a:r>
              <a:rPr sz="2400" spc="15" dirty="0">
                <a:solidFill>
                  <a:srgbClr val="46424D"/>
                </a:solidFill>
                <a:latin typeface="Arial MT"/>
                <a:cs typeface="Arial MT"/>
              </a:rPr>
              <a:t> </a:t>
            </a:r>
            <a:r>
              <a:rPr sz="2400" spc="-5" dirty="0">
                <a:solidFill>
                  <a:srgbClr val="46424D"/>
                </a:solidFill>
                <a:latin typeface="Arial MT"/>
                <a:cs typeface="Arial MT"/>
              </a:rPr>
              <a:t>down</a:t>
            </a:r>
            <a:r>
              <a:rPr sz="2400" spc="15" dirty="0">
                <a:solidFill>
                  <a:srgbClr val="46424D"/>
                </a:solidFill>
                <a:latin typeface="Arial MT"/>
                <a:cs typeface="Arial MT"/>
              </a:rPr>
              <a:t> </a:t>
            </a:r>
            <a:r>
              <a:rPr sz="2400" spc="-5" dirty="0">
                <a:solidFill>
                  <a:srgbClr val="46424D"/>
                </a:solidFill>
                <a:latin typeface="Arial MT"/>
                <a:cs typeface="Arial MT"/>
              </a:rPr>
              <a:t>into</a:t>
            </a:r>
            <a:r>
              <a:rPr sz="2400" spc="5" dirty="0">
                <a:solidFill>
                  <a:srgbClr val="46424D"/>
                </a:solidFill>
                <a:latin typeface="Arial MT"/>
                <a:cs typeface="Arial MT"/>
              </a:rPr>
              <a:t> </a:t>
            </a:r>
            <a:r>
              <a:rPr sz="2400" spc="-5" dirty="0">
                <a:solidFill>
                  <a:srgbClr val="46424D"/>
                </a:solidFill>
                <a:latin typeface="Arial MT"/>
                <a:cs typeface="Arial MT"/>
              </a:rPr>
              <a:t>a</a:t>
            </a:r>
            <a:r>
              <a:rPr sz="2400" spc="5" dirty="0">
                <a:solidFill>
                  <a:srgbClr val="46424D"/>
                </a:solidFill>
                <a:latin typeface="Arial MT"/>
                <a:cs typeface="Arial MT"/>
              </a:rPr>
              <a:t> </a:t>
            </a:r>
            <a:r>
              <a:rPr sz="2400" dirty="0">
                <a:solidFill>
                  <a:srgbClr val="46424D"/>
                </a:solidFill>
                <a:latin typeface="Arial MT"/>
                <a:cs typeface="Arial MT"/>
              </a:rPr>
              <a:t>set</a:t>
            </a:r>
            <a:r>
              <a:rPr sz="2400" spc="5" dirty="0">
                <a:solidFill>
                  <a:srgbClr val="46424D"/>
                </a:solidFill>
                <a:latin typeface="Arial MT"/>
                <a:cs typeface="Arial MT"/>
              </a:rPr>
              <a:t> </a:t>
            </a:r>
            <a:r>
              <a:rPr sz="2400" dirty="0">
                <a:solidFill>
                  <a:srgbClr val="46424D"/>
                </a:solidFill>
                <a:latin typeface="Arial MT"/>
                <a:cs typeface="Arial MT"/>
              </a:rPr>
              <a:t>of</a:t>
            </a:r>
            <a:r>
              <a:rPr sz="2400" spc="5" dirty="0">
                <a:solidFill>
                  <a:srgbClr val="46424D"/>
                </a:solidFill>
                <a:latin typeface="Arial MT"/>
                <a:cs typeface="Arial MT"/>
              </a:rPr>
              <a:t> </a:t>
            </a:r>
            <a:r>
              <a:rPr sz="2400" spc="-5" dirty="0">
                <a:solidFill>
                  <a:srgbClr val="46424D"/>
                </a:solidFill>
                <a:latin typeface="Arial MT"/>
                <a:cs typeface="Arial MT"/>
              </a:rPr>
              <a:t>manageable </a:t>
            </a:r>
            <a:r>
              <a:rPr sz="2400" spc="-655" dirty="0">
                <a:solidFill>
                  <a:srgbClr val="46424D"/>
                </a:solidFill>
                <a:latin typeface="Arial MT"/>
                <a:cs typeface="Arial MT"/>
              </a:rPr>
              <a:t> </a:t>
            </a:r>
            <a:r>
              <a:rPr sz="2400" spc="-5" dirty="0">
                <a:solidFill>
                  <a:srgbClr val="46424D"/>
                </a:solidFill>
                <a:latin typeface="Arial MT"/>
                <a:cs typeface="Arial MT"/>
              </a:rPr>
              <a:t>and</a:t>
            </a:r>
            <a:r>
              <a:rPr sz="2400" spc="5" dirty="0">
                <a:solidFill>
                  <a:srgbClr val="46424D"/>
                </a:solidFill>
                <a:latin typeface="Arial MT"/>
                <a:cs typeface="Arial MT"/>
              </a:rPr>
              <a:t> </a:t>
            </a:r>
            <a:r>
              <a:rPr sz="2400" spc="-5" dirty="0">
                <a:solidFill>
                  <a:srgbClr val="46424D"/>
                </a:solidFill>
                <a:latin typeface="Arial MT"/>
                <a:cs typeface="Arial MT"/>
              </a:rPr>
              <a:t>understandable</a:t>
            </a:r>
            <a:r>
              <a:rPr sz="2400" spc="35" dirty="0">
                <a:solidFill>
                  <a:srgbClr val="46424D"/>
                </a:solidFill>
                <a:latin typeface="Arial MT"/>
                <a:cs typeface="Arial MT"/>
              </a:rPr>
              <a:t> </a:t>
            </a:r>
            <a:r>
              <a:rPr sz="2400" dirty="0">
                <a:solidFill>
                  <a:srgbClr val="46424D"/>
                </a:solidFill>
                <a:latin typeface="Arial MT"/>
                <a:cs typeface="Arial MT"/>
              </a:rPr>
              <a:t>chunks.</a:t>
            </a:r>
            <a:endParaRPr sz="2400">
              <a:latin typeface="Arial MT"/>
              <a:cs typeface="Arial MT"/>
            </a:endParaRPr>
          </a:p>
          <a:p>
            <a:pPr marL="355600" indent="-342900">
              <a:lnSpc>
                <a:spcPct val="100000"/>
              </a:lnSpc>
              <a:spcBef>
                <a:spcPts val="1200"/>
              </a:spcBef>
              <a:buFont typeface="Wingdings"/>
              <a:buChar char=""/>
              <a:tabLst>
                <a:tab pos="355600" algn="l"/>
              </a:tabLst>
            </a:pPr>
            <a:r>
              <a:rPr sz="2400" spc="-5" dirty="0">
                <a:solidFill>
                  <a:srgbClr val="46424D"/>
                </a:solidFill>
                <a:latin typeface="Arial MT"/>
                <a:cs typeface="Arial MT"/>
              </a:rPr>
              <a:t>Unstable</a:t>
            </a:r>
            <a:r>
              <a:rPr sz="2400" spc="20" dirty="0">
                <a:solidFill>
                  <a:srgbClr val="46424D"/>
                </a:solidFill>
                <a:latin typeface="Arial MT"/>
                <a:cs typeface="Arial MT"/>
              </a:rPr>
              <a:t> </a:t>
            </a:r>
            <a:r>
              <a:rPr sz="2400" dirty="0">
                <a:solidFill>
                  <a:srgbClr val="46424D"/>
                </a:solidFill>
                <a:latin typeface="Arial MT"/>
                <a:cs typeface="Arial MT"/>
              </a:rPr>
              <a:t>requirements</a:t>
            </a:r>
            <a:r>
              <a:rPr sz="2400" spc="15" dirty="0">
                <a:solidFill>
                  <a:srgbClr val="46424D"/>
                </a:solidFill>
                <a:latin typeface="Arial MT"/>
                <a:cs typeface="Arial MT"/>
              </a:rPr>
              <a:t> </a:t>
            </a:r>
            <a:r>
              <a:rPr sz="2400" dirty="0">
                <a:solidFill>
                  <a:srgbClr val="46424D"/>
                </a:solidFill>
                <a:latin typeface="Arial MT"/>
                <a:cs typeface="Arial MT"/>
              </a:rPr>
              <a:t>do not</a:t>
            </a:r>
            <a:r>
              <a:rPr sz="2400" spc="-5" dirty="0">
                <a:solidFill>
                  <a:srgbClr val="46424D"/>
                </a:solidFill>
                <a:latin typeface="Arial MT"/>
                <a:cs typeface="Arial MT"/>
              </a:rPr>
              <a:t> hold</a:t>
            </a:r>
            <a:r>
              <a:rPr sz="2400" spc="15" dirty="0">
                <a:solidFill>
                  <a:srgbClr val="46424D"/>
                </a:solidFill>
                <a:latin typeface="Arial MT"/>
                <a:cs typeface="Arial MT"/>
              </a:rPr>
              <a:t> </a:t>
            </a:r>
            <a:r>
              <a:rPr sz="2400" dirty="0">
                <a:solidFill>
                  <a:srgbClr val="46424D"/>
                </a:solidFill>
                <a:latin typeface="Arial MT"/>
                <a:cs typeface="Arial MT"/>
              </a:rPr>
              <a:t>up progress.</a:t>
            </a:r>
            <a:endParaRPr sz="2400">
              <a:latin typeface="Arial MT"/>
              <a:cs typeface="Arial MT"/>
            </a:endParaRPr>
          </a:p>
          <a:p>
            <a:pPr marL="355600" marR="1042669" indent="-342900">
              <a:lnSpc>
                <a:spcPct val="100000"/>
              </a:lnSpc>
              <a:spcBef>
                <a:spcPts val="1200"/>
              </a:spcBef>
              <a:buFont typeface="Wingdings"/>
              <a:buChar char=""/>
              <a:tabLst>
                <a:tab pos="355600" algn="l"/>
              </a:tabLst>
            </a:pPr>
            <a:r>
              <a:rPr sz="2400" dirty="0">
                <a:solidFill>
                  <a:srgbClr val="46424D"/>
                </a:solidFill>
                <a:latin typeface="Arial MT"/>
                <a:cs typeface="Arial MT"/>
              </a:rPr>
              <a:t>The </a:t>
            </a:r>
            <a:r>
              <a:rPr sz="2400" spc="-5" dirty="0">
                <a:solidFill>
                  <a:srgbClr val="46424D"/>
                </a:solidFill>
                <a:latin typeface="Arial MT"/>
                <a:cs typeface="Arial MT"/>
              </a:rPr>
              <a:t>whole</a:t>
            </a:r>
            <a:r>
              <a:rPr sz="2400" spc="25" dirty="0">
                <a:solidFill>
                  <a:srgbClr val="46424D"/>
                </a:solidFill>
                <a:latin typeface="Arial MT"/>
                <a:cs typeface="Arial MT"/>
              </a:rPr>
              <a:t> </a:t>
            </a:r>
            <a:r>
              <a:rPr sz="2400" dirty="0">
                <a:solidFill>
                  <a:srgbClr val="46424D"/>
                </a:solidFill>
                <a:latin typeface="Arial MT"/>
                <a:cs typeface="Arial MT"/>
              </a:rPr>
              <a:t>team</a:t>
            </a:r>
            <a:r>
              <a:rPr sz="2400" spc="10" dirty="0">
                <a:solidFill>
                  <a:srgbClr val="46424D"/>
                </a:solidFill>
                <a:latin typeface="Arial MT"/>
                <a:cs typeface="Arial MT"/>
              </a:rPr>
              <a:t> </a:t>
            </a:r>
            <a:r>
              <a:rPr sz="2400" spc="-5" dirty="0">
                <a:solidFill>
                  <a:srgbClr val="46424D"/>
                </a:solidFill>
                <a:latin typeface="Arial MT"/>
                <a:cs typeface="Arial MT"/>
              </a:rPr>
              <a:t>have</a:t>
            </a:r>
            <a:r>
              <a:rPr sz="2400" spc="20" dirty="0">
                <a:solidFill>
                  <a:srgbClr val="46424D"/>
                </a:solidFill>
                <a:latin typeface="Arial MT"/>
                <a:cs typeface="Arial MT"/>
              </a:rPr>
              <a:t> </a:t>
            </a:r>
            <a:r>
              <a:rPr sz="2400" spc="-5" dirty="0">
                <a:solidFill>
                  <a:srgbClr val="46424D"/>
                </a:solidFill>
                <a:latin typeface="Arial MT"/>
                <a:cs typeface="Arial MT"/>
              </a:rPr>
              <a:t>visibility</a:t>
            </a:r>
            <a:r>
              <a:rPr sz="2400" spc="45" dirty="0">
                <a:solidFill>
                  <a:srgbClr val="46424D"/>
                </a:solidFill>
                <a:latin typeface="Arial MT"/>
                <a:cs typeface="Arial MT"/>
              </a:rPr>
              <a:t> </a:t>
            </a:r>
            <a:r>
              <a:rPr sz="2400" dirty="0">
                <a:solidFill>
                  <a:srgbClr val="46424D"/>
                </a:solidFill>
                <a:latin typeface="Arial MT"/>
                <a:cs typeface="Arial MT"/>
              </a:rPr>
              <a:t>of</a:t>
            </a:r>
            <a:r>
              <a:rPr sz="2400" spc="-15" dirty="0">
                <a:solidFill>
                  <a:srgbClr val="46424D"/>
                </a:solidFill>
                <a:latin typeface="Arial MT"/>
                <a:cs typeface="Arial MT"/>
              </a:rPr>
              <a:t> </a:t>
            </a:r>
            <a:r>
              <a:rPr sz="2400" spc="-5" dirty="0">
                <a:solidFill>
                  <a:srgbClr val="46424D"/>
                </a:solidFill>
                <a:latin typeface="Arial MT"/>
                <a:cs typeface="Arial MT"/>
              </a:rPr>
              <a:t>everything</a:t>
            </a:r>
            <a:r>
              <a:rPr sz="2400" spc="25" dirty="0">
                <a:solidFill>
                  <a:srgbClr val="46424D"/>
                </a:solidFill>
                <a:latin typeface="Arial MT"/>
                <a:cs typeface="Arial MT"/>
              </a:rPr>
              <a:t> </a:t>
            </a:r>
            <a:r>
              <a:rPr sz="2400" spc="-5" dirty="0">
                <a:solidFill>
                  <a:srgbClr val="46424D"/>
                </a:solidFill>
                <a:latin typeface="Arial MT"/>
                <a:cs typeface="Arial MT"/>
              </a:rPr>
              <a:t>and </a:t>
            </a:r>
            <a:r>
              <a:rPr sz="2400" spc="-655" dirty="0">
                <a:solidFill>
                  <a:srgbClr val="46424D"/>
                </a:solidFill>
                <a:latin typeface="Arial MT"/>
                <a:cs typeface="Arial MT"/>
              </a:rPr>
              <a:t> </a:t>
            </a:r>
            <a:r>
              <a:rPr sz="2400" dirty="0">
                <a:solidFill>
                  <a:srgbClr val="46424D"/>
                </a:solidFill>
                <a:latin typeface="Arial MT"/>
                <a:cs typeface="Arial MT"/>
              </a:rPr>
              <a:t>consequently team</a:t>
            </a:r>
            <a:r>
              <a:rPr sz="2400" spc="-10" dirty="0">
                <a:solidFill>
                  <a:srgbClr val="46424D"/>
                </a:solidFill>
                <a:latin typeface="Arial MT"/>
                <a:cs typeface="Arial MT"/>
              </a:rPr>
              <a:t> </a:t>
            </a:r>
            <a:r>
              <a:rPr sz="2400" dirty="0">
                <a:solidFill>
                  <a:srgbClr val="46424D"/>
                </a:solidFill>
                <a:latin typeface="Arial MT"/>
                <a:cs typeface="Arial MT"/>
              </a:rPr>
              <a:t>communication</a:t>
            </a:r>
            <a:r>
              <a:rPr sz="2400" spc="20" dirty="0">
                <a:solidFill>
                  <a:srgbClr val="46424D"/>
                </a:solidFill>
                <a:latin typeface="Arial MT"/>
                <a:cs typeface="Arial MT"/>
              </a:rPr>
              <a:t> </a:t>
            </a:r>
            <a:r>
              <a:rPr sz="2400" spc="-5" dirty="0">
                <a:solidFill>
                  <a:srgbClr val="46424D"/>
                </a:solidFill>
                <a:latin typeface="Arial MT"/>
                <a:cs typeface="Arial MT"/>
              </a:rPr>
              <a:t>is</a:t>
            </a:r>
            <a:r>
              <a:rPr sz="2400" spc="-20" dirty="0">
                <a:solidFill>
                  <a:srgbClr val="46424D"/>
                </a:solidFill>
                <a:latin typeface="Arial MT"/>
                <a:cs typeface="Arial MT"/>
              </a:rPr>
              <a:t> </a:t>
            </a:r>
            <a:r>
              <a:rPr sz="2400" dirty="0">
                <a:solidFill>
                  <a:srgbClr val="46424D"/>
                </a:solidFill>
                <a:latin typeface="Arial MT"/>
                <a:cs typeface="Arial MT"/>
              </a:rPr>
              <a:t>improved.</a:t>
            </a:r>
            <a:endParaRPr sz="2400">
              <a:latin typeface="Arial MT"/>
              <a:cs typeface="Arial MT"/>
            </a:endParaRPr>
          </a:p>
          <a:p>
            <a:pPr marL="355600" indent="-342900">
              <a:lnSpc>
                <a:spcPct val="100000"/>
              </a:lnSpc>
              <a:spcBef>
                <a:spcPts val="1200"/>
              </a:spcBef>
              <a:buFont typeface="Wingdings"/>
              <a:buChar char=""/>
              <a:tabLst>
                <a:tab pos="355600" algn="l"/>
              </a:tabLst>
            </a:pPr>
            <a:r>
              <a:rPr sz="2400" dirty="0">
                <a:solidFill>
                  <a:srgbClr val="46424D"/>
                </a:solidFill>
                <a:latin typeface="Arial MT"/>
                <a:cs typeface="Arial MT"/>
              </a:rPr>
              <a:t>Customers see </a:t>
            </a:r>
            <a:r>
              <a:rPr sz="2400" spc="-5" dirty="0">
                <a:solidFill>
                  <a:srgbClr val="46424D"/>
                </a:solidFill>
                <a:latin typeface="Arial MT"/>
                <a:cs typeface="Arial MT"/>
              </a:rPr>
              <a:t>on-time delivery</a:t>
            </a:r>
            <a:r>
              <a:rPr sz="2400" spc="20" dirty="0">
                <a:solidFill>
                  <a:srgbClr val="46424D"/>
                </a:solidFill>
                <a:latin typeface="Arial MT"/>
                <a:cs typeface="Arial MT"/>
              </a:rPr>
              <a:t> </a:t>
            </a:r>
            <a:r>
              <a:rPr sz="2400" dirty="0">
                <a:solidFill>
                  <a:srgbClr val="46424D"/>
                </a:solidFill>
                <a:latin typeface="Arial MT"/>
                <a:cs typeface="Arial MT"/>
              </a:rPr>
              <a:t>of</a:t>
            </a:r>
            <a:r>
              <a:rPr sz="2400" spc="-10" dirty="0">
                <a:solidFill>
                  <a:srgbClr val="46424D"/>
                </a:solidFill>
                <a:latin typeface="Arial MT"/>
                <a:cs typeface="Arial MT"/>
              </a:rPr>
              <a:t> </a:t>
            </a:r>
            <a:r>
              <a:rPr sz="2400" dirty="0">
                <a:solidFill>
                  <a:srgbClr val="46424D"/>
                </a:solidFill>
                <a:latin typeface="Arial MT"/>
                <a:cs typeface="Arial MT"/>
              </a:rPr>
              <a:t>increments</a:t>
            </a:r>
            <a:r>
              <a:rPr sz="2400" spc="-5" dirty="0">
                <a:solidFill>
                  <a:srgbClr val="46424D"/>
                </a:solidFill>
                <a:latin typeface="Arial MT"/>
                <a:cs typeface="Arial MT"/>
              </a:rPr>
              <a:t> </a:t>
            </a:r>
            <a:r>
              <a:rPr sz="2400" dirty="0">
                <a:solidFill>
                  <a:srgbClr val="46424D"/>
                </a:solidFill>
                <a:latin typeface="Arial MT"/>
                <a:cs typeface="Arial MT"/>
              </a:rPr>
              <a:t>and</a:t>
            </a:r>
            <a:r>
              <a:rPr sz="2400" spc="5" dirty="0">
                <a:solidFill>
                  <a:srgbClr val="46424D"/>
                </a:solidFill>
                <a:latin typeface="Arial MT"/>
                <a:cs typeface="Arial MT"/>
              </a:rPr>
              <a:t> </a:t>
            </a:r>
            <a:r>
              <a:rPr sz="2400" spc="-5" dirty="0">
                <a:solidFill>
                  <a:srgbClr val="46424D"/>
                </a:solidFill>
                <a:latin typeface="Arial MT"/>
                <a:cs typeface="Arial MT"/>
              </a:rPr>
              <a:t>gain</a:t>
            </a:r>
            <a:endParaRPr sz="2400">
              <a:latin typeface="Arial MT"/>
              <a:cs typeface="Arial MT"/>
            </a:endParaRPr>
          </a:p>
          <a:p>
            <a:pPr marL="355600">
              <a:lnSpc>
                <a:spcPct val="100000"/>
              </a:lnSpc>
              <a:spcBef>
                <a:spcPts val="5"/>
              </a:spcBef>
            </a:pPr>
            <a:r>
              <a:rPr sz="2400" spc="-5" dirty="0">
                <a:solidFill>
                  <a:srgbClr val="46424D"/>
                </a:solidFill>
                <a:latin typeface="Arial MT"/>
                <a:cs typeface="Arial MT"/>
              </a:rPr>
              <a:t>feedback</a:t>
            </a:r>
            <a:r>
              <a:rPr sz="2400" spc="15" dirty="0">
                <a:solidFill>
                  <a:srgbClr val="46424D"/>
                </a:solidFill>
                <a:latin typeface="Arial MT"/>
                <a:cs typeface="Arial MT"/>
              </a:rPr>
              <a:t> </a:t>
            </a:r>
            <a:r>
              <a:rPr sz="2400" spc="-5" dirty="0">
                <a:solidFill>
                  <a:srgbClr val="46424D"/>
                </a:solidFill>
                <a:latin typeface="Arial MT"/>
                <a:cs typeface="Arial MT"/>
              </a:rPr>
              <a:t>on</a:t>
            </a:r>
            <a:r>
              <a:rPr sz="2400" spc="5" dirty="0">
                <a:solidFill>
                  <a:srgbClr val="46424D"/>
                </a:solidFill>
                <a:latin typeface="Arial MT"/>
                <a:cs typeface="Arial MT"/>
              </a:rPr>
              <a:t> </a:t>
            </a:r>
            <a:r>
              <a:rPr sz="2400" spc="-5" dirty="0">
                <a:solidFill>
                  <a:srgbClr val="46424D"/>
                </a:solidFill>
                <a:latin typeface="Arial MT"/>
                <a:cs typeface="Arial MT"/>
              </a:rPr>
              <a:t>how</a:t>
            </a:r>
            <a:r>
              <a:rPr sz="2400" spc="20" dirty="0">
                <a:solidFill>
                  <a:srgbClr val="46424D"/>
                </a:solidFill>
                <a:latin typeface="Arial MT"/>
                <a:cs typeface="Arial MT"/>
              </a:rPr>
              <a:t> </a:t>
            </a:r>
            <a:r>
              <a:rPr sz="2400" dirty="0">
                <a:solidFill>
                  <a:srgbClr val="46424D"/>
                </a:solidFill>
                <a:latin typeface="Arial MT"/>
                <a:cs typeface="Arial MT"/>
              </a:rPr>
              <a:t>the</a:t>
            </a:r>
            <a:r>
              <a:rPr sz="2400" spc="5" dirty="0">
                <a:solidFill>
                  <a:srgbClr val="46424D"/>
                </a:solidFill>
                <a:latin typeface="Arial MT"/>
                <a:cs typeface="Arial MT"/>
              </a:rPr>
              <a:t> </a:t>
            </a:r>
            <a:r>
              <a:rPr sz="2400" spc="-5" dirty="0">
                <a:solidFill>
                  <a:srgbClr val="46424D"/>
                </a:solidFill>
                <a:latin typeface="Arial MT"/>
                <a:cs typeface="Arial MT"/>
              </a:rPr>
              <a:t>product</a:t>
            </a:r>
            <a:r>
              <a:rPr sz="2400" spc="10" dirty="0">
                <a:solidFill>
                  <a:srgbClr val="46424D"/>
                </a:solidFill>
                <a:latin typeface="Arial MT"/>
                <a:cs typeface="Arial MT"/>
              </a:rPr>
              <a:t> </a:t>
            </a:r>
            <a:r>
              <a:rPr sz="2400" spc="-5" dirty="0">
                <a:solidFill>
                  <a:srgbClr val="46424D"/>
                </a:solidFill>
                <a:latin typeface="Arial MT"/>
                <a:cs typeface="Arial MT"/>
              </a:rPr>
              <a:t>works.</a:t>
            </a:r>
            <a:endParaRPr sz="2400">
              <a:latin typeface="Arial MT"/>
              <a:cs typeface="Arial MT"/>
            </a:endParaRPr>
          </a:p>
          <a:p>
            <a:pPr marL="355600" marR="5080" indent="-342900">
              <a:lnSpc>
                <a:spcPct val="100000"/>
              </a:lnSpc>
              <a:spcBef>
                <a:spcPts val="1200"/>
              </a:spcBef>
              <a:buFont typeface="Wingdings"/>
              <a:buChar char=""/>
              <a:tabLst>
                <a:tab pos="355600" algn="l"/>
              </a:tabLst>
            </a:pPr>
            <a:r>
              <a:rPr sz="2400" spc="-20" dirty="0">
                <a:solidFill>
                  <a:srgbClr val="46424D"/>
                </a:solidFill>
                <a:latin typeface="Arial MT"/>
                <a:cs typeface="Arial MT"/>
              </a:rPr>
              <a:t>Trust</a:t>
            </a:r>
            <a:r>
              <a:rPr sz="2400" spc="-10" dirty="0">
                <a:solidFill>
                  <a:srgbClr val="46424D"/>
                </a:solidFill>
                <a:latin typeface="Arial MT"/>
                <a:cs typeface="Arial MT"/>
              </a:rPr>
              <a:t> </a:t>
            </a:r>
            <a:r>
              <a:rPr sz="2400" spc="-5" dirty="0">
                <a:solidFill>
                  <a:srgbClr val="46424D"/>
                </a:solidFill>
                <a:latin typeface="Arial MT"/>
                <a:cs typeface="Arial MT"/>
              </a:rPr>
              <a:t>between</a:t>
            </a:r>
            <a:r>
              <a:rPr sz="2400" spc="40" dirty="0">
                <a:solidFill>
                  <a:srgbClr val="46424D"/>
                </a:solidFill>
                <a:latin typeface="Arial MT"/>
                <a:cs typeface="Arial MT"/>
              </a:rPr>
              <a:t> </a:t>
            </a:r>
            <a:r>
              <a:rPr sz="2400" dirty="0">
                <a:solidFill>
                  <a:srgbClr val="46424D"/>
                </a:solidFill>
                <a:latin typeface="Arial MT"/>
                <a:cs typeface="Arial MT"/>
              </a:rPr>
              <a:t>customers</a:t>
            </a:r>
            <a:r>
              <a:rPr sz="2400" spc="15" dirty="0">
                <a:solidFill>
                  <a:srgbClr val="46424D"/>
                </a:solidFill>
                <a:latin typeface="Arial MT"/>
                <a:cs typeface="Arial MT"/>
              </a:rPr>
              <a:t> </a:t>
            </a:r>
            <a:r>
              <a:rPr sz="2400" spc="-5" dirty="0">
                <a:solidFill>
                  <a:srgbClr val="46424D"/>
                </a:solidFill>
                <a:latin typeface="Arial MT"/>
                <a:cs typeface="Arial MT"/>
              </a:rPr>
              <a:t>and</a:t>
            </a:r>
            <a:r>
              <a:rPr sz="2400" spc="10" dirty="0">
                <a:solidFill>
                  <a:srgbClr val="46424D"/>
                </a:solidFill>
                <a:latin typeface="Arial MT"/>
                <a:cs typeface="Arial MT"/>
              </a:rPr>
              <a:t> </a:t>
            </a:r>
            <a:r>
              <a:rPr sz="2400" spc="-5" dirty="0">
                <a:solidFill>
                  <a:srgbClr val="46424D"/>
                </a:solidFill>
                <a:latin typeface="Arial MT"/>
                <a:cs typeface="Arial MT"/>
              </a:rPr>
              <a:t>developers</a:t>
            </a:r>
            <a:r>
              <a:rPr sz="2400" spc="50" dirty="0">
                <a:solidFill>
                  <a:srgbClr val="46424D"/>
                </a:solidFill>
                <a:latin typeface="Arial MT"/>
                <a:cs typeface="Arial MT"/>
              </a:rPr>
              <a:t> </a:t>
            </a:r>
            <a:r>
              <a:rPr sz="2400" spc="-5" dirty="0">
                <a:solidFill>
                  <a:srgbClr val="46424D"/>
                </a:solidFill>
                <a:latin typeface="Arial MT"/>
                <a:cs typeface="Arial MT"/>
              </a:rPr>
              <a:t>is</a:t>
            </a:r>
            <a:r>
              <a:rPr sz="2400" spc="10" dirty="0">
                <a:solidFill>
                  <a:srgbClr val="46424D"/>
                </a:solidFill>
                <a:latin typeface="Arial MT"/>
                <a:cs typeface="Arial MT"/>
              </a:rPr>
              <a:t> </a:t>
            </a:r>
            <a:r>
              <a:rPr sz="2400" spc="-5" dirty="0">
                <a:solidFill>
                  <a:srgbClr val="46424D"/>
                </a:solidFill>
                <a:latin typeface="Arial MT"/>
                <a:cs typeface="Arial MT"/>
              </a:rPr>
              <a:t>established </a:t>
            </a:r>
            <a:r>
              <a:rPr sz="2400" spc="-655" dirty="0">
                <a:solidFill>
                  <a:srgbClr val="46424D"/>
                </a:solidFill>
                <a:latin typeface="Arial MT"/>
                <a:cs typeface="Arial MT"/>
              </a:rPr>
              <a:t> </a:t>
            </a:r>
            <a:r>
              <a:rPr sz="2400" dirty="0">
                <a:solidFill>
                  <a:srgbClr val="46424D"/>
                </a:solidFill>
                <a:latin typeface="Arial MT"/>
                <a:cs typeface="Arial MT"/>
              </a:rPr>
              <a:t>and</a:t>
            </a:r>
            <a:r>
              <a:rPr sz="2400" spc="5" dirty="0">
                <a:solidFill>
                  <a:srgbClr val="46424D"/>
                </a:solidFill>
                <a:latin typeface="Arial MT"/>
                <a:cs typeface="Arial MT"/>
              </a:rPr>
              <a:t> </a:t>
            </a:r>
            <a:r>
              <a:rPr sz="2400" dirty="0">
                <a:solidFill>
                  <a:srgbClr val="46424D"/>
                </a:solidFill>
                <a:latin typeface="Arial MT"/>
                <a:cs typeface="Arial MT"/>
              </a:rPr>
              <a:t>a</a:t>
            </a:r>
            <a:r>
              <a:rPr sz="2400" spc="-10" dirty="0">
                <a:solidFill>
                  <a:srgbClr val="46424D"/>
                </a:solidFill>
                <a:latin typeface="Arial MT"/>
                <a:cs typeface="Arial MT"/>
              </a:rPr>
              <a:t> </a:t>
            </a:r>
            <a:r>
              <a:rPr sz="2400" spc="-5" dirty="0">
                <a:solidFill>
                  <a:srgbClr val="46424D"/>
                </a:solidFill>
                <a:latin typeface="Arial MT"/>
                <a:cs typeface="Arial MT"/>
              </a:rPr>
              <a:t>positive</a:t>
            </a:r>
            <a:r>
              <a:rPr sz="2400" spc="25" dirty="0">
                <a:solidFill>
                  <a:srgbClr val="46424D"/>
                </a:solidFill>
                <a:latin typeface="Arial MT"/>
                <a:cs typeface="Arial MT"/>
              </a:rPr>
              <a:t> </a:t>
            </a:r>
            <a:r>
              <a:rPr sz="2400" dirty="0">
                <a:solidFill>
                  <a:srgbClr val="46424D"/>
                </a:solidFill>
                <a:latin typeface="Arial MT"/>
                <a:cs typeface="Arial MT"/>
              </a:rPr>
              <a:t>culture is created in </a:t>
            </a:r>
            <a:r>
              <a:rPr sz="2400" spc="-5" dirty="0">
                <a:solidFill>
                  <a:srgbClr val="46424D"/>
                </a:solidFill>
                <a:latin typeface="Arial MT"/>
                <a:cs typeface="Arial MT"/>
              </a:rPr>
              <a:t>which</a:t>
            </a:r>
            <a:r>
              <a:rPr sz="2400" spc="20" dirty="0">
                <a:solidFill>
                  <a:srgbClr val="46424D"/>
                </a:solidFill>
                <a:latin typeface="Arial MT"/>
                <a:cs typeface="Arial MT"/>
              </a:rPr>
              <a:t> </a:t>
            </a:r>
            <a:r>
              <a:rPr sz="2400" dirty="0">
                <a:solidFill>
                  <a:srgbClr val="46424D"/>
                </a:solidFill>
                <a:latin typeface="Arial MT"/>
                <a:cs typeface="Arial MT"/>
              </a:rPr>
              <a:t>everyone </a:t>
            </a:r>
            <a:r>
              <a:rPr sz="2400" spc="5" dirty="0">
                <a:solidFill>
                  <a:srgbClr val="46424D"/>
                </a:solidFill>
                <a:latin typeface="Arial MT"/>
                <a:cs typeface="Arial MT"/>
              </a:rPr>
              <a:t> </a:t>
            </a:r>
            <a:r>
              <a:rPr sz="2400" spc="-5" dirty="0">
                <a:solidFill>
                  <a:srgbClr val="46424D"/>
                </a:solidFill>
                <a:latin typeface="Arial MT"/>
                <a:cs typeface="Arial MT"/>
              </a:rPr>
              <a:t>expects</a:t>
            </a:r>
            <a:r>
              <a:rPr sz="2400" spc="15" dirty="0">
                <a:solidFill>
                  <a:srgbClr val="46424D"/>
                </a:solidFill>
                <a:latin typeface="Arial MT"/>
                <a:cs typeface="Arial MT"/>
              </a:rPr>
              <a:t> </a:t>
            </a:r>
            <a:r>
              <a:rPr sz="2400" dirty="0">
                <a:solidFill>
                  <a:srgbClr val="46424D"/>
                </a:solidFill>
                <a:latin typeface="Arial MT"/>
                <a:cs typeface="Arial MT"/>
              </a:rPr>
              <a:t>the project to </a:t>
            </a:r>
            <a:r>
              <a:rPr sz="2400" spc="-5" dirty="0">
                <a:solidFill>
                  <a:srgbClr val="46424D"/>
                </a:solidFill>
                <a:latin typeface="Arial MT"/>
                <a:cs typeface="Arial MT"/>
              </a:rPr>
              <a:t>succeed.</a:t>
            </a:r>
            <a:endParaRPr sz="2400">
              <a:latin typeface="Arial MT"/>
              <a:cs typeface="Arial MT"/>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1584325" cy="391160"/>
          </a:xfrm>
          <a:prstGeom prst="rect">
            <a:avLst/>
          </a:prstGeom>
        </p:spPr>
        <p:txBody>
          <a:bodyPr vert="horz" wrap="square" lIns="0" tIns="12700" rIns="0" bIns="0" rtlCol="0">
            <a:spAutoFit/>
          </a:bodyPr>
          <a:lstStyle/>
          <a:p>
            <a:pPr marL="12700">
              <a:lnSpc>
                <a:spcPct val="100000"/>
              </a:lnSpc>
              <a:spcBef>
                <a:spcPts val="100"/>
              </a:spcBef>
            </a:pPr>
            <a:r>
              <a:rPr lang="en-US" spc="-5" dirty="0" smtClean="0"/>
              <a:t>Summary</a:t>
            </a:r>
            <a:endParaRPr dirty="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dirty="0"/>
              <a:t>30/10/2014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5" dirty="0"/>
              <a:t>Chapter</a:t>
            </a:r>
            <a:r>
              <a:rPr spc="-50" dirty="0"/>
              <a:t> </a:t>
            </a:r>
            <a:r>
              <a:rPr dirty="0"/>
              <a:t>3 Agile </a:t>
            </a:r>
            <a:r>
              <a:rPr spc="-5" dirty="0"/>
              <a:t>Software</a:t>
            </a:r>
            <a:r>
              <a:rPr spc="-25" dirty="0"/>
              <a:t> </a:t>
            </a:r>
            <a:r>
              <a:rPr spc="-5" dirty="0"/>
              <a:t>Development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60</a:t>
            </a:fld>
            <a:endParaRPr dirty="0"/>
          </a:p>
        </p:txBody>
      </p:sp>
      <p:sp>
        <p:nvSpPr>
          <p:cNvPr id="3" name="object 3"/>
          <p:cNvSpPr txBox="1"/>
          <p:nvPr/>
        </p:nvSpPr>
        <p:spPr>
          <a:xfrm>
            <a:off x="535940" y="1626234"/>
            <a:ext cx="7810500" cy="3875404"/>
          </a:xfrm>
          <a:prstGeom prst="rect">
            <a:avLst/>
          </a:prstGeom>
        </p:spPr>
        <p:txBody>
          <a:bodyPr vert="horz" wrap="square" lIns="0" tIns="12700" rIns="0" bIns="0" rtlCol="0">
            <a:spAutoFit/>
          </a:bodyPr>
          <a:lstStyle/>
          <a:p>
            <a:pPr marL="355600" marR="916305" indent="-342900">
              <a:lnSpc>
                <a:spcPct val="100000"/>
              </a:lnSpc>
              <a:spcBef>
                <a:spcPts val="100"/>
              </a:spcBef>
              <a:buFont typeface="Wingdings"/>
              <a:buChar char=""/>
              <a:tabLst>
                <a:tab pos="355600" algn="l"/>
              </a:tabLst>
            </a:pPr>
            <a:r>
              <a:rPr sz="2400" dirty="0">
                <a:solidFill>
                  <a:srgbClr val="46424D"/>
                </a:solidFill>
                <a:latin typeface="Arial MT"/>
                <a:cs typeface="Arial MT"/>
              </a:rPr>
              <a:t>Scrum</a:t>
            </a:r>
            <a:r>
              <a:rPr sz="2400" spc="10" dirty="0">
                <a:solidFill>
                  <a:srgbClr val="46424D"/>
                </a:solidFill>
                <a:latin typeface="Arial MT"/>
                <a:cs typeface="Arial MT"/>
              </a:rPr>
              <a:t> </a:t>
            </a:r>
            <a:r>
              <a:rPr sz="2400" spc="-10" dirty="0">
                <a:solidFill>
                  <a:srgbClr val="46424D"/>
                </a:solidFill>
                <a:latin typeface="Arial MT"/>
                <a:cs typeface="Arial MT"/>
              </a:rPr>
              <a:t>is</a:t>
            </a:r>
            <a:r>
              <a:rPr sz="2400" spc="5" dirty="0">
                <a:solidFill>
                  <a:srgbClr val="46424D"/>
                </a:solidFill>
                <a:latin typeface="Arial MT"/>
                <a:cs typeface="Arial MT"/>
              </a:rPr>
              <a:t> </a:t>
            </a:r>
            <a:r>
              <a:rPr sz="2400" spc="-5" dirty="0">
                <a:solidFill>
                  <a:srgbClr val="46424D"/>
                </a:solidFill>
                <a:latin typeface="Arial MT"/>
                <a:cs typeface="Arial MT"/>
              </a:rPr>
              <a:t>an</a:t>
            </a:r>
            <a:r>
              <a:rPr sz="2400" dirty="0">
                <a:solidFill>
                  <a:srgbClr val="46424D"/>
                </a:solidFill>
                <a:latin typeface="Arial MT"/>
                <a:cs typeface="Arial MT"/>
              </a:rPr>
              <a:t> </a:t>
            </a:r>
            <a:r>
              <a:rPr sz="2400" spc="-5" dirty="0">
                <a:solidFill>
                  <a:srgbClr val="46424D"/>
                </a:solidFill>
                <a:latin typeface="Arial MT"/>
                <a:cs typeface="Arial MT"/>
              </a:rPr>
              <a:t>agile</a:t>
            </a:r>
            <a:r>
              <a:rPr sz="2400" spc="35" dirty="0">
                <a:solidFill>
                  <a:srgbClr val="46424D"/>
                </a:solidFill>
                <a:latin typeface="Arial MT"/>
                <a:cs typeface="Arial MT"/>
              </a:rPr>
              <a:t> </a:t>
            </a:r>
            <a:r>
              <a:rPr sz="2400" spc="-5" dirty="0">
                <a:solidFill>
                  <a:srgbClr val="46424D"/>
                </a:solidFill>
                <a:latin typeface="Arial MT"/>
                <a:cs typeface="Arial MT"/>
              </a:rPr>
              <a:t>method</a:t>
            </a:r>
            <a:r>
              <a:rPr sz="2400" spc="5" dirty="0">
                <a:solidFill>
                  <a:srgbClr val="46424D"/>
                </a:solidFill>
                <a:latin typeface="Arial MT"/>
                <a:cs typeface="Arial MT"/>
              </a:rPr>
              <a:t> </a:t>
            </a:r>
            <a:r>
              <a:rPr sz="2400" dirty="0">
                <a:solidFill>
                  <a:srgbClr val="46424D"/>
                </a:solidFill>
                <a:latin typeface="Arial MT"/>
                <a:cs typeface="Arial MT"/>
              </a:rPr>
              <a:t>that</a:t>
            </a:r>
            <a:r>
              <a:rPr sz="2400" spc="-15" dirty="0">
                <a:solidFill>
                  <a:srgbClr val="46424D"/>
                </a:solidFill>
                <a:latin typeface="Arial MT"/>
                <a:cs typeface="Arial MT"/>
              </a:rPr>
              <a:t> </a:t>
            </a:r>
            <a:r>
              <a:rPr sz="2400" spc="-5" dirty="0">
                <a:solidFill>
                  <a:srgbClr val="46424D"/>
                </a:solidFill>
                <a:latin typeface="Arial MT"/>
                <a:cs typeface="Arial MT"/>
              </a:rPr>
              <a:t>provides</a:t>
            </a:r>
            <a:r>
              <a:rPr sz="2400" spc="25" dirty="0">
                <a:solidFill>
                  <a:srgbClr val="46424D"/>
                </a:solidFill>
                <a:latin typeface="Arial MT"/>
                <a:cs typeface="Arial MT"/>
              </a:rPr>
              <a:t> </a:t>
            </a:r>
            <a:r>
              <a:rPr sz="2400" spc="-5" dirty="0">
                <a:solidFill>
                  <a:srgbClr val="46424D"/>
                </a:solidFill>
                <a:latin typeface="Arial MT"/>
                <a:cs typeface="Arial MT"/>
              </a:rPr>
              <a:t>a</a:t>
            </a:r>
            <a:r>
              <a:rPr sz="2400" spc="-10" dirty="0">
                <a:solidFill>
                  <a:srgbClr val="46424D"/>
                </a:solidFill>
                <a:latin typeface="Arial MT"/>
                <a:cs typeface="Arial MT"/>
              </a:rPr>
              <a:t> </a:t>
            </a:r>
            <a:r>
              <a:rPr sz="2400" dirty="0">
                <a:solidFill>
                  <a:srgbClr val="46424D"/>
                </a:solidFill>
                <a:latin typeface="Arial MT"/>
                <a:cs typeface="Arial MT"/>
              </a:rPr>
              <a:t>project </a:t>
            </a:r>
            <a:r>
              <a:rPr sz="2400" spc="-650" dirty="0">
                <a:solidFill>
                  <a:srgbClr val="46424D"/>
                </a:solidFill>
                <a:latin typeface="Arial MT"/>
                <a:cs typeface="Arial MT"/>
              </a:rPr>
              <a:t> </a:t>
            </a:r>
            <a:r>
              <a:rPr sz="2400" spc="-5" dirty="0">
                <a:solidFill>
                  <a:srgbClr val="46424D"/>
                </a:solidFill>
                <a:latin typeface="Arial MT"/>
                <a:cs typeface="Arial MT"/>
              </a:rPr>
              <a:t>management</a:t>
            </a:r>
            <a:r>
              <a:rPr sz="2400" spc="10" dirty="0">
                <a:solidFill>
                  <a:srgbClr val="46424D"/>
                </a:solidFill>
                <a:latin typeface="Arial MT"/>
                <a:cs typeface="Arial MT"/>
              </a:rPr>
              <a:t> </a:t>
            </a:r>
            <a:r>
              <a:rPr sz="2400" dirty="0">
                <a:solidFill>
                  <a:srgbClr val="46424D"/>
                </a:solidFill>
                <a:latin typeface="Arial MT"/>
                <a:cs typeface="Arial MT"/>
              </a:rPr>
              <a:t>framework.</a:t>
            </a:r>
            <a:endParaRPr sz="2400">
              <a:latin typeface="Arial MT"/>
              <a:cs typeface="Arial MT"/>
            </a:endParaRPr>
          </a:p>
          <a:p>
            <a:pPr marL="756285" lvl="1" indent="-287020">
              <a:lnSpc>
                <a:spcPct val="100000"/>
              </a:lnSpc>
              <a:spcBef>
                <a:spcPts val="905"/>
              </a:spcBef>
              <a:buFont typeface="Wingdings"/>
              <a:buChar char=""/>
              <a:tabLst>
                <a:tab pos="756285" algn="l"/>
                <a:tab pos="756920" algn="l"/>
              </a:tabLst>
            </a:pPr>
            <a:r>
              <a:rPr sz="2000" dirty="0">
                <a:solidFill>
                  <a:srgbClr val="46424D"/>
                </a:solidFill>
                <a:latin typeface="Arial MT"/>
                <a:cs typeface="Arial MT"/>
              </a:rPr>
              <a:t>It</a:t>
            </a:r>
            <a:r>
              <a:rPr sz="2000" spc="-30" dirty="0">
                <a:solidFill>
                  <a:srgbClr val="46424D"/>
                </a:solidFill>
                <a:latin typeface="Arial MT"/>
                <a:cs typeface="Arial MT"/>
              </a:rPr>
              <a:t> </a:t>
            </a:r>
            <a:r>
              <a:rPr sz="2000" dirty="0">
                <a:solidFill>
                  <a:srgbClr val="46424D"/>
                </a:solidFill>
                <a:latin typeface="Arial MT"/>
                <a:cs typeface="Arial MT"/>
              </a:rPr>
              <a:t>is centred</a:t>
            </a:r>
            <a:r>
              <a:rPr sz="2000" spc="-30" dirty="0">
                <a:solidFill>
                  <a:srgbClr val="46424D"/>
                </a:solidFill>
                <a:latin typeface="Arial MT"/>
                <a:cs typeface="Arial MT"/>
              </a:rPr>
              <a:t> </a:t>
            </a:r>
            <a:r>
              <a:rPr sz="2000" dirty="0">
                <a:solidFill>
                  <a:srgbClr val="46424D"/>
                </a:solidFill>
                <a:latin typeface="Arial MT"/>
                <a:cs typeface="Arial MT"/>
              </a:rPr>
              <a:t>round</a:t>
            </a:r>
            <a:r>
              <a:rPr sz="2000" spc="-25" dirty="0">
                <a:solidFill>
                  <a:srgbClr val="46424D"/>
                </a:solidFill>
                <a:latin typeface="Arial MT"/>
                <a:cs typeface="Arial MT"/>
              </a:rPr>
              <a:t> </a:t>
            </a:r>
            <a:r>
              <a:rPr sz="2000" dirty="0">
                <a:solidFill>
                  <a:srgbClr val="46424D"/>
                </a:solidFill>
                <a:latin typeface="Arial MT"/>
                <a:cs typeface="Arial MT"/>
              </a:rPr>
              <a:t>a set</a:t>
            </a:r>
            <a:r>
              <a:rPr sz="2000" spc="-25" dirty="0">
                <a:solidFill>
                  <a:srgbClr val="46424D"/>
                </a:solidFill>
                <a:latin typeface="Arial MT"/>
                <a:cs typeface="Arial MT"/>
              </a:rPr>
              <a:t> </a:t>
            </a:r>
            <a:r>
              <a:rPr sz="2000" dirty="0">
                <a:solidFill>
                  <a:srgbClr val="46424D"/>
                </a:solidFill>
                <a:latin typeface="Arial MT"/>
                <a:cs typeface="Arial MT"/>
              </a:rPr>
              <a:t>of</a:t>
            </a:r>
            <a:r>
              <a:rPr sz="2000" spc="-10" dirty="0">
                <a:solidFill>
                  <a:srgbClr val="46424D"/>
                </a:solidFill>
                <a:latin typeface="Arial MT"/>
                <a:cs typeface="Arial MT"/>
              </a:rPr>
              <a:t> </a:t>
            </a:r>
            <a:r>
              <a:rPr sz="2000" dirty="0">
                <a:solidFill>
                  <a:srgbClr val="46424D"/>
                </a:solidFill>
                <a:latin typeface="Arial MT"/>
                <a:cs typeface="Arial MT"/>
              </a:rPr>
              <a:t>sprints,</a:t>
            </a:r>
            <a:r>
              <a:rPr sz="2000" spc="-45" dirty="0">
                <a:solidFill>
                  <a:srgbClr val="46424D"/>
                </a:solidFill>
                <a:latin typeface="Arial MT"/>
                <a:cs typeface="Arial MT"/>
              </a:rPr>
              <a:t> </a:t>
            </a:r>
            <a:r>
              <a:rPr sz="2000" dirty="0">
                <a:solidFill>
                  <a:srgbClr val="46424D"/>
                </a:solidFill>
                <a:latin typeface="Arial MT"/>
                <a:cs typeface="Arial MT"/>
              </a:rPr>
              <a:t>which</a:t>
            </a:r>
            <a:r>
              <a:rPr sz="2000" spc="-10" dirty="0">
                <a:solidFill>
                  <a:srgbClr val="46424D"/>
                </a:solidFill>
                <a:latin typeface="Arial MT"/>
                <a:cs typeface="Arial MT"/>
              </a:rPr>
              <a:t> </a:t>
            </a:r>
            <a:r>
              <a:rPr sz="2000" dirty="0">
                <a:solidFill>
                  <a:srgbClr val="46424D"/>
                </a:solidFill>
                <a:latin typeface="Arial MT"/>
                <a:cs typeface="Arial MT"/>
              </a:rPr>
              <a:t>are</a:t>
            </a:r>
            <a:r>
              <a:rPr sz="2000" spc="-30" dirty="0">
                <a:solidFill>
                  <a:srgbClr val="46424D"/>
                </a:solidFill>
                <a:latin typeface="Arial MT"/>
                <a:cs typeface="Arial MT"/>
              </a:rPr>
              <a:t> </a:t>
            </a:r>
            <a:r>
              <a:rPr sz="2000" spc="-5" dirty="0">
                <a:solidFill>
                  <a:srgbClr val="46424D"/>
                </a:solidFill>
                <a:latin typeface="Arial MT"/>
                <a:cs typeface="Arial MT"/>
              </a:rPr>
              <a:t>fixed</a:t>
            </a:r>
            <a:r>
              <a:rPr sz="2000" dirty="0">
                <a:solidFill>
                  <a:srgbClr val="46424D"/>
                </a:solidFill>
                <a:latin typeface="Arial MT"/>
                <a:cs typeface="Arial MT"/>
              </a:rPr>
              <a:t> </a:t>
            </a:r>
            <a:r>
              <a:rPr sz="2000" spc="-5" dirty="0">
                <a:solidFill>
                  <a:srgbClr val="46424D"/>
                </a:solidFill>
                <a:latin typeface="Arial MT"/>
                <a:cs typeface="Arial MT"/>
              </a:rPr>
              <a:t>time</a:t>
            </a:r>
            <a:r>
              <a:rPr sz="2000" spc="5" dirty="0">
                <a:solidFill>
                  <a:srgbClr val="46424D"/>
                </a:solidFill>
                <a:latin typeface="Arial MT"/>
                <a:cs typeface="Arial MT"/>
              </a:rPr>
              <a:t> </a:t>
            </a:r>
            <a:r>
              <a:rPr sz="2000" dirty="0">
                <a:solidFill>
                  <a:srgbClr val="46424D"/>
                </a:solidFill>
                <a:latin typeface="Arial MT"/>
                <a:cs typeface="Arial MT"/>
              </a:rPr>
              <a:t>periods</a:t>
            </a:r>
            <a:endParaRPr sz="2000">
              <a:latin typeface="Arial MT"/>
              <a:cs typeface="Arial MT"/>
            </a:endParaRPr>
          </a:p>
          <a:p>
            <a:pPr marL="756285">
              <a:lnSpc>
                <a:spcPct val="100000"/>
              </a:lnSpc>
            </a:pPr>
            <a:r>
              <a:rPr sz="2000" dirty="0">
                <a:solidFill>
                  <a:srgbClr val="46424D"/>
                </a:solidFill>
                <a:latin typeface="Arial MT"/>
                <a:cs typeface="Arial MT"/>
              </a:rPr>
              <a:t>when</a:t>
            </a:r>
            <a:r>
              <a:rPr sz="2000" spc="-20" dirty="0">
                <a:solidFill>
                  <a:srgbClr val="46424D"/>
                </a:solidFill>
                <a:latin typeface="Arial MT"/>
                <a:cs typeface="Arial MT"/>
              </a:rPr>
              <a:t> </a:t>
            </a:r>
            <a:r>
              <a:rPr sz="2000" dirty="0">
                <a:solidFill>
                  <a:srgbClr val="46424D"/>
                </a:solidFill>
                <a:latin typeface="Arial MT"/>
                <a:cs typeface="Arial MT"/>
              </a:rPr>
              <a:t>a</a:t>
            </a:r>
            <a:r>
              <a:rPr sz="2000" spc="-20" dirty="0">
                <a:solidFill>
                  <a:srgbClr val="46424D"/>
                </a:solidFill>
                <a:latin typeface="Arial MT"/>
                <a:cs typeface="Arial MT"/>
              </a:rPr>
              <a:t> </a:t>
            </a:r>
            <a:r>
              <a:rPr sz="2000" dirty="0">
                <a:solidFill>
                  <a:srgbClr val="46424D"/>
                </a:solidFill>
                <a:latin typeface="Arial MT"/>
                <a:cs typeface="Arial MT"/>
              </a:rPr>
              <a:t>system</a:t>
            </a:r>
            <a:r>
              <a:rPr sz="2000" spc="-35" dirty="0">
                <a:solidFill>
                  <a:srgbClr val="46424D"/>
                </a:solidFill>
                <a:latin typeface="Arial MT"/>
                <a:cs typeface="Arial MT"/>
              </a:rPr>
              <a:t> </a:t>
            </a:r>
            <a:r>
              <a:rPr sz="2000" dirty="0">
                <a:solidFill>
                  <a:srgbClr val="46424D"/>
                </a:solidFill>
                <a:latin typeface="Arial MT"/>
                <a:cs typeface="Arial MT"/>
              </a:rPr>
              <a:t>increment</a:t>
            </a:r>
            <a:r>
              <a:rPr sz="2000" spc="-50" dirty="0">
                <a:solidFill>
                  <a:srgbClr val="46424D"/>
                </a:solidFill>
                <a:latin typeface="Arial MT"/>
                <a:cs typeface="Arial MT"/>
              </a:rPr>
              <a:t> </a:t>
            </a:r>
            <a:r>
              <a:rPr sz="2000" dirty="0">
                <a:solidFill>
                  <a:srgbClr val="46424D"/>
                </a:solidFill>
                <a:latin typeface="Arial MT"/>
                <a:cs typeface="Arial MT"/>
              </a:rPr>
              <a:t>is</a:t>
            </a:r>
            <a:r>
              <a:rPr sz="2000" spc="-5" dirty="0">
                <a:solidFill>
                  <a:srgbClr val="46424D"/>
                </a:solidFill>
                <a:latin typeface="Arial MT"/>
                <a:cs typeface="Arial MT"/>
              </a:rPr>
              <a:t> </a:t>
            </a:r>
            <a:r>
              <a:rPr sz="2000" dirty="0">
                <a:solidFill>
                  <a:srgbClr val="46424D"/>
                </a:solidFill>
                <a:latin typeface="Arial MT"/>
                <a:cs typeface="Arial MT"/>
              </a:rPr>
              <a:t>developed.</a:t>
            </a:r>
            <a:endParaRPr sz="2000">
              <a:latin typeface="Arial MT"/>
              <a:cs typeface="Arial MT"/>
            </a:endParaRPr>
          </a:p>
          <a:p>
            <a:pPr marL="355600" marR="184785" indent="-342900">
              <a:lnSpc>
                <a:spcPct val="100000"/>
              </a:lnSpc>
              <a:spcBef>
                <a:spcPts val="894"/>
              </a:spcBef>
              <a:buFont typeface="Wingdings"/>
              <a:buChar char=""/>
              <a:tabLst>
                <a:tab pos="355600" algn="l"/>
              </a:tabLst>
            </a:pPr>
            <a:r>
              <a:rPr sz="2400" spc="-5" dirty="0">
                <a:solidFill>
                  <a:srgbClr val="46424D"/>
                </a:solidFill>
                <a:latin typeface="Arial MT"/>
                <a:cs typeface="Arial MT"/>
              </a:rPr>
              <a:t>Many</a:t>
            </a:r>
            <a:r>
              <a:rPr sz="2400" spc="5" dirty="0">
                <a:solidFill>
                  <a:srgbClr val="46424D"/>
                </a:solidFill>
                <a:latin typeface="Arial MT"/>
                <a:cs typeface="Arial MT"/>
              </a:rPr>
              <a:t> </a:t>
            </a:r>
            <a:r>
              <a:rPr sz="2400" dirty="0">
                <a:solidFill>
                  <a:srgbClr val="46424D"/>
                </a:solidFill>
                <a:latin typeface="Arial MT"/>
                <a:cs typeface="Arial MT"/>
              </a:rPr>
              <a:t>practical</a:t>
            </a:r>
            <a:r>
              <a:rPr sz="2400" spc="15" dirty="0">
                <a:solidFill>
                  <a:srgbClr val="46424D"/>
                </a:solidFill>
                <a:latin typeface="Arial MT"/>
                <a:cs typeface="Arial MT"/>
              </a:rPr>
              <a:t> </a:t>
            </a:r>
            <a:r>
              <a:rPr sz="2400" spc="-5" dirty="0">
                <a:solidFill>
                  <a:srgbClr val="46424D"/>
                </a:solidFill>
                <a:latin typeface="Arial MT"/>
                <a:cs typeface="Arial MT"/>
              </a:rPr>
              <a:t>development</a:t>
            </a:r>
            <a:r>
              <a:rPr sz="2400" spc="40" dirty="0">
                <a:solidFill>
                  <a:srgbClr val="46424D"/>
                </a:solidFill>
                <a:latin typeface="Arial MT"/>
                <a:cs typeface="Arial MT"/>
              </a:rPr>
              <a:t> </a:t>
            </a:r>
            <a:r>
              <a:rPr sz="2400" spc="-5" dirty="0">
                <a:solidFill>
                  <a:srgbClr val="46424D"/>
                </a:solidFill>
                <a:latin typeface="Arial MT"/>
                <a:cs typeface="Arial MT"/>
              </a:rPr>
              <a:t>methods</a:t>
            </a:r>
            <a:r>
              <a:rPr sz="2400" spc="10" dirty="0">
                <a:solidFill>
                  <a:srgbClr val="46424D"/>
                </a:solidFill>
                <a:latin typeface="Arial MT"/>
                <a:cs typeface="Arial MT"/>
              </a:rPr>
              <a:t> </a:t>
            </a:r>
            <a:r>
              <a:rPr sz="2400" dirty="0">
                <a:solidFill>
                  <a:srgbClr val="46424D"/>
                </a:solidFill>
                <a:latin typeface="Arial MT"/>
                <a:cs typeface="Arial MT"/>
              </a:rPr>
              <a:t>are</a:t>
            </a:r>
            <a:r>
              <a:rPr sz="2400" spc="5" dirty="0">
                <a:solidFill>
                  <a:srgbClr val="46424D"/>
                </a:solidFill>
                <a:latin typeface="Arial MT"/>
                <a:cs typeface="Arial MT"/>
              </a:rPr>
              <a:t> </a:t>
            </a:r>
            <a:r>
              <a:rPr sz="2400" spc="-5" dirty="0">
                <a:solidFill>
                  <a:srgbClr val="46424D"/>
                </a:solidFill>
                <a:latin typeface="Arial MT"/>
                <a:cs typeface="Arial MT"/>
              </a:rPr>
              <a:t>a</a:t>
            </a:r>
            <a:r>
              <a:rPr sz="2400" spc="10" dirty="0">
                <a:solidFill>
                  <a:srgbClr val="46424D"/>
                </a:solidFill>
                <a:latin typeface="Arial MT"/>
                <a:cs typeface="Arial MT"/>
              </a:rPr>
              <a:t> </a:t>
            </a:r>
            <a:r>
              <a:rPr sz="2400" spc="-5" dirty="0">
                <a:solidFill>
                  <a:srgbClr val="46424D"/>
                </a:solidFill>
                <a:latin typeface="Arial MT"/>
                <a:cs typeface="Arial MT"/>
              </a:rPr>
              <a:t>mixture</a:t>
            </a:r>
            <a:r>
              <a:rPr sz="2400" spc="15" dirty="0">
                <a:solidFill>
                  <a:srgbClr val="46424D"/>
                </a:solidFill>
                <a:latin typeface="Arial MT"/>
                <a:cs typeface="Arial MT"/>
              </a:rPr>
              <a:t> </a:t>
            </a:r>
            <a:r>
              <a:rPr sz="2400" dirty="0">
                <a:solidFill>
                  <a:srgbClr val="46424D"/>
                </a:solidFill>
                <a:latin typeface="Arial MT"/>
                <a:cs typeface="Arial MT"/>
              </a:rPr>
              <a:t>of </a:t>
            </a:r>
            <a:r>
              <a:rPr sz="2400" spc="-650" dirty="0">
                <a:solidFill>
                  <a:srgbClr val="46424D"/>
                </a:solidFill>
                <a:latin typeface="Arial MT"/>
                <a:cs typeface="Arial MT"/>
              </a:rPr>
              <a:t> </a:t>
            </a:r>
            <a:r>
              <a:rPr sz="2400" spc="-5" dirty="0">
                <a:solidFill>
                  <a:srgbClr val="46424D"/>
                </a:solidFill>
                <a:latin typeface="Arial MT"/>
                <a:cs typeface="Arial MT"/>
              </a:rPr>
              <a:t>plan-based</a:t>
            </a:r>
            <a:r>
              <a:rPr sz="2400" spc="30" dirty="0">
                <a:solidFill>
                  <a:srgbClr val="46424D"/>
                </a:solidFill>
                <a:latin typeface="Arial MT"/>
                <a:cs typeface="Arial MT"/>
              </a:rPr>
              <a:t> </a:t>
            </a:r>
            <a:r>
              <a:rPr sz="2400" spc="-5" dirty="0">
                <a:solidFill>
                  <a:srgbClr val="46424D"/>
                </a:solidFill>
                <a:latin typeface="Arial MT"/>
                <a:cs typeface="Arial MT"/>
              </a:rPr>
              <a:t>and</a:t>
            </a:r>
            <a:r>
              <a:rPr sz="2400" spc="-10" dirty="0">
                <a:solidFill>
                  <a:srgbClr val="46424D"/>
                </a:solidFill>
                <a:latin typeface="Arial MT"/>
                <a:cs typeface="Arial MT"/>
              </a:rPr>
              <a:t> </a:t>
            </a:r>
            <a:r>
              <a:rPr sz="2400" spc="-5" dirty="0">
                <a:solidFill>
                  <a:srgbClr val="46424D"/>
                </a:solidFill>
                <a:latin typeface="Arial MT"/>
                <a:cs typeface="Arial MT"/>
              </a:rPr>
              <a:t>agile</a:t>
            </a:r>
            <a:r>
              <a:rPr sz="2400" spc="35" dirty="0">
                <a:solidFill>
                  <a:srgbClr val="46424D"/>
                </a:solidFill>
                <a:latin typeface="Arial MT"/>
                <a:cs typeface="Arial MT"/>
              </a:rPr>
              <a:t> </a:t>
            </a:r>
            <a:r>
              <a:rPr sz="2400" spc="-5" dirty="0">
                <a:solidFill>
                  <a:srgbClr val="46424D"/>
                </a:solidFill>
                <a:latin typeface="Arial MT"/>
                <a:cs typeface="Arial MT"/>
              </a:rPr>
              <a:t>development.</a:t>
            </a:r>
            <a:endParaRPr sz="2400">
              <a:latin typeface="Arial MT"/>
              <a:cs typeface="Arial MT"/>
            </a:endParaRPr>
          </a:p>
          <a:p>
            <a:pPr marL="355600" indent="-342900">
              <a:lnSpc>
                <a:spcPct val="100000"/>
              </a:lnSpc>
              <a:spcBef>
                <a:spcPts val="1205"/>
              </a:spcBef>
              <a:buFont typeface="Wingdings"/>
              <a:buChar char=""/>
              <a:tabLst>
                <a:tab pos="355600" algn="l"/>
              </a:tabLst>
            </a:pPr>
            <a:r>
              <a:rPr sz="2400" spc="-5" dirty="0">
                <a:solidFill>
                  <a:srgbClr val="46424D"/>
                </a:solidFill>
                <a:latin typeface="Arial MT"/>
                <a:cs typeface="Arial MT"/>
              </a:rPr>
              <a:t>Scaling</a:t>
            </a:r>
            <a:r>
              <a:rPr sz="2400" spc="25" dirty="0">
                <a:solidFill>
                  <a:srgbClr val="46424D"/>
                </a:solidFill>
                <a:latin typeface="Arial MT"/>
                <a:cs typeface="Arial MT"/>
              </a:rPr>
              <a:t> </a:t>
            </a:r>
            <a:r>
              <a:rPr sz="2400" spc="-5" dirty="0">
                <a:solidFill>
                  <a:srgbClr val="46424D"/>
                </a:solidFill>
                <a:latin typeface="Arial MT"/>
                <a:cs typeface="Arial MT"/>
              </a:rPr>
              <a:t>agile</a:t>
            </a:r>
            <a:r>
              <a:rPr sz="2400" spc="35" dirty="0">
                <a:solidFill>
                  <a:srgbClr val="46424D"/>
                </a:solidFill>
                <a:latin typeface="Arial MT"/>
                <a:cs typeface="Arial MT"/>
              </a:rPr>
              <a:t> </a:t>
            </a:r>
            <a:r>
              <a:rPr sz="2400" spc="-5" dirty="0">
                <a:solidFill>
                  <a:srgbClr val="46424D"/>
                </a:solidFill>
                <a:latin typeface="Arial MT"/>
                <a:cs typeface="Arial MT"/>
              </a:rPr>
              <a:t>methods</a:t>
            </a:r>
            <a:r>
              <a:rPr sz="2400" spc="5" dirty="0">
                <a:solidFill>
                  <a:srgbClr val="46424D"/>
                </a:solidFill>
                <a:latin typeface="Arial MT"/>
                <a:cs typeface="Arial MT"/>
              </a:rPr>
              <a:t> </a:t>
            </a:r>
            <a:r>
              <a:rPr sz="2400" dirty="0">
                <a:solidFill>
                  <a:srgbClr val="46424D"/>
                </a:solidFill>
                <a:latin typeface="Arial MT"/>
                <a:cs typeface="Arial MT"/>
              </a:rPr>
              <a:t>for</a:t>
            </a:r>
            <a:r>
              <a:rPr sz="2400" spc="-10" dirty="0">
                <a:solidFill>
                  <a:srgbClr val="46424D"/>
                </a:solidFill>
                <a:latin typeface="Arial MT"/>
                <a:cs typeface="Arial MT"/>
              </a:rPr>
              <a:t> </a:t>
            </a:r>
            <a:r>
              <a:rPr sz="2400" spc="-5" dirty="0">
                <a:solidFill>
                  <a:srgbClr val="46424D"/>
                </a:solidFill>
                <a:latin typeface="Arial MT"/>
                <a:cs typeface="Arial MT"/>
              </a:rPr>
              <a:t>large</a:t>
            </a:r>
            <a:r>
              <a:rPr sz="2400" spc="10" dirty="0">
                <a:solidFill>
                  <a:srgbClr val="46424D"/>
                </a:solidFill>
                <a:latin typeface="Arial MT"/>
                <a:cs typeface="Arial MT"/>
              </a:rPr>
              <a:t> </a:t>
            </a:r>
            <a:r>
              <a:rPr sz="2400" dirty="0">
                <a:solidFill>
                  <a:srgbClr val="46424D"/>
                </a:solidFill>
                <a:latin typeface="Arial MT"/>
                <a:cs typeface="Arial MT"/>
              </a:rPr>
              <a:t>systems </a:t>
            </a:r>
            <a:r>
              <a:rPr sz="2400" spc="-10" dirty="0">
                <a:solidFill>
                  <a:srgbClr val="46424D"/>
                </a:solidFill>
                <a:latin typeface="Arial MT"/>
                <a:cs typeface="Arial MT"/>
              </a:rPr>
              <a:t>is</a:t>
            </a:r>
            <a:r>
              <a:rPr sz="2400" spc="10" dirty="0">
                <a:solidFill>
                  <a:srgbClr val="46424D"/>
                </a:solidFill>
                <a:latin typeface="Arial MT"/>
                <a:cs typeface="Arial MT"/>
              </a:rPr>
              <a:t> </a:t>
            </a:r>
            <a:r>
              <a:rPr sz="2400" spc="-5" dirty="0">
                <a:solidFill>
                  <a:srgbClr val="46424D"/>
                </a:solidFill>
                <a:latin typeface="Arial MT"/>
                <a:cs typeface="Arial MT"/>
              </a:rPr>
              <a:t>difficult.</a:t>
            </a:r>
            <a:endParaRPr sz="2400">
              <a:latin typeface="Arial MT"/>
              <a:cs typeface="Arial MT"/>
            </a:endParaRPr>
          </a:p>
          <a:p>
            <a:pPr marL="756285" marR="5080" lvl="1" indent="-287020">
              <a:lnSpc>
                <a:spcPct val="100000"/>
              </a:lnSpc>
              <a:spcBef>
                <a:spcPts val="905"/>
              </a:spcBef>
              <a:buClr>
                <a:srgbClr val="46424D"/>
              </a:buClr>
              <a:buFont typeface="Wingdings"/>
              <a:buChar char=""/>
              <a:tabLst>
                <a:tab pos="826135" algn="l"/>
                <a:tab pos="826769" algn="l"/>
              </a:tabLst>
            </a:pPr>
            <a:r>
              <a:rPr dirty="0"/>
              <a:t>	</a:t>
            </a:r>
            <a:r>
              <a:rPr sz="2000" dirty="0">
                <a:solidFill>
                  <a:srgbClr val="46424D"/>
                </a:solidFill>
                <a:latin typeface="Arial MT"/>
                <a:cs typeface="Arial MT"/>
              </a:rPr>
              <a:t>Large</a:t>
            </a:r>
            <a:r>
              <a:rPr sz="2000" spc="-25" dirty="0">
                <a:solidFill>
                  <a:srgbClr val="46424D"/>
                </a:solidFill>
                <a:latin typeface="Arial MT"/>
                <a:cs typeface="Arial MT"/>
              </a:rPr>
              <a:t> </a:t>
            </a:r>
            <a:r>
              <a:rPr sz="2000" dirty="0">
                <a:solidFill>
                  <a:srgbClr val="46424D"/>
                </a:solidFill>
                <a:latin typeface="Arial MT"/>
                <a:cs typeface="Arial MT"/>
              </a:rPr>
              <a:t>systems</a:t>
            </a:r>
            <a:r>
              <a:rPr sz="2000" spc="-30" dirty="0">
                <a:solidFill>
                  <a:srgbClr val="46424D"/>
                </a:solidFill>
                <a:latin typeface="Arial MT"/>
                <a:cs typeface="Arial MT"/>
              </a:rPr>
              <a:t> </a:t>
            </a:r>
            <a:r>
              <a:rPr sz="2000" dirty="0">
                <a:solidFill>
                  <a:srgbClr val="46424D"/>
                </a:solidFill>
                <a:latin typeface="Arial MT"/>
                <a:cs typeface="Arial MT"/>
              </a:rPr>
              <a:t>need</a:t>
            </a:r>
            <a:r>
              <a:rPr sz="2000" spc="-15" dirty="0">
                <a:solidFill>
                  <a:srgbClr val="46424D"/>
                </a:solidFill>
                <a:latin typeface="Arial MT"/>
                <a:cs typeface="Arial MT"/>
              </a:rPr>
              <a:t> </a:t>
            </a:r>
            <a:r>
              <a:rPr sz="2000" dirty="0">
                <a:solidFill>
                  <a:srgbClr val="46424D"/>
                </a:solidFill>
                <a:latin typeface="Arial MT"/>
                <a:cs typeface="Arial MT"/>
              </a:rPr>
              <a:t>up-front</a:t>
            </a:r>
            <a:r>
              <a:rPr sz="2000" spc="-50" dirty="0">
                <a:solidFill>
                  <a:srgbClr val="46424D"/>
                </a:solidFill>
                <a:latin typeface="Arial MT"/>
                <a:cs typeface="Arial MT"/>
              </a:rPr>
              <a:t> </a:t>
            </a:r>
            <a:r>
              <a:rPr sz="2000" dirty="0">
                <a:solidFill>
                  <a:srgbClr val="46424D"/>
                </a:solidFill>
                <a:latin typeface="Arial MT"/>
                <a:cs typeface="Arial MT"/>
              </a:rPr>
              <a:t>design</a:t>
            </a:r>
            <a:r>
              <a:rPr sz="2000" spc="-10" dirty="0">
                <a:solidFill>
                  <a:srgbClr val="46424D"/>
                </a:solidFill>
                <a:latin typeface="Arial MT"/>
                <a:cs typeface="Arial MT"/>
              </a:rPr>
              <a:t> </a:t>
            </a:r>
            <a:r>
              <a:rPr sz="2000" dirty="0">
                <a:solidFill>
                  <a:srgbClr val="46424D"/>
                </a:solidFill>
                <a:latin typeface="Arial MT"/>
                <a:cs typeface="Arial MT"/>
              </a:rPr>
              <a:t>and</a:t>
            </a:r>
            <a:r>
              <a:rPr sz="2000" spc="-15" dirty="0">
                <a:solidFill>
                  <a:srgbClr val="46424D"/>
                </a:solidFill>
                <a:latin typeface="Arial MT"/>
                <a:cs typeface="Arial MT"/>
              </a:rPr>
              <a:t> </a:t>
            </a:r>
            <a:r>
              <a:rPr sz="2000" dirty="0">
                <a:solidFill>
                  <a:srgbClr val="46424D"/>
                </a:solidFill>
                <a:latin typeface="Arial MT"/>
                <a:cs typeface="Arial MT"/>
              </a:rPr>
              <a:t>some</a:t>
            </a:r>
            <a:r>
              <a:rPr sz="2000" spc="-25" dirty="0">
                <a:solidFill>
                  <a:srgbClr val="46424D"/>
                </a:solidFill>
                <a:latin typeface="Arial MT"/>
                <a:cs typeface="Arial MT"/>
              </a:rPr>
              <a:t> </a:t>
            </a:r>
            <a:r>
              <a:rPr sz="2000" dirty="0">
                <a:solidFill>
                  <a:srgbClr val="46424D"/>
                </a:solidFill>
                <a:latin typeface="Arial MT"/>
                <a:cs typeface="Arial MT"/>
              </a:rPr>
              <a:t>documentation </a:t>
            </a:r>
            <a:r>
              <a:rPr sz="2000" spc="-540" dirty="0">
                <a:solidFill>
                  <a:srgbClr val="46424D"/>
                </a:solidFill>
                <a:latin typeface="Arial MT"/>
                <a:cs typeface="Arial MT"/>
              </a:rPr>
              <a:t> </a:t>
            </a:r>
            <a:r>
              <a:rPr sz="2000" dirty="0">
                <a:solidFill>
                  <a:srgbClr val="46424D"/>
                </a:solidFill>
                <a:latin typeface="Arial MT"/>
                <a:cs typeface="Arial MT"/>
              </a:rPr>
              <a:t>and organizational practice may conflict with the informality of </a:t>
            </a:r>
            <a:r>
              <a:rPr sz="2000" spc="5" dirty="0">
                <a:solidFill>
                  <a:srgbClr val="46424D"/>
                </a:solidFill>
                <a:latin typeface="Arial MT"/>
                <a:cs typeface="Arial MT"/>
              </a:rPr>
              <a:t> </a:t>
            </a:r>
            <a:r>
              <a:rPr sz="2000" dirty="0">
                <a:solidFill>
                  <a:srgbClr val="46424D"/>
                </a:solidFill>
                <a:latin typeface="Arial MT"/>
                <a:cs typeface="Arial MT"/>
              </a:rPr>
              <a:t>agile</a:t>
            </a:r>
            <a:r>
              <a:rPr sz="2000" spc="-15" dirty="0">
                <a:solidFill>
                  <a:srgbClr val="46424D"/>
                </a:solidFill>
                <a:latin typeface="Arial MT"/>
                <a:cs typeface="Arial MT"/>
              </a:rPr>
              <a:t> </a:t>
            </a:r>
            <a:r>
              <a:rPr sz="2000" dirty="0">
                <a:solidFill>
                  <a:srgbClr val="46424D"/>
                </a:solidFill>
                <a:latin typeface="Arial MT"/>
                <a:cs typeface="Arial MT"/>
              </a:rPr>
              <a:t>approaches.</a:t>
            </a:r>
            <a:endParaRPr sz="2000">
              <a:latin typeface="Arial MT"/>
              <a:cs typeface="Arial MT"/>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137792"/>
            <a:ext cx="8610600" cy="382156"/>
          </a:xfrm>
          <a:prstGeom prst="rect">
            <a:avLst/>
          </a:prstGeom>
        </p:spPr>
        <p:txBody>
          <a:bodyPr vert="horz" wrap="square" lIns="0" tIns="12700" rIns="0" bIns="0" rtlCol="0">
            <a:spAutoFit/>
          </a:bodyPr>
          <a:lstStyle/>
          <a:p>
            <a:pPr marL="12700" algn="ctr">
              <a:lnSpc>
                <a:spcPct val="100000"/>
              </a:lnSpc>
              <a:spcBef>
                <a:spcPts val="100"/>
              </a:spcBef>
            </a:pPr>
            <a:r>
              <a:rPr lang="en-US" spc="-5" dirty="0" smtClean="0"/>
              <a:t>Process Models (Recap)</a:t>
            </a:r>
            <a:endParaRPr dirty="0"/>
          </a:p>
        </p:txBody>
      </p:sp>
      <p:sp>
        <p:nvSpPr>
          <p:cNvPr id="3" name="object 3"/>
          <p:cNvSpPr txBox="1"/>
          <p:nvPr/>
        </p:nvSpPr>
        <p:spPr>
          <a:xfrm>
            <a:off x="549795" y="543451"/>
            <a:ext cx="7810500" cy="4701287"/>
          </a:xfrm>
          <a:prstGeom prst="rect">
            <a:avLst/>
          </a:prstGeom>
        </p:spPr>
        <p:txBody>
          <a:bodyPr vert="horz" wrap="square" lIns="0" tIns="12700" rIns="0" bIns="0" rtlCol="0">
            <a:spAutoFit/>
          </a:bodyPr>
          <a:lstStyle/>
          <a:p>
            <a:pPr>
              <a:spcBef>
                <a:spcPts val="8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Waterfall model</a:t>
            </a:r>
          </a:p>
          <a:p>
            <a:pPr lvl="1">
              <a:spcBef>
                <a:spcPts val="8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dirty="0"/>
              <a:t>Classical</a:t>
            </a:r>
          </a:p>
          <a:p>
            <a:pPr lvl="1">
              <a:spcBef>
                <a:spcPts val="8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dirty="0" smtClean="0"/>
              <a:t>V </a:t>
            </a:r>
            <a:r>
              <a:rPr lang="en-GB" dirty="0"/>
              <a:t>model</a:t>
            </a:r>
          </a:p>
          <a:p>
            <a:pPr>
              <a:spcBef>
                <a:spcPts val="8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Incremental Models</a:t>
            </a:r>
          </a:p>
          <a:p>
            <a:pPr lvl="1">
              <a:spcBef>
                <a:spcPts val="8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dirty="0"/>
              <a:t>Phased development in increment</a:t>
            </a:r>
          </a:p>
          <a:p>
            <a:pPr>
              <a:spcBef>
                <a:spcPts val="8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smtClean="0"/>
              <a:t>Evolutionary </a:t>
            </a:r>
            <a:r>
              <a:rPr lang="en-GB" sz="2800" dirty="0"/>
              <a:t>Models</a:t>
            </a:r>
          </a:p>
          <a:p>
            <a:pPr lvl="1">
              <a:spcBef>
                <a:spcPts val="8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dirty="0"/>
              <a:t>Prototyping model </a:t>
            </a:r>
          </a:p>
          <a:p>
            <a:pPr lvl="1">
              <a:spcBef>
                <a:spcPts val="8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dirty="0"/>
              <a:t>Spiral model</a:t>
            </a:r>
          </a:p>
          <a:p>
            <a:pPr>
              <a:spcBef>
                <a:spcPts val="8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smtClean="0"/>
              <a:t>Agile </a:t>
            </a:r>
            <a:r>
              <a:rPr lang="en-GB" sz="2800" dirty="0"/>
              <a:t>methods</a:t>
            </a:r>
          </a:p>
          <a:p>
            <a:pPr lvl="1">
              <a:spcBef>
                <a:spcPts val="8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dirty="0"/>
              <a:t>XP</a:t>
            </a:r>
          </a:p>
          <a:p>
            <a:pPr lvl="1">
              <a:spcBef>
                <a:spcPts val="8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dirty="0" smtClean="0"/>
              <a:t>Scrum</a:t>
            </a:r>
            <a:endParaRPr lang="en-GB" dirty="0"/>
          </a:p>
        </p:txBody>
      </p:sp>
    </p:spTree>
    <p:extLst>
      <p:ext uri="{BB962C8B-B14F-4D97-AF65-F5344CB8AC3E}">
        <p14:creationId xmlns:p14="http://schemas.microsoft.com/office/powerpoint/2010/main" val="13384653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38200"/>
            <a:ext cx="3242309" cy="369332"/>
          </a:xfrm>
        </p:spPr>
        <p:txBody>
          <a:bodyPr/>
          <a:lstStyle/>
          <a:p>
            <a:r>
              <a:rPr lang="en-US" dirty="0" smtClean="0"/>
              <a:t>Reference</a:t>
            </a:r>
            <a:endParaRPr lang="en-US" dirty="0"/>
          </a:p>
        </p:txBody>
      </p:sp>
      <p:sp>
        <p:nvSpPr>
          <p:cNvPr id="3" name="Content Placeholder 2"/>
          <p:cNvSpPr>
            <a:spLocks noGrp="1"/>
          </p:cNvSpPr>
          <p:nvPr>
            <p:ph idx="1"/>
          </p:nvPr>
        </p:nvSpPr>
        <p:spPr>
          <a:xfrm>
            <a:off x="533400" y="1600200"/>
            <a:ext cx="8248650" cy="276999"/>
          </a:xfrm>
        </p:spPr>
        <p:txBody>
          <a:bodyPr/>
          <a:lstStyle/>
          <a:p>
            <a:r>
              <a:rPr lang="en-US" dirty="0" smtClean="0">
                <a:hlinkClick r:id="rId2"/>
              </a:rPr>
              <a:t>How to Estimate Sprint Velocity | </a:t>
            </a:r>
            <a:r>
              <a:rPr lang="en-US" dirty="0" err="1" smtClean="0">
                <a:hlinkClick r:id="rId2"/>
              </a:rPr>
              <a:t>Lucidchart</a:t>
            </a:r>
            <a:r>
              <a:rPr lang="en-US" dirty="0" smtClean="0">
                <a:hlinkClick r:id="rId2"/>
              </a:rPr>
              <a:t> Blog</a:t>
            </a:r>
            <a:endParaRPr lang="en-US" dirty="0"/>
          </a:p>
        </p:txBody>
      </p:sp>
    </p:spTree>
    <p:extLst>
      <p:ext uri="{BB962C8B-B14F-4D97-AF65-F5344CB8AC3E}">
        <p14:creationId xmlns:p14="http://schemas.microsoft.com/office/powerpoint/2010/main" val="294769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394</TotalTime>
  <Words>4044</Words>
  <Application>Microsoft Office PowerPoint</Application>
  <PresentationFormat>On-screen Show (4:3)</PresentationFormat>
  <Paragraphs>468</Paragraphs>
  <Slides>62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62</vt:i4>
      </vt:variant>
    </vt:vector>
  </HeadingPairs>
  <TitlesOfParts>
    <vt:vector size="68" baseType="lpstr">
      <vt:lpstr>Arial</vt:lpstr>
      <vt:lpstr>Arial MT</vt:lpstr>
      <vt:lpstr>Calibri</vt:lpstr>
      <vt:lpstr>Times New Roman</vt:lpstr>
      <vt:lpstr>Wingdings</vt:lpstr>
      <vt:lpstr>Office Theme</vt:lpstr>
      <vt:lpstr>Chapter 3 – Agile Software Development</vt:lpstr>
      <vt:lpstr>PowerPoint Presentation</vt:lpstr>
      <vt:lpstr>PowerPoint Presentation</vt:lpstr>
      <vt:lpstr>Rapid software development</vt:lpstr>
      <vt:lpstr>PowerPoint Presentation</vt:lpstr>
      <vt:lpstr>Plan-driven and agile development</vt:lpstr>
      <vt:lpstr>Plan-driven and agile development</vt:lpstr>
      <vt:lpstr>Agile methods</vt:lpstr>
      <vt:lpstr>Agile methods</vt:lpstr>
      <vt:lpstr>Agile manifesto</vt:lpstr>
      <vt:lpstr>The principles of agile methods</vt:lpstr>
      <vt:lpstr>Agile method applicability</vt:lpstr>
      <vt:lpstr>Agile development techniques</vt:lpstr>
      <vt:lpstr>Extreme programming</vt:lpstr>
      <vt:lpstr>The extreme programming release cycle</vt:lpstr>
      <vt:lpstr>Extreme programming practices (a)</vt:lpstr>
      <vt:lpstr>Extreme programming practices (b)</vt:lpstr>
      <vt:lpstr>XP and agile principles</vt:lpstr>
      <vt:lpstr>Influential XP practices</vt:lpstr>
      <vt:lpstr>User stories for requirements</vt:lpstr>
      <vt:lpstr>User Story</vt:lpstr>
      <vt:lpstr>A ‘prescribing medication’ story</vt:lpstr>
      <vt:lpstr>PowerPoint Presentation</vt:lpstr>
      <vt:lpstr>Examples of task cards for prescribing  medication</vt:lpstr>
      <vt:lpstr>PowerPoint Presentation</vt:lpstr>
      <vt:lpstr>Refactoring</vt:lpstr>
      <vt:lpstr>Examples of refactoring</vt:lpstr>
      <vt:lpstr>Test-first development</vt:lpstr>
      <vt:lpstr>Test-driven development</vt:lpstr>
      <vt:lpstr>PowerPoint Presentation</vt:lpstr>
      <vt:lpstr>Test case description for dose checking</vt:lpstr>
      <vt:lpstr>Test automation</vt:lpstr>
      <vt:lpstr>PowerPoint Presentation</vt:lpstr>
      <vt:lpstr>PowerPoint Presentation</vt:lpstr>
      <vt:lpstr>Pair programming</vt:lpstr>
      <vt:lpstr>Agile project management</vt:lpstr>
      <vt:lpstr>Agile project management</vt:lpstr>
      <vt:lpstr>Scrum</vt:lpstr>
      <vt:lpstr>Scrum terminology (a)</vt:lpstr>
      <vt:lpstr>Scrum terminology (b)</vt:lpstr>
      <vt:lpstr>Scrum sprint cycle</vt:lpstr>
      <vt:lpstr>PowerPoint Presentation</vt:lpstr>
      <vt:lpstr>The Sprint cycle</vt:lpstr>
      <vt:lpstr>Teamwork in Scrum</vt:lpstr>
      <vt:lpstr>Sample Product Backlog</vt:lpstr>
      <vt:lpstr>PowerPoint Presentation</vt:lpstr>
      <vt:lpstr>Scrum Framework</vt:lpstr>
      <vt:lpstr>No Changes During Sprint</vt:lpstr>
      <vt:lpstr>Scrum Framework</vt:lpstr>
      <vt:lpstr>Putting it all together</vt:lpstr>
      <vt:lpstr>Sprint Planning</vt:lpstr>
      <vt:lpstr>Sprint Velocity</vt:lpstr>
      <vt:lpstr>How to estimate sprint velocity</vt:lpstr>
      <vt:lpstr>How to estimate sprint velocity</vt:lpstr>
      <vt:lpstr>How to estimate sprint velocity</vt:lpstr>
      <vt:lpstr>PowerPoint Presentation</vt:lpstr>
      <vt:lpstr>PowerPoint Presentation</vt:lpstr>
      <vt:lpstr>Kanban Board</vt:lpstr>
      <vt:lpstr>Scrum benefits</vt:lpstr>
      <vt:lpstr>Summary</vt:lpstr>
      <vt:lpstr>Process Models (Recap)</vt:lpstr>
      <vt:lpstr>Reference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3</dc:title>
  <dc:creator>Ian Sommerville</dc:creator>
  <cp:lastModifiedBy>Ansa Liaqat</cp:lastModifiedBy>
  <cp:revision>42</cp:revision>
  <dcterms:created xsi:type="dcterms:W3CDTF">2023-09-19T13:24:53Z</dcterms:created>
  <dcterms:modified xsi:type="dcterms:W3CDTF">2026-01-26T10:52:35Z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2023-02-15T00:00:00Z</vt:filetime>
  </property>
  <property fmtid="{D5CDD505-2E9C-101B-9397-08002B2CF9AE}" pid="3" name="Creator">
    <vt:lpwstr>Microsoft® PowerPoint® 2016</vt:lpwstr>
  </property>
  <property fmtid="{D5CDD505-2E9C-101B-9397-08002B2CF9AE}" pid="4" name="LastSaved">
    <vt:filetime>2023-09-19T00:00:00Z</vt:filetime>
  </property>
</Properties>
</file>